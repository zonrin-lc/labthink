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合作客户——49家行业领先企业的共同选择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（示例模板 · 实际使用时替换为真实客户logo）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示例企业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7340"/>
            <a:ext cx="1463040" cy="548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40280" y="15544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示例企业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577340"/>
            <a:ext cx="1463040" cy="548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0" y="15544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示例企业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577340"/>
            <a:ext cx="1463040" cy="548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0" y="15544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示例企业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577340"/>
            <a:ext cx="1463040" cy="548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040880" y="15544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_示例企业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1577340"/>
            <a:ext cx="1463040" cy="548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641080" y="15544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6_示例企业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1577340"/>
            <a:ext cx="1463040" cy="548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241280" y="15544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7_示例企业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1577340"/>
            <a:ext cx="1463040" cy="5486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0080" y="22860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8_示例企业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2308860"/>
            <a:ext cx="1463040" cy="5486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40280" y="22860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9_示例企业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0280" y="2308860"/>
            <a:ext cx="1463040" cy="548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840480" y="22860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0_示例企业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480" y="2308860"/>
            <a:ext cx="1463040" cy="5486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440680" y="22860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1_示例企业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0680" y="2308860"/>
            <a:ext cx="1463040" cy="54864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040880" y="22860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12_示例企业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0880" y="2308860"/>
            <a:ext cx="1463040" cy="54864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641080" y="22860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13_示例企业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1080" y="2308860"/>
            <a:ext cx="1463040" cy="54864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0241280" y="22860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14_示例企业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1280" y="2308860"/>
            <a:ext cx="1463040" cy="54864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40080" y="301752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15_示例企业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" y="3040380"/>
            <a:ext cx="1463040" cy="5486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2240280" y="301752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16_示例企业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40280" y="3040380"/>
            <a:ext cx="1463040" cy="54864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840480" y="301752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17_示例企业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40480" y="3040380"/>
            <a:ext cx="1463040" cy="54864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440680" y="301752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18_示例企业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40680" y="3040380"/>
            <a:ext cx="1463040" cy="54864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7040880" y="301752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19_示例企业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40880" y="3040380"/>
            <a:ext cx="1463040" cy="54864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641080" y="301752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20_示例企业2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41080" y="3040380"/>
            <a:ext cx="1463040" cy="54864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241280" y="301752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21_示例企业2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1280" y="3040380"/>
            <a:ext cx="1463040" cy="5486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640080" y="374904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22_示例企业2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" y="3771900"/>
            <a:ext cx="1463040" cy="54864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2240280" y="374904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23_示例企业2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40280" y="3771900"/>
            <a:ext cx="1463040" cy="548640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3840480" y="374904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24_示例企业2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40480" y="3771900"/>
            <a:ext cx="1463040" cy="54864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5440680" y="374904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25_示例企业25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40680" y="3771900"/>
            <a:ext cx="1463040" cy="54864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7040880" y="374904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26_示例企业2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40880" y="3771900"/>
            <a:ext cx="1463040" cy="54864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641080" y="374904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27_示例企业27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641080" y="3771900"/>
            <a:ext cx="1463040" cy="54864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10241280" y="374904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28_示例企业28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41280" y="3771900"/>
            <a:ext cx="1463040" cy="54864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640080" y="448056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29_示例企业29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0080" y="4503420"/>
            <a:ext cx="1463040" cy="548640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2240280" y="448056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30_示例企业30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240280" y="4503420"/>
            <a:ext cx="1463040" cy="5486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40480" y="448056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31_示例企业31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40480" y="4503420"/>
            <a:ext cx="1463040" cy="54864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5440680" y="448056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32_示例企业32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40680" y="4503420"/>
            <a:ext cx="1463040" cy="548640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7040880" y="448056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33_示例企业33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040880" y="4503420"/>
            <a:ext cx="1463040" cy="54864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8641080" y="448056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34_示例企业34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41080" y="4503420"/>
            <a:ext cx="1463040" cy="54864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0241280" y="448056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35_示例企业35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241280" y="4503420"/>
            <a:ext cx="1463040" cy="548640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640080" y="52120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36_示例企业36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0080" y="5234940"/>
            <a:ext cx="1463040" cy="548640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2240280" y="52120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37_示例企业37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240280" y="5234940"/>
            <a:ext cx="1463040" cy="54864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3840480" y="52120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38_示例企业38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840480" y="5234940"/>
            <a:ext cx="1463040" cy="54864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5440680" y="52120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39_示例企业39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440680" y="5234940"/>
            <a:ext cx="1463040" cy="54864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7040880" y="52120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40_示例企业40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040880" y="5234940"/>
            <a:ext cx="1463040" cy="548640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8641080" y="52120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41_示例企业41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641080" y="5234940"/>
            <a:ext cx="1463040" cy="548640"/>
          </a:xfrm>
          <a:prstGeom prst="rect">
            <a:avLst/>
          </a:prstGeom>
        </p:spPr>
      </p:pic>
      <p:sp>
        <p:nvSpPr>
          <p:cNvPr id="86" name="Rectangle 85"/>
          <p:cNvSpPr/>
          <p:nvPr/>
        </p:nvSpPr>
        <p:spPr>
          <a:xfrm>
            <a:off x="10241280" y="521208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42_示例企业42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241280" y="5234940"/>
            <a:ext cx="1463040" cy="54864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640080" y="59436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43_示例企业43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40080" y="5966460"/>
            <a:ext cx="1463040" cy="548640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2240280" y="59436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44_示例企业44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240280" y="5966460"/>
            <a:ext cx="1463040" cy="548640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3840480" y="59436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45_示例企业45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840480" y="5966460"/>
            <a:ext cx="1463040" cy="548640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5440680" y="59436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46_示例企业46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440680" y="5966460"/>
            <a:ext cx="1463040" cy="548640"/>
          </a:xfrm>
          <a:prstGeom prst="rect">
            <a:avLst/>
          </a:prstGeom>
        </p:spPr>
      </p:pic>
      <p:sp>
        <p:nvSpPr>
          <p:cNvPr id="96" name="Rectangle 95"/>
          <p:cNvSpPr/>
          <p:nvPr/>
        </p:nvSpPr>
        <p:spPr>
          <a:xfrm>
            <a:off x="7040880" y="59436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47_示例企业47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040880" y="5966460"/>
            <a:ext cx="1463040" cy="548640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8641080" y="59436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48_示例企业48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641080" y="5966460"/>
            <a:ext cx="1463040" cy="548640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10241280" y="5943600"/>
            <a:ext cx="1463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49_示例企业49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241280" y="5966460"/>
            <a:ext cx="14630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