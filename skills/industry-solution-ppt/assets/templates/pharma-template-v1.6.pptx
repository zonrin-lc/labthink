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100.svg" ContentType="image/svg+xml"/>
  <Override PartName="/ppt/media/image102.svg" ContentType="image/svg+xml"/>
  <Override PartName="/ppt/media/image104.svg" ContentType="image/svg+xml"/>
  <Override PartName="/ppt/media/image106.svg" ContentType="image/svg+xml"/>
  <Override PartName="/ppt/media/image108.svg" ContentType="image/svg+xml"/>
  <Override PartName="/ppt/media/image109.svg" ContentType="image/svg+xml"/>
  <Override PartName="/ppt/media/image111.svg" ContentType="image/svg+xml"/>
  <Override PartName="/ppt/media/image112.svg" ContentType="image/svg+xml"/>
  <Override PartName="/ppt/media/image114.svg" ContentType="image/svg+xml"/>
  <Override PartName="/ppt/media/image115.svg" ContentType="image/svg+xml"/>
  <Override PartName="/ppt/media/image116.svg" ContentType="image/svg+xml"/>
  <Override PartName="/ppt/media/image117.svg" ContentType="image/svg+xml"/>
  <Override PartName="/ppt/media/image119.svg" ContentType="image/svg+xml"/>
  <Override PartName="/ppt/media/image12.svg" ContentType="image/svg+xml"/>
  <Override PartName="/ppt/media/image14.svg" ContentType="image/svg+xml"/>
  <Override PartName="/ppt/media/image50.svg" ContentType="image/svg+xml"/>
  <Override PartName="/ppt/media/image53.svg" ContentType="image/svg+xml"/>
  <Override PartName="/ppt/media/image8.svg" ContentType="image/svg+xml"/>
  <Override PartName="/ppt/media/image84.svg" ContentType="image/svg+xml"/>
  <Override PartName="/ppt/media/image86.svg" ContentType="image/svg+xml"/>
  <Override PartName="/ppt/media/image88.svg" ContentType="image/svg+xml"/>
  <Override PartName="/ppt/media/image90.svg" ContentType="image/svg+xml"/>
  <Override PartName="/ppt/media/image92.svg" ContentType="image/svg+xml"/>
  <Override PartName="/ppt/media/image94.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6"/>
  </p:handoutMasterIdLst>
  <p:sldIdLst>
    <p:sldId id="256" r:id="rId3"/>
    <p:sldId id="329" r:id="rId5"/>
    <p:sldId id="330" r:id="rId6"/>
    <p:sldId id="259" r:id="rId7"/>
    <p:sldId id="260" r:id="rId8"/>
    <p:sldId id="337" r:id="rId9"/>
    <p:sldId id="263" r:id="rId10"/>
    <p:sldId id="304" r:id="rId11"/>
    <p:sldId id="345" r:id="rId12"/>
    <p:sldId id="338" r:id="rId13"/>
    <p:sldId id="310" r:id="rId14"/>
    <p:sldId id="311" r:id="rId15"/>
    <p:sldId id="319" r:id="rId16"/>
    <p:sldId id="315" r:id="rId17"/>
    <p:sldId id="318" r:id="rId18"/>
    <p:sldId id="341" r:id="rId19"/>
    <p:sldId id="320" r:id="rId20"/>
    <p:sldId id="271" r:id="rId21"/>
    <p:sldId id="321" r:id="rId22"/>
    <p:sldId id="343" r:id="rId23"/>
    <p:sldId id="279" r:id="rId24"/>
    <p:sldId id="322" r:id="rId25"/>
    <p:sldId id="323" r:id="rId26"/>
    <p:sldId id="324" r:id="rId27"/>
    <p:sldId id="339" r:id="rId28"/>
    <p:sldId id="326" r:id="rId29"/>
    <p:sldId id="346" r:id="rId30"/>
    <p:sldId id="347" r:id="rId31"/>
    <p:sldId id="340" r:id="rId32"/>
    <p:sldId id="336" r:id="rId33"/>
    <p:sldId id="290" r:id="rId34"/>
    <p:sldId id="291"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宋 雪贤" initials="宋"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CC800"/>
    <a:srgbClr val="F2F2F2"/>
    <a:srgbClr val="F3EBC9"/>
    <a:srgbClr val="040505"/>
    <a:srgbClr val="EEB900"/>
    <a:srgbClr val="FFAF67"/>
    <a:srgbClr val="FFC20F"/>
    <a:srgbClr val="FF9E3F"/>
    <a:srgbClr val="E69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commentAuthors" Target="commentAuthors.xml"/><Relationship Id="rId4" Type="http://schemas.openxmlformats.org/officeDocument/2006/relationships/notesMaster" Target="notesMasters/notesMaster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815623"/>
          </a:xfrm>
          <a:prstGeom prst="rect">
            <a:avLst/>
          </a:prstGeom>
        </p:spPr>
        <p:txBody>
          <a:bodyPr vert="horz" lIns="91440" tIns="45720" rIns="91440" bIns="45720" rtlCol="0"/>
          <a:lstStyle>
            <a:lvl1pPr algn="l">
              <a:defRPr sz="1200"/>
            </a:lvl1pPr>
          </a:lstStyle>
          <a:p>
            <a:endParaRPr lang="zh-CN" altLang="en-US">
              <a:ea typeface="微软雅黑 Light" panose="020B0502040204020203" charset="-122"/>
            </a:endParaRPr>
          </a:p>
        </p:txBody>
      </p:sp>
      <p:sp>
        <p:nvSpPr>
          <p:cNvPr id="3" name="日期占位符 2"/>
          <p:cNvSpPr>
            <a:spLocks noGrp="1"/>
          </p:cNvSpPr>
          <p:nvPr>
            <p:ph type="dt" sz="quarter" idx="1"/>
          </p:nvPr>
        </p:nvSpPr>
        <p:spPr>
          <a:xfrm>
            <a:off x="3884613" y="0"/>
            <a:ext cx="2971800" cy="815623"/>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ea typeface="微软雅黑 Light" panose="020B0502040204020203" charset="-122"/>
              </a:rPr>
            </a:fld>
            <a:endParaRPr lang="zh-CN" altLang="en-US">
              <a:ea typeface="微软雅黑 Light" panose="020B0502040204020203" charset="-122"/>
            </a:endParaRPr>
          </a:p>
        </p:txBody>
      </p:sp>
      <p:sp>
        <p:nvSpPr>
          <p:cNvPr id="4" name="页脚占位符 3"/>
          <p:cNvSpPr>
            <a:spLocks noGrp="1"/>
          </p:cNvSpPr>
          <p:nvPr>
            <p:ph type="ftr" sz="quarter" idx="2"/>
          </p:nvPr>
        </p:nvSpPr>
        <p:spPr>
          <a:xfrm>
            <a:off x="0" y="15440379"/>
            <a:ext cx="2971800" cy="815621"/>
          </a:xfrm>
          <a:prstGeom prst="rect">
            <a:avLst/>
          </a:prstGeom>
        </p:spPr>
        <p:txBody>
          <a:bodyPr vert="horz" lIns="91440" tIns="45720" rIns="91440" bIns="45720" rtlCol="0" anchor="b"/>
          <a:lstStyle>
            <a:lvl1pPr algn="l">
              <a:defRPr sz="1200"/>
            </a:lvl1pPr>
          </a:lstStyle>
          <a:p>
            <a:endParaRPr lang="zh-CN" altLang="en-US">
              <a:ea typeface="微软雅黑 Light" panose="020B0502040204020203" charset="-122"/>
            </a:endParaRPr>
          </a:p>
        </p:txBody>
      </p:sp>
      <p:sp>
        <p:nvSpPr>
          <p:cNvPr id="5" name="灯片编号占位符 4"/>
          <p:cNvSpPr>
            <a:spLocks noGrp="1"/>
          </p:cNvSpPr>
          <p:nvPr>
            <p:ph type="sldNum" sz="quarter" idx="3"/>
          </p:nvPr>
        </p:nvSpPr>
        <p:spPr>
          <a:xfrm>
            <a:off x="3884613" y="15440379"/>
            <a:ext cx="2971800" cy="815621"/>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ea typeface="微软雅黑 Light" panose="020B0502040204020203" charset="-122"/>
              </a:rPr>
            </a:fld>
            <a:endParaRPr lang="zh-CN" altLang="en-US">
              <a:ea typeface="微软雅黑 Light" panose="020B0502040204020203"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pPr marL="0" indent="0" algn="l">
              <a:lnSpc>
                <a:spcPct val="100000"/>
              </a:lnSpc>
            </a:pPr>
            <a:r>
              <a:rPr lang="en-US">
                <a:solidFill>
                  <a:srgbClr val="000000"/>
                </a:solidFill>
                <a:sym typeface="+mn-ea"/>
              </a:rPr>
              <a:t>各位领导、专家</a:t>
            </a:r>
            <a:r>
              <a:rPr lang="zh-CN" altLang="en-US">
                <a:solidFill>
                  <a:srgbClr val="000000"/>
                </a:solidFill>
                <a:sym typeface="+mn-ea"/>
              </a:rPr>
              <a:t>大家</a:t>
            </a:r>
            <a:r>
              <a:rPr lang="en-US">
                <a:solidFill>
                  <a:srgbClr val="000000"/>
                </a:solidFill>
                <a:sym typeface="+mn-ea"/>
              </a:rPr>
              <a:t>好，今天由我代表济南兰光机电技术有限公司，</a:t>
            </a:r>
            <a:r>
              <a:rPr lang="zh-CN" altLang="en-US">
                <a:solidFill>
                  <a:srgbClr val="000000"/>
                </a:solidFill>
                <a:sym typeface="+mn-ea"/>
              </a:rPr>
              <a:t>向大家</a:t>
            </a:r>
            <a:r>
              <a:rPr lang="en-US">
                <a:solidFill>
                  <a:srgbClr val="000000"/>
                </a:solidFill>
                <a:sym typeface="+mn-ea"/>
              </a:rPr>
              <a:t>汇报 面向</a:t>
            </a:r>
            <a:r>
              <a:rPr lang="zh-CN" altLang="en-US">
                <a:solidFill>
                  <a:srgbClr val="000000"/>
                </a:solidFill>
                <a:sym typeface="+mn-ea"/>
              </a:rPr>
              <a:t>制药质量控制</a:t>
            </a:r>
            <a:r>
              <a:rPr lang="en-US">
                <a:solidFill>
                  <a:srgbClr val="000000"/>
                </a:solidFill>
                <a:sym typeface="+mn-ea"/>
              </a:rPr>
              <a:t>的全流程自动化检测解决方案。</a:t>
            </a:r>
            <a:endParaRPr lang="en-US" b="0" i="0" u="none" strike="noStrike">
              <a:solidFill>
                <a:srgbClr val="000000"/>
              </a:solidFill>
            </a:endParaRPr>
          </a:p>
          <a:p>
            <a:pPr marL="0" indent="0" algn="l">
              <a:lnSpc>
                <a:spcPct val="100000"/>
              </a:lnSpc>
            </a:pP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分为六个部分。首先从行业痛点和政策背景切入，说明为什么实验室自动化升级是必答题；然后介绍兰光公司的实力和医药行业服务基础；接着呈现方案的整体架构、核心模块和工作流程；再逐一展开三大系列六款产品的技术细节；之后用四个行业典型场景和真实检测数据做佐证；最后总结价值并给出实施建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pPr marL="0" indent="0" algn="l">
              <a:lnSpc>
                <a:spcPct val="100000"/>
              </a:lnSpc>
            </a:pPr>
            <a:r>
              <a:rPr lang="en-US">
                <a:solidFill>
                  <a:srgbClr val="000000"/>
                </a:solidFill>
                <a:sym typeface="+mn-ea"/>
              </a:rPr>
              <a:t>重量分析（干燥失重、炽灼残渣、蒸发残渣）是药品质控的基础必检项，但传统人工模式正面临四重困境。</a:t>
            </a:r>
            <a:endParaRPr lang="en-US" b="0" i="0" u="none" strike="noStrike">
              <a:solidFill>
                <a:srgbClr val="000000"/>
              </a:solidFill>
            </a:endParaRPr>
          </a:p>
          <a:p>
            <a:pPr marL="0" indent="0" algn="l">
              <a:lnSpc>
                <a:spcPct val="100000"/>
              </a:lnSpc>
            </a:pPr>
            <a:r>
              <a:rPr lang="en-US">
                <a:solidFill>
                  <a:srgbClr val="000000"/>
                </a:solidFill>
                <a:sym typeface="+mn-ea"/>
              </a:rPr>
              <a:t>一是效率低：</a:t>
            </a:r>
            <a:r>
              <a:rPr lang="zh-CN">
                <a:solidFill>
                  <a:srgbClr val="333333"/>
                </a:solidFill>
                <a:latin typeface="微软雅黑" panose="020B0503020204020204" charset="-122"/>
                <a:ea typeface="微软雅黑" panose="020B0503020204020204" charset="-122"/>
                <a:sym typeface="+mn-ea"/>
              </a:rPr>
              <a:t>一个恒重循环需反复「干燥</a:t>
            </a:r>
            <a:r>
              <a:rPr lang="en-US">
                <a:solidFill>
                  <a:srgbClr val="333333"/>
                </a:solidFill>
                <a:latin typeface="微软雅黑" panose="020B0503020204020204" charset="-122"/>
                <a:ea typeface="微软雅黑" panose="020B0503020204020204" charset="-122"/>
                <a:sym typeface="+mn-ea"/>
              </a:rPr>
              <a:t>/</a:t>
            </a:r>
            <a:r>
              <a:rPr lang="zh-CN">
                <a:solidFill>
                  <a:srgbClr val="333333"/>
                </a:solidFill>
                <a:latin typeface="微软雅黑" panose="020B0503020204020204" charset="-122"/>
                <a:ea typeface="微软雅黑" panose="020B0503020204020204" charset="-122"/>
                <a:sym typeface="+mn-ea"/>
              </a:rPr>
              <a:t>灼烧—冷却—称量」，单样品动辄</a:t>
            </a:r>
            <a:r>
              <a:rPr lang="en-US">
                <a:solidFill>
                  <a:srgbClr val="333333"/>
                </a:solidFill>
                <a:latin typeface="微软雅黑" panose="020B0503020204020204" charset="-122"/>
                <a:ea typeface="微软雅黑" panose="020B0503020204020204" charset="-122"/>
                <a:sym typeface="+mn-ea"/>
              </a:rPr>
              <a:t> 2 </a:t>
            </a:r>
            <a:r>
              <a:rPr lang="zh-CN">
                <a:solidFill>
                  <a:srgbClr val="333333"/>
                </a:solidFill>
                <a:latin typeface="微软雅黑" panose="020B0503020204020204" charset="-122"/>
                <a:ea typeface="微软雅黑" panose="020B0503020204020204" charset="-122"/>
                <a:sym typeface="+mn-ea"/>
              </a:rPr>
              <a:t>小时以上，全程需人工值守、反复取放。</a:t>
            </a:r>
            <a:r>
              <a:rPr lang="en-US">
                <a:solidFill>
                  <a:srgbClr val="000000"/>
                </a:solidFill>
                <a:sym typeface="+mn-ea"/>
              </a:rPr>
              <a:t>二是误差大：人工取放和读数引入随机误差，环境温湿度还会干扰0.3mg级的恒重判定</a:t>
            </a:r>
            <a:r>
              <a:rPr lang="zh-CN" altLang="en-US">
                <a:solidFill>
                  <a:srgbClr val="000000"/>
                </a:solidFill>
                <a:sym typeface="+mn-ea"/>
              </a:rPr>
              <a:t>（</a:t>
            </a:r>
            <a:r>
              <a:rPr lang="en-US">
                <a:solidFill>
                  <a:srgbClr val="000000"/>
                </a:solidFill>
                <a:sym typeface="+mn-ea"/>
              </a:rPr>
              <a:t>阈值引自2025版中国药典四部凡例</a:t>
            </a:r>
            <a:r>
              <a:rPr lang="zh-CN" altLang="en-US">
                <a:solidFill>
                  <a:srgbClr val="000000"/>
                </a:solidFill>
                <a:sym typeface="+mn-ea"/>
              </a:rPr>
              <a:t>）</a:t>
            </a:r>
            <a:r>
              <a:rPr lang="en-US">
                <a:solidFill>
                  <a:srgbClr val="000000"/>
                </a:solidFill>
                <a:sym typeface="+mn-ea"/>
              </a:rPr>
              <a:t>。三是风险高：操作人员需要在700到800℃的马弗炉前取放坩埚，还要人工加注浓硫酸</a:t>
            </a:r>
            <a:r>
              <a:rPr lang="zh-CN" altLang="en-US">
                <a:solidFill>
                  <a:srgbClr val="000000"/>
                </a:solidFill>
                <a:sym typeface="+mn-ea"/>
              </a:rPr>
              <a:t>，操作</a:t>
            </a:r>
            <a:r>
              <a:rPr lang="zh-CN">
                <a:solidFill>
                  <a:srgbClr val="333333"/>
                </a:solidFill>
                <a:latin typeface="微软雅黑" panose="020B0503020204020204" charset="-122"/>
                <a:ea typeface="微软雅黑" panose="020B0503020204020204" charset="-122"/>
                <a:sym typeface="+mn-ea"/>
              </a:rPr>
              <a:t>人员安全风险较大。</a:t>
            </a:r>
            <a:r>
              <a:rPr lang="en-US">
                <a:solidFill>
                  <a:srgbClr val="000000"/>
                </a:solidFill>
                <a:sym typeface="+mn-ea"/>
              </a:rPr>
              <a:t>四是合规难：纸质记录难以满足GMP数据完整性和21 CFR Part 11电子记录要求</a:t>
            </a:r>
            <a:r>
              <a:rPr lang="zh-CN" altLang="en-US">
                <a:solidFill>
                  <a:srgbClr val="000000"/>
                </a:solidFill>
                <a:sym typeface="+mn-ea"/>
              </a:rPr>
              <a:t>，审计举证成本高</a:t>
            </a:r>
            <a:r>
              <a:rPr lang="en-US">
                <a:solidFill>
                  <a:srgbClr val="000000"/>
                </a:solidFill>
                <a:sym typeface="+mn-ea"/>
              </a:rPr>
              <a:t>。</a:t>
            </a:r>
            <a:endParaRPr lang="en-US" b="0" i="0" u="none" strike="noStrike">
              <a:solidFill>
                <a:srgbClr val="000000"/>
              </a:solidFill>
            </a:endParaRPr>
          </a:p>
          <a:p>
            <a:pPr marL="0" indent="0" algn="l">
              <a:lnSpc>
                <a:spcPct val="100000"/>
              </a:lnSpc>
            </a:pPr>
            <a:r>
              <a:rPr lang="zh-CN" altLang="en-US">
                <a:solidFill>
                  <a:srgbClr val="000000"/>
                </a:solidFill>
                <a:sym typeface="+mn-ea"/>
              </a:rPr>
              <a:t>在日常工作中</a:t>
            </a:r>
            <a:r>
              <a:rPr lang="en-US" altLang="zh-CN">
                <a:solidFill>
                  <a:srgbClr val="000000"/>
                </a:solidFill>
                <a:sym typeface="+mn-ea"/>
              </a:rPr>
              <a:t> </a:t>
            </a:r>
            <a:r>
              <a:rPr lang="en-US">
                <a:solidFill>
                  <a:srgbClr val="000000"/>
                </a:solidFill>
                <a:sym typeface="+mn-ea"/>
              </a:rPr>
              <a:t>检测量大、人手紧张、监管</a:t>
            </a:r>
            <a:r>
              <a:rPr lang="zh-CN" altLang="en-US">
                <a:solidFill>
                  <a:srgbClr val="000000"/>
                </a:solidFill>
                <a:sym typeface="+mn-ea"/>
              </a:rPr>
              <a:t>越来越严</a:t>
            </a:r>
            <a:r>
              <a:rPr lang="en-US">
                <a:solidFill>
                  <a:srgbClr val="000000"/>
                </a:solidFill>
                <a:sym typeface="+mn-ea"/>
              </a:rPr>
              <a:t>，</a:t>
            </a:r>
            <a:r>
              <a:rPr lang="zh-CN" altLang="en-US">
                <a:solidFill>
                  <a:srgbClr val="000000"/>
                </a:solidFill>
                <a:sym typeface="+mn-ea"/>
              </a:rPr>
              <a:t>所以</a:t>
            </a:r>
            <a:r>
              <a:rPr lang="en-US">
                <a:solidFill>
                  <a:srgbClr val="000000"/>
                </a:solidFill>
                <a:sym typeface="+mn-ea"/>
              </a:rPr>
              <a:t>人工</a:t>
            </a:r>
            <a:r>
              <a:rPr lang="zh-CN" altLang="en-US">
                <a:solidFill>
                  <a:srgbClr val="000000"/>
                </a:solidFill>
                <a:sym typeface="+mn-ea"/>
              </a:rPr>
              <a:t>操作</a:t>
            </a:r>
            <a:r>
              <a:rPr lang="en-US">
                <a:solidFill>
                  <a:srgbClr val="000000"/>
                </a:solidFill>
                <a:sym typeface="+mn-ea"/>
              </a:rPr>
              <a:t>换成机器自动化已是必然选择。</a:t>
            </a:r>
            <a:endParaRPr lang="en-US" b="0" i="0" u="none" strike="noStrike">
              <a:solidFill>
                <a:srgbClr val="000000"/>
              </a:solidFill>
            </a:endParaRPr>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pPr marL="0" indent="0" algn="l">
              <a:lnSpc>
                <a:spcPct val="100000"/>
              </a:lnSpc>
            </a:pPr>
            <a:r>
              <a:rPr lang="zh-CN" altLang="en-US">
                <a:solidFill>
                  <a:srgbClr val="000000"/>
                </a:solidFill>
                <a:sym typeface="+mn-ea"/>
              </a:rPr>
              <a:t>国内</a:t>
            </a:r>
            <a:r>
              <a:rPr lang="en-US">
                <a:solidFill>
                  <a:srgbClr val="000000"/>
                </a:solidFill>
                <a:sym typeface="+mn-ea"/>
              </a:rPr>
              <a:t>政策层面</a:t>
            </a:r>
            <a:r>
              <a:rPr lang="zh-CN" altLang="en-US">
                <a:solidFill>
                  <a:srgbClr val="000000"/>
                </a:solidFill>
                <a:sym typeface="+mn-ea"/>
              </a:rPr>
              <a:t>有三重驱动</a:t>
            </a:r>
            <a:r>
              <a:rPr lang="zh-CN">
                <a:solidFill>
                  <a:srgbClr val="000000"/>
                </a:solidFill>
                <a:sym typeface="+mn-ea"/>
              </a:rPr>
              <a:t>。一是</a:t>
            </a:r>
            <a:r>
              <a:rPr lang="zh-CN" altLang="en-US" b="1">
                <a:solidFill>
                  <a:srgbClr val="000000"/>
                </a:solidFill>
                <a:sym typeface="+mn-ea"/>
              </a:rPr>
              <a:t>新药典实施</a:t>
            </a:r>
            <a:r>
              <a:rPr lang="zh-CN" altLang="en-US">
                <a:solidFill>
                  <a:srgbClr val="000000"/>
                </a:solidFill>
                <a:sym typeface="+mn-ea"/>
              </a:rPr>
              <a:t>：2025年版《中国药典》已于2025年10月1日起施行；0831干燥失重、0832水分测定、0841炽灼残渣等通则对恒重判定（两次称量差＜0.3</a:t>
            </a:r>
            <a:r>
              <a:rPr lang="en-US" altLang="zh-CN">
                <a:solidFill>
                  <a:srgbClr val="000000"/>
                </a:solidFill>
                <a:sym typeface="+mn-ea"/>
              </a:rPr>
              <a:t>mg）</a:t>
            </a:r>
            <a:r>
              <a:rPr lang="zh-CN" altLang="en-US">
                <a:solidFill>
                  <a:srgbClr val="000000"/>
                </a:solidFill>
                <a:sym typeface="+mn-ea"/>
              </a:rPr>
              <a:t>提出严格要求；二是</a:t>
            </a:r>
            <a:r>
              <a:rPr lang="zh-CN" altLang="en-US" b="1">
                <a:solidFill>
                  <a:srgbClr val="000000"/>
                </a:solidFill>
                <a:sym typeface="+mn-ea"/>
              </a:rPr>
              <a:t>全生命周期监管加严</a:t>
            </a:r>
            <a:r>
              <a:rPr lang="zh-CN" altLang="en-US">
                <a:solidFill>
                  <a:srgbClr val="000000"/>
                </a:solidFill>
                <a:sym typeface="+mn-ea"/>
              </a:rPr>
              <a:t>：</a:t>
            </a:r>
            <a:r>
              <a:rPr lang="zh-CN" altLang="en-US">
                <a:solidFill>
                  <a:srgbClr val="000000"/>
                </a:solidFill>
                <a:sym typeface="+mn-ea"/>
              </a:rPr>
              <a:t>2026年4月15日国务院政策例行吹风会中通报，集采中选品种实行</a:t>
            </a:r>
            <a:r>
              <a:rPr lang="en-US" altLang="zh-CN">
                <a:solidFill>
                  <a:srgbClr val="000000"/>
                </a:solidFill>
                <a:sym typeface="+mn-ea"/>
              </a:rPr>
              <a:t>GMP</a:t>
            </a:r>
            <a:r>
              <a:rPr lang="zh-CN" altLang="en-US">
                <a:solidFill>
                  <a:srgbClr val="000000"/>
                </a:solidFill>
                <a:sym typeface="+mn-ea"/>
              </a:rPr>
              <a:t>全覆盖检查与全覆盖抽检，已有15个品种因不符合</a:t>
            </a:r>
            <a:r>
              <a:rPr lang="en-US" altLang="zh-CN">
                <a:solidFill>
                  <a:srgbClr val="000000"/>
                </a:solidFill>
                <a:sym typeface="+mn-ea"/>
              </a:rPr>
              <a:t>GMP</a:t>
            </a:r>
            <a:r>
              <a:rPr lang="zh-CN" altLang="en-US">
                <a:solidFill>
                  <a:srgbClr val="000000"/>
                </a:solidFill>
                <a:sym typeface="+mn-ea"/>
              </a:rPr>
              <a:t>或抽检不合格被取消中选资格；三是</a:t>
            </a:r>
            <a:r>
              <a:rPr lang="zh-CN" altLang="en-US" b="1">
                <a:solidFill>
                  <a:srgbClr val="000000"/>
                </a:solidFill>
                <a:sym typeface="+mn-ea"/>
              </a:rPr>
              <a:t>数智化转型要求</a:t>
            </a:r>
            <a:r>
              <a:rPr lang="zh-CN" altLang="en-US">
                <a:solidFill>
                  <a:srgbClr val="000000"/>
                </a:solidFill>
                <a:sym typeface="+mn-ea"/>
              </a:rPr>
              <a:t>：2025年04月</a:t>
            </a:r>
            <a:r>
              <a:rPr lang="zh-CN" altLang="en-US" noProof="0" dirty="0">
                <a:ln>
                  <a:noFill/>
                </a:ln>
                <a:solidFill>
                  <a:schemeClr val="bg1"/>
                </a:solidFill>
                <a:effectLst/>
                <a:uLnTx/>
                <a:uFillTx/>
                <a:latin typeface="微软雅黑 Light" panose="020B0502040204020203" charset="-122"/>
                <a:ea typeface="微软雅黑 Light" panose="020B0502040204020203" charset="-122"/>
                <a:cs typeface="微软雅黑 Light" panose="020B0502040204020203" charset="-122"/>
                <a:sym typeface="+mn-ea"/>
              </a:rPr>
              <a:t>国家工信部</a:t>
            </a:r>
            <a:r>
              <a:rPr lang="en-US" altLang="zh-CN" noProof="0" dirty="0">
                <a:ln>
                  <a:noFill/>
                </a:ln>
                <a:solidFill>
                  <a:schemeClr val="bg1"/>
                </a:solidFill>
                <a:effectLst/>
                <a:uLnTx/>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noProof="0" dirty="0">
                <a:ln>
                  <a:noFill/>
                </a:ln>
                <a:solidFill>
                  <a:schemeClr val="bg1"/>
                </a:solidFill>
                <a:effectLst/>
                <a:uLnTx/>
                <a:uFillTx/>
                <a:latin typeface="微软雅黑 Light" panose="020B0502040204020203" charset="-122"/>
                <a:ea typeface="微软雅黑 Light" panose="020B0502040204020203" charset="-122"/>
                <a:cs typeface="微软雅黑 Light" panose="020B0502040204020203" charset="-122"/>
                <a:sym typeface="+mn-ea"/>
              </a:rPr>
              <a:t>卫健委</a:t>
            </a:r>
            <a:r>
              <a:rPr lang="en-US" altLang="zh-CN" noProof="0" dirty="0">
                <a:ln>
                  <a:noFill/>
                </a:ln>
                <a:solidFill>
                  <a:schemeClr val="bg1"/>
                </a:solidFill>
                <a:effectLst/>
                <a:uLnTx/>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noProof="0" dirty="0">
                <a:ln>
                  <a:noFill/>
                </a:ln>
                <a:solidFill>
                  <a:schemeClr val="bg1"/>
                </a:solidFill>
                <a:effectLst/>
                <a:uLnTx/>
                <a:uFillTx/>
                <a:latin typeface="微软雅黑 Light" panose="020B0502040204020203" charset="-122"/>
                <a:ea typeface="微软雅黑 Light" panose="020B0502040204020203" charset="-122"/>
                <a:cs typeface="微软雅黑 Light" panose="020B0502040204020203" charset="-122"/>
                <a:sym typeface="+mn-ea"/>
              </a:rPr>
              <a:t>中医药局</a:t>
            </a:r>
            <a:r>
              <a:rPr lang="en-US" altLang="zh-CN" noProof="0" dirty="0">
                <a:ln>
                  <a:noFill/>
                </a:ln>
                <a:solidFill>
                  <a:schemeClr val="bg1"/>
                </a:solidFill>
                <a:effectLst/>
                <a:uLnTx/>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noProof="0" dirty="0">
                <a:ln>
                  <a:noFill/>
                </a:ln>
                <a:solidFill>
                  <a:schemeClr val="bg1"/>
                </a:solidFill>
                <a:effectLst/>
                <a:uLnTx/>
                <a:uFillTx/>
                <a:latin typeface="微软雅黑 Light" panose="020B0502040204020203" charset="-122"/>
                <a:ea typeface="微软雅黑 Light" panose="020B0502040204020203" charset="-122"/>
                <a:cs typeface="微软雅黑 Light" panose="020B0502040204020203" charset="-122"/>
                <a:sym typeface="+mn-ea"/>
              </a:rPr>
              <a:t>国家药监局等七部门联合印发</a:t>
            </a:r>
            <a:r>
              <a:rPr lang="zh-CN" altLang="en-US">
                <a:solidFill>
                  <a:srgbClr val="000000"/>
                </a:solidFill>
                <a:sym typeface="+mn-ea"/>
              </a:rPr>
              <a:t>《医药工业数智化转型实施方案（2025—2030年）》推动研发、生产、供应链全流程数字化升级，</a:t>
            </a:r>
            <a:r>
              <a:rPr lang="en-US" altLang="zh-CN">
                <a:solidFill>
                  <a:srgbClr val="000000"/>
                </a:solidFill>
                <a:sym typeface="+mn-ea"/>
              </a:rPr>
              <a:t>QC</a:t>
            </a:r>
            <a:r>
              <a:rPr lang="zh-CN" altLang="en-US">
                <a:solidFill>
                  <a:srgbClr val="000000"/>
                </a:solidFill>
                <a:sym typeface="+mn-ea"/>
              </a:rPr>
              <a:t>实验室自动化是其中关键一环〔外部来源：国家行业主管部门发布的实施方案〕。</a:t>
            </a:r>
            <a:endParaRPr lang="zh-CN" altLang="en-US">
              <a:solidFill>
                <a:srgbClr val="000000"/>
              </a:solidFill>
              <a:sym typeface="+mn-ea"/>
            </a:endParaRPr>
          </a:p>
          <a:p>
            <a:pPr marL="0" indent="0" algn="l">
              <a:lnSpc>
                <a:spcPct val="100000"/>
              </a:lnSpc>
            </a:pPr>
            <a:r>
              <a:rPr lang="zh-CN" altLang="en-US">
                <a:solidFill>
                  <a:srgbClr val="000000"/>
                </a:solidFill>
                <a:sym typeface="+mn-ea"/>
              </a:rPr>
              <a:t>全球趋势层面，德勤2025年制药</a:t>
            </a:r>
            <a:r>
              <a:rPr lang="en-US" altLang="zh-CN">
                <a:solidFill>
                  <a:srgbClr val="000000"/>
                </a:solidFill>
                <a:sym typeface="+mn-ea"/>
              </a:rPr>
              <a:t>QC</a:t>
            </a:r>
            <a:r>
              <a:rPr lang="zh-CN" altLang="en-US">
                <a:solidFill>
                  <a:srgbClr val="000000"/>
                </a:solidFill>
                <a:sym typeface="+mn-ea"/>
              </a:rPr>
              <a:t>实验室现代化调研显示，</a:t>
            </a:r>
            <a:r>
              <a:rPr lang="en-US">
                <a:solidFill>
                  <a:srgbClr val="000000"/>
                </a:solidFill>
                <a:sym typeface="+mn-ea"/>
              </a:rPr>
              <a:t>实验室现代化能减少约50%的错误与偏差、提升45%的合规性、缩短43%的检测周期。</a:t>
            </a:r>
            <a:r>
              <a:rPr lang="zh-CN" altLang="en-US">
                <a:solidFill>
                  <a:srgbClr val="000000"/>
                </a:solidFill>
                <a:sym typeface="+mn-ea"/>
              </a:rPr>
              <a:t>〔外部来源：</a:t>
            </a:r>
            <a:r>
              <a:rPr lang="en-US" altLang="zh-CN">
                <a:solidFill>
                  <a:srgbClr val="000000"/>
                </a:solidFill>
                <a:sym typeface="+mn-ea"/>
              </a:rPr>
              <a:t>Deloitte《QC lab of the future》2025〕。</a:t>
            </a:r>
            <a:r>
              <a:rPr lang="zh-CN" altLang="en-US">
                <a:solidFill>
                  <a:srgbClr val="000000"/>
                </a:solidFill>
                <a:sym typeface="+mn-ea"/>
              </a:rPr>
              <a:t>另外，</a:t>
            </a:r>
            <a:r>
              <a:rPr lang="en-US" altLang="zh-CN">
                <a:latin typeface="Times New Roman" panose="02020603050405020304"/>
                <a:ea typeface="微软雅黑 Light" panose="020B0502040204020203" charset="-122"/>
                <a:sym typeface="+mn-ea"/>
              </a:rPr>
              <a:t>Data Bridge</a:t>
            </a:r>
            <a:r>
              <a:rPr lang="zh-CN" altLang="en-US">
                <a:latin typeface="微软雅黑 Light" panose="020B0502040204020203" charset="-122"/>
                <a:ea typeface="微软雅黑 Light" panose="020B0502040204020203" charset="-122"/>
                <a:sym typeface="+mn-ea"/>
              </a:rPr>
              <a:t>实验室自动化市场报告</a:t>
            </a:r>
            <a:r>
              <a:rPr lang="en-US" altLang="zh-CN">
                <a:latin typeface="微软雅黑 Light" panose="020B0502040204020203" charset="-122"/>
                <a:ea typeface="微软雅黑 Light" panose="020B0502040204020203" charset="-122"/>
                <a:sym typeface="+mn-ea"/>
              </a:rPr>
              <a:t> 2026</a:t>
            </a:r>
            <a:r>
              <a:rPr lang="zh-CN" altLang="en-US">
                <a:latin typeface="微软雅黑 Light" panose="020B0502040204020203" charset="-122"/>
                <a:ea typeface="微软雅黑 Light" panose="020B0502040204020203" charset="-122"/>
                <a:sym typeface="+mn-ea"/>
              </a:rPr>
              <a:t>显示，行业采购逻辑已从单台设备精度转向了端到端工作流连通性与数据合规性</a:t>
            </a:r>
            <a:r>
              <a:rPr lang="en-US" altLang="zh-CN">
                <a:latin typeface="Times New Roman" panose="02020603050405020304"/>
                <a:ea typeface="微软雅黑 Light" panose="020B0502040204020203" charset="-122"/>
                <a:sym typeface="+mn-ea"/>
              </a:rPr>
              <a:t>——</a:t>
            </a:r>
            <a:r>
              <a:rPr lang="zh-CN" altLang="en-US">
                <a:latin typeface="微软雅黑 Light" panose="020B0502040204020203" charset="-122"/>
                <a:ea typeface="微软雅黑 Light" panose="020B0502040204020203" charset="-122"/>
                <a:sym typeface="+mn-ea"/>
              </a:rPr>
              <a:t>模块化、可验证、可与</a:t>
            </a:r>
            <a:r>
              <a:rPr lang="en-US" altLang="zh-CN">
                <a:latin typeface="Times New Roman" panose="02020603050405020304"/>
                <a:ea typeface="微软雅黑 Light" panose="020B0502040204020203" charset="-122"/>
                <a:sym typeface="+mn-ea"/>
              </a:rPr>
              <a:t>LIMS</a:t>
            </a:r>
            <a:r>
              <a:rPr lang="zh-CN" altLang="en-US">
                <a:latin typeface="微软雅黑 Light" panose="020B0502040204020203" charset="-122"/>
                <a:ea typeface="微软雅黑 Light" panose="020B0502040204020203" charset="-122"/>
                <a:sym typeface="+mn-ea"/>
              </a:rPr>
              <a:t>对接的集成式系统更受青睐〔外部来源：</a:t>
            </a:r>
            <a:r>
              <a:rPr lang="en-US" altLang="zh-CN">
                <a:latin typeface="Times New Roman" panose="02020603050405020304"/>
                <a:ea typeface="微软雅黑 Light" panose="020B0502040204020203" charset="-122"/>
                <a:sym typeface="+mn-ea"/>
              </a:rPr>
              <a:t>Data Bridge</a:t>
            </a:r>
            <a:r>
              <a:rPr lang="zh-CN" altLang="en-US">
                <a:latin typeface="微软雅黑 Light" panose="020B0502040204020203" charset="-122"/>
                <a:ea typeface="微软雅黑 Light" panose="020B0502040204020203" charset="-122"/>
                <a:sym typeface="+mn-ea"/>
              </a:rPr>
              <a:t>实验室自动化市场报告</a:t>
            </a:r>
            <a:r>
              <a:rPr lang="en-US" altLang="zh-CN">
                <a:latin typeface="微软雅黑 Light" panose="020B0502040204020203" charset="-122"/>
                <a:ea typeface="微软雅黑 Light" panose="020B0502040204020203" charset="-122"/>
                <a:sym typeface="+mn-ea"/>
              </a:rPr>
              <a:t> 2026</a:t>
            </a:r>
            <a:endParaRPr lang="en-US" altLang="zh-CN">
              <a:solidFill>
                <a:srgbClr val="000000"/>
              </a:solidFill>
              <a:sym typeface="+mn-ea"/>
            </a:endParaRPr>
          </a:p>
          <a:p>
            <a:pPr marL="0" indent="0" algn="l">
              <a:lnSpc>
                <a:spcPct val="100000"/>
              </a:lnSpc>
            </a:pPr>
            <a:r>
              <a:rPr lang="zh-CN" altLang="en-US">
                <a:solidFill>
                  <a:srgbClr val="000000"/>
                </a:solidFill>
                <a:sym typeface="+mn-ea"/>
              </a:rPr>
              <a:t>所以，在行业困境</a:t>
            </a:r>
            <a:r>
              <a:rPr lang="en-US">
                <a:solidFill>
                  <a:srgbClr val="000000"/>
                </a:solidFill>
                <a:sym typeface="+mn-ea"/>
              </a:rPr>
              <a:t>加政策双轮驱动</a:t>
            </a:r>
            <a:r>
              <a:rPr lang="zh-CN" altLang="en-US">
                <a:solidFill>
                  <a:srgbClr val="000000"/>
                </a:solidFill>
                <a:sym typeface="+mn-ea"/>
              </a:rPr>
              <a:t>下</a:t>
            </a:r>
            <a:r>
              <a:rPr lang="en-US">
                <a:solidFill>
                  <a:srgbClr val="000000"/>
                </a:solidFill>
                <a:sym typeface="+mn-ea"/>
              </a:rPr>
              <a:t>，</a:t>
            </a:r>
            <a:r>
              <a:rPr lang="zh-CN" altLang="en-US">
                <a:solidFill>
                  <a:srgbClr val="000000"/>
                </a:solidFill>
                <a:sym typeface="+mn-ea"/>
              </a:rPr>
              <a:t>实验室自动化的必然趋势下，需要找到真正懂制药标准的伙伴来帮助</a:t>
            </a:r>
            <a:r>
              <a:rPr lang="zh-CN" altLang="en-US">
                <a:solidFill>
                  <a:srgbClr val="000000"/>
                </a:solidFill>
                <a:sym typeface="+mn-ea"/>
              </a:rPr>
              <a:t>企业实现自动化</a:t>
            </a:r>
            <a:r>
              <a:rPr lang="zh-CN" altLang="en-US">
                <a:solidFill>
                  <a:srgbClr val="000000"/>
                </a:solidFill>
                <a:sym typeface="+mn-ea"/>
              </a:rPr>
              <a:t>升级——这正是</a:t>
            </a:r>
            <a:r>
              <a:rPr lang="en-US" altLang="zh-CN">
                <a:solidFill>
                  <a:srgbClr val="000000"/>
                </a:solidFill>
                <a:sym typeface="+mn-ea"/>
              </a:rPr>
              <a:t>Labthink37</a:t>
            </a:r>
            <a:r>
              <a:rPr lang="zh-CN" altLang="en-US">
                <a:solidFill>
                  <a:srgbClr val="000000"/>
                </a:solidFill>
                <a:sym typeface="+mn-ea"/>
              </a:rPr>
              <a:t>年深耕的领域。</a:t>
            </a:r>
            <a:endParaRPr lang="zh-CN" altLang="en-US">
              <a:solidFill>
                <a:srgbClr val="000000"/>
              </a:solidFill>
              <a:sym typeface="+mn-ea"/>
            </a:endParaRPr>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pPr marL="0" indent="0" algn="l">
              <a:lnSpc>
                <a:spcPct val="100000"/>
              </a:lnSpc>
            </a:pPr>
            <a:r>
              <a:rPr lang="en-US">
                <a:solidFill>
                  <a:srgbClr val="000000"/>
                </a:solidFill>
                <a:sym typeface="+mn-ea"/>
              </a:rPr>
              <a:t>Labthink成立于1989年，是国内最早从事包装检测仪器研发制造的企业之一，开创了中国包装检测事业先河。</a:t>
            </a:r>
            <a:endParaRPr lang="en-US" b="0" i="0" u="none" strike="noStrike">
              <a:solidFill>
                <a:srgbClr val="000000"/>
              </a:solidFill>
            </a:endParaRPr>
          </a:p>
          <a:p>
            <a:pPr marL="0" indent="0" algn="l">
              <a:lnSpc>
                <a:spcPct val="100000"/>
              </a:lnSpc>
            </a:pPr>
            <a:r>
              <a:rPr lang="en-US">
                <a:solidFill>
                  <a:srgbClr val="000000"/>
                </a:solidFill>
                <a:sym typeface="+mn-ea"/>
              </a:rPr>
              <a:t>公司实现了全球化布局，在美国波士顿、德国法兰克福、马来西亚吉隆坡、阿联酋迪拜设立了四大海外中心，是行业内仅有的实现全球化布局的中国包装检测仪器制造企业。</a:t>
            </a:r>
            <a:endParaRPr lang="en-US" b="0" i="0" u="none" strike="noStrike">
              <a:solidFill>
                <a:srgbClr val="000000"/>
              </a:solidFill>
            </a:endParaRPr>
          </a:p>
          <a:p>
            <a:pPr marL="0" indent="0" algn="l">
              <a:lnSpc>
                <a:spcPct val="100000"/>
              </a:lnSpc>
            </a:pPr>
            <a:r>
              <a:rPr lang="zh-CN" altLang="en-US">
                <a:solidFill>
                  <a:srgbClr val="000000"/>
                </a:solidFill>
                <a:sym typeface="+mn-ea"/>
              </a:rPr>
              <a:t>公司专注检测技术</a:t>
            </a:r>
            <a:r>
              <a:rPr lang="en-US" altLang="zh-CN">
                <a:solidFill>
                  <a:srgbClr val="000000"/>
                </a:solidFill>
                <a:sym typeface="+mn-ea"/>
              </a:rPr>
              <a:t>37</a:t>
            </a:r>
            <a:r>
              <a:rPr lang="zh-CN" altLang="en-US">
                <a:solidFill>
                  <a:srgbClr val="000000"/>
                </a:solidFill>
                <a:sym typeface="+mn-ea"/>
              </a:rPr>
              <a:t>年，</a:t>
            </a:r>
            <a:r>
              <a:rPr lang="en-US">
                <a:solidFill>
                  <a:srgbClr val="000000"/>
                </a:solidFill>
                <a:sym typeface="+mn-ea"/>
              </a:rPr>
              <a:t>产品出口全球110多个国家和地区，国内细分市场占有率约70%，全球知名品牌客户复购率行业领先。</a:t>
            </a:r>
            <a:endParaRPr lang="en-US">
              <a:solidFill>
                <a:srgbClr val="000000"/>
              </a:solidFill>
              <a:sym typeface="+mn-ea"/>
            </a:endParaRPr>
          </a:p>
          <a:p>
            <a:pPr marL="0" indent="0" algn="l">
              <a:lnSpc>
                <a:spcPct val="100000"/>
              </a:lnSpc>
            </a:pPr>
            <a:r>
              <a:rPr lang="zh-CN" altLang="en-US" b="0" i="0" u="none" strike="noStrike">
                <a:solidFill>
                  <a:srgbClr val="000000"/>
                </a:solidFill>
              </a:rPr>
              <a:t>公司在检测技术上有很多优势：</a:t>
            </a:r>
            <a:r>
              <a:rPr lang="en-US" altLang="zh-CN" b="0" i="0" u="none" strike="noStrike">
                <a:solidFill>
                  <a:srgbClr val="000000"/>
                </a:solidFill>
              </a:rPr>
              <a:t>1.</a:t>
            </a:r>
            <a:r>
              <a:rPr lang="zh-CN" altLang="en-US" b="0" i="0" u="none" strike="noStrike">
                <a:solidFill>
                  <a:srgbClr val="000000"/>
                </a:solidFill>
              </a:rPr>
              <a:t>自主创新：公司每年</a:t>
            </a:r>
            <a:r>
              <a:rPr lang="zh-CN" altLang="en-US" dirty="0">
                <a:solidFill>
                  <a:schemeClr val="accent4">
                    <a:lumMod val="20000"/>
                    <a:lumOff val="80000"/>
                  </a:schemeClr>
                </a:solidFill>
                <a:sym typeface="+mn-ea"/>
              </a:rPr>
              <a:t>以高占比科研投入驱动自主创新，科研投入年均占比近</a:t>
            </a:r>
            <a:r>
              <a:rPr lang="en-US" altLang="zh-CN" dirty="0">
                <a:solidFill>
                  <a:schemeClr val="accent4">
                    <a:lumMod val="20000"/>
                    <a:lumOff val="80000"/>
                  </a:schemeClr>
                </a:solidFill>
                <a:sym typeface="+mn-ea"/>
              </a:rPr>
              <a:t>10</a:t>
            </a:r>
            <a:r>
              <a:rPr lang="zh-CN" altLang="en-US" dirty="0">
                <a:solidFill>
                  <a:schemeClr val="accent4">
                    <a:lumMod val="20000"/>
                    <a:lumOff val="80000"/>
                  </a:schemeClr>
                </a:solidFill>
                <a:sym typeface="+mn-ea"/>
              </a:rPr>
              <a:t>%，年均投入经费近</a:t>
            </a:r>
            <a:r>
              <a:rPr lang="en-US" altLang="zh-CN" dirty="0">
                <a:solidFill>
                  <a:schemeClr val="accent4">
                    <a:lumMod val="20000"/>
                    <a:lumOff val="80000"/>
                  </a:schemeClr>
                </a:solidFill>
                <a:sym typeface="+mn-ea"/>
              </a:rPr>
              <a:t>20</a:t>
            </a:r>
            <a:r>
              <a:rPr lang="zh-CN" altLang="en-US" dirty="0">
                <a:solidFill>
                  <a:schemeClr val="accent4">
                    <a:lumMod val="20000"/>
                    <a:lumOff val="80000"/>
                  </a:schemeClr>
                </a:solidFill>
                <a:sym typeface="+mn-ea"/>
              </a:rPr>
              <a:t>00万元。其中自主研发的高精度特种传感器，突破 "卡脖子" 技术、实现进口替代。</a:t>
            </a:r>
            <a:r>
              <a:rPr lang="en-US" altLang="zh-CN" dirty="0">
                <a:solidFill>
                  <a:schemeClr val="accent4">
                    <a:lumMod val="20000"/>
                    <a:lumOff val="80000"/>
                  </a:schemeClr>
                </a:solidFill>
                <a:sym typeface="+mn-ea"/>
              </a:rPr>
              <a:t>2.</a:t>
            </a:r>
            <a:r>
              <a:rPr lang="zh-CN" altLang="en-US" dirty="0">
                <a:solidFill>
                  <a:schemeClr val="accent4">
                    <a:lumMod val="20000"/>
                    <a:lumOff val="80000"/>
                  </a:schemeClr>
                </a:solidFill>
                <a:sym typeface="+mn-ea"/>
              </a:rPr>
              <a:t>科研平台：</a:t>
            </a:r>
            <a:r>
              <a:rPr lang="en-US" altLang="zh-CN" dirty="0">
                <a:solidFill>
                  <a:schemeClr val="accent4">
                    <a:lumMod val="20000"/>
                    <a:lumOff val="80000"/>
                  </a:schemeClr>
                </a:solidFill>
                <a:sym typeface="+mn-ea"/>
              </a:rPr>
              <a:t>CNAS</a:t>
            </a:r>
            <a:r>
              <a:rPr lang="zh-CN" altLang="en-US" dirty="0">
                <a:solidFill>
                  <a:schemeClr val="accent4">
                    <a:lumMod val="20000"/>
                    <a:lumOff val="80000"/>
                  </a:schemeClr>
                </a:solidFill>
                <a:sym typeface="+mn-ea"/>
              </a:rPr>
              <a:t>认证实验室成立26年，覆盖53个种类、276个检测项目，配备设备160余台套，是</a:t>
            </a:r>
            <a:r>
              <a:rPr lang="zh-CN" altLang="en-US" spc="10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探索产业未来发展、新材料研发应用的前沿阵地</a:t>
            </a:r>
            <a:r>
              <a:rPr lang="en-US" altLang="zh-CN" spc="10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.3.</a:t>
            </a:r>
            <a:r>
              <a:rPr lang="zh-CN" altLang="en-US" spc="10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标准话语权：主持/参与制订或修订国家标准23项、行业标准8项；承担国家及省级科研项目近30项，深度参与行业规则制定。</a:t>
            </a:r>
            <a:r>
              <a:rPr lang="en-US" altLang="zh-CN" spc="10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4.</a:t>
            </a:r>
            <a:r>
              <a:rPr lang="zh-CN" altLang="en-US" spc="10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知识产权：</a:t>
            </a:r>
            <a:endParaRPr lang="zh-CN" altLang="en-US" spc="10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endParaRPr>
          </a:p>
          <a:p>
            <a:r>
              <a:rPr lang="zh-CN" altLang="en-US" spc="10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拥有授权专利近 200 项，其中发明专利 34 项，保障核心技术自主可控、持续迭代。</a:t>
            </a:r>
            <a:endParaRPr lang="zh-CN" altLang="en-US" spc="10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00000"/>
              </a:lnSpc>
            </a:pPr>
            <a:r>
              <a:rPr lang="zh-CN" altLang="en-US">
                <a:solidFill>
                  <a:srgbClr val="000000"/>
                </a:solidFill>
                <a:sym typeface="+mn-ea"/>
              </a:rPr>
              <a:t>我们服务于</a:t>
            </a:r>
            <a:r>
              <a:rPr lang="en-US" altLang="zh-CN">
                <a:solidFill>
                  <a:srgbClr val="000000"/>
                </a:solidFill>
                <a:sym typeface="+mn-ea"/>
              </a:rPr>
              <a:t>1000+</a:t>
            </a:r>
            <a:r>
              <a:rPr lang="zh-CN" altLang="en-US">
                <a:solidFill>
                  <a:srgbClr val="000000"/>
                </a:solidFill>
                <a:sym typeface="+mn-ea"/>
              </a:rPr>
              <a:t>制药</a:t>
            </a:r>
            <a:r>
              <a:rPr lang="zh-CN" altLang="en-US">
                <a:solidFill>
                  <a:srgbClr val="000000"/>
                </a:solidFill>
                <a:sym typeface="+mn-ea"/>
              </a:rPr>
              <a:t>企业。</a:t>
            </a:r>
            <a:endParaRPr lang="zh-CN" altLang="en-US">
              <a:solidFill>
                <a:srgbClr val="000000"/>
              </a:solidFill>
              <a:sym typeface="+mn-ea"/>
            </a:endParaRPr>
          </a:p>
          <a:p>
            <a:pPr marL="0" indent="0" algn="l">
              <a:lnSpc>
                <a:spcPct val="100000"/>
              </a:lnSpc>
            </a:pPr>
            <a:r>
              <a:rPr lang="en-US">
                <a:solidFill>
                  <a:srgbClr val="000000"/>
                </a:solidFill>
                <a:sym typeface="+mn-ea"/>
              </a:rPr>
              <a:t>重量分析产品已在众多头部药企与权威机构完成实际检测验证</a:t>
            </a:r>
            <a:r>
              <a:rPr lang="zh-CN" altLang="en-US">
                <a:solidFill>
                  <a:srgbClr val="000000"/>
                </a:solidFill>
                <a:sym typeface="+mn-ea"/>
              </a:rPr>
              <a:t>。</a:t>
            </a:r>
            <a:endParaRPr lang="en-US" b="0" i="0" u="none" strike="noStrike">
              <a:solidFill>
                <a:srgbClr val="000000"/>
              </a:solidFill>
            </a:endParaRPr>
          </a:p>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41AD82-60BD-48B8-B293-CB322BD7474C}" type="slidenum">
              <a:rPr kumimoji="0" lang="en-US" sz="1200" b="0" i="0" u="none" strike="noStrike" kern="1200" cap="none" spc="0" normalizeH="0" baseline="0" noProof="0" smtClean="0">
                <a:ln>
                  <a:noFill/>
                </a:ln>
                <a:solidFill>
                  <a:prstClr val="black"/>
                </a:solidFill>
                <a:effectLst/>
                <a:uLnTx/>
                <a:uFillTx/>
                <a:latin typeface="微软雅黑 Light" panose="020B0502040204020203" charset="-122"/>
                <a:ea typeface="+mn-ea"/>
                <a:cs typeface="+mn-cs"/>
              </a:rPr>
            </a:fld>
            <a:endParaRPr kumimoji="0" lang="en-US" sz="1200" b="0" i="0" u="none" strike="noStrike" kern="1200" cap="none" spc="0" normalizeH="0" baseline="0" noProof="0">
              <a:ln>
                <a:noFill/>
              </a:ln>
              <a:solidFill>
                <a:prstClr val="black"/>
              </a:solidFill>
              <a:effectLst/>
              <a:uLnTx/>
              <a:uFillTx/>
              <a:latin typeface="微软雅黑 Light" panose="020B0502040204020203" charset="-122"/>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r>
              <a:rPr lang="zh-CN" altLang="en-US"/>
              <a:t>针对行业三大典型检测场景，</a:t>
            </a:r>
            <a:r>
              <a:rPr lang="en-US" altLang="zh-CN"/>
              <a:t>Labthink</a:t>
            </a:r>
            <a:r>
              <a:rPr lang="zh-CN" altLang="en-US"/>
              <a:t>提供三大系列集成式自动化检测系统。</a:t>
            </a:r>
            <a:endParaRPr lang="zh-CN" altLang="en-US"/>
          </a:p>
          <a:p>
            <a:pPr marL="0" indent="0" algn="l">
              <a:lnSpc>
                <a:spcPct val="100000"/>
              </a:lnSpc>
            </a:pPr>
            <a:r>
              <a:rPr lang="en-US">
                <a:solidFill>
                  <a:srgbClr val="000000"/>
                </a:solidFill>
                <a:sym typeface="+mn-ea"/>
              </a:rPr>
              <a:t>药品水分控制对应C870系列集成式干燥失重检测系统，</a:t>
            </a:r>
            <a:r>
              <a:rPr lang="zh-CN" altLang="en-US" dirty="0">
                <a:solidFill>
                  <a:schemeClr val="bg1">
                    <a:lumMod val="65000"/>
                  </a:schemeClr>
                </a:solidFill>
                <a:sym typeface="+mn-ea"/>
              </a:rPr>
              <a:t>参照药典通则 0831 测定法</a:t>
            </a:r>
            <a:r>
              <a:rPr lang="en-US" altLang="zh-CN" dirty="0">
                <a:solidFill>
                  <a:schemeClr val="bg1">
                    <a:lumMod val="65000"/>
                  </a:schemeClr>
                </a:solidFill>
                <a:sym typeface="+mn-ea"/>
              </a:rPr>
              <a:t>/</a:t>
            </a:r>
            <a:r>
              <a:rPr lang="zh-CN" altLang="en-US" dirty="0">
                <a:solidFill>
                  <a:schemeClr val="bg1">
                    <a:lumMod val="65000"/>
                  </a:schemeClr>
                </a:solidFill>
                <a:sym typeface="+mn-ea"/>
              </a:rPr>
              <a:t> 0832 水分测定法之烘干法</a:t>
            </a:r>
            <a:r>
              <a:rPr lang="en-US">
                <a:solidFill>
                  <a:srgbClr val="000000"/>
                </a:solidFill>
                <a:sym typeface="+mn-ea"/>
              </a:rPr>
              <a:t>；药品无机杂质控制对应C860系列灼烧残渣检测系统，参照通则0841；药包材与制药用水安全对应C840系列蒸发残渣检测系统，参照YBB系列和通则0261。</a:t>
            </a:r>
            <a:endParaRPr lang="en-US" b="0" i="0" u="none" strike="noStrike">
              <a:solidFill>
                <a:srgbClr val="000000"/>
              </a:solidFill>
            </a:endParaRPr>
          </a:p>
          <a:p>
            <a:pPr marL="0" indent="0" algn="l">
              <a:lnSpc>
                <a:spcPct val="100000"/>
              </a:lnSpc>
            </a:pPr>
            <a:r>
              <a:rPr lang="en-US">
                <a:solidFill>
                  <a:srgbClr val="000000"/>
                </a:solidFill>
                <a:sym typeface="+mn-ea"/>
              </a:rPr>
              <a:t>全系列共享同一设计平台：全流程自动化机械手、双仓独立设计、德国进口高精度天平、GMP合规软件，实现从样品处理到数据报告的全流程自动化。</a:t>
            </a:r>
            <a:endParaRPr lang="en-US" b="0" i="0" u="none" strike="noStrike">
              <a:solidFill>
                <a:srgbClr val="000000"/>
              </a:solidFill>
            </a:endParaRPr>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r>
              <a:rPr lang="zh-CN" altLang="en-US">
                <a:sym typeface="+mn-ea"/>
              </a:rPr>
              <a:t>针对行业三大典型检测场景，</a:t>
            </a:r>
            <a:r>
              <a:rPr lang="en-US" altLang="zh-CN">
                <a:sym typeface="+mn-ea"/>
              </a:rPr>
              <a:t>Labthink</a:t>
            </a:r>
            <a:r>
              <a:rPr lang="zh-CN" altLang="en-US">
                <a:sym typeface="+mn-ea"/>
              </a:rPr>
              <a:t>提供三大系列集成式自动化检测系统。</a:t>
            </a:r>
            <a:endParaRPr lang="zh-CN" altLang="en-US"/>
          </a:p>
          <a:p>
            <a:pPr marL="0" indent="0" algn="l">
              <a:lnSpc>
                <a:spcPct val="100000"/>
              </a:lnSpc>
            </a:pPr>
            <a:r>
              <a:rPr lang="en-US">
                <a:solidFill>
                  <a:srgbClr val="000000"/>
                </a:solidFill>
                <a:sym typeface="+mn-ea"/>
              </a:rPr>
              <a:t>药品水分控制对应C870系列集成式干燥失重检测系统，</a:t>
            </a:r>
            <a:r>
              <a:rPr lang="zh-CN" altLang="en-US" dirty="0">
                <a:solidFill>
                  <a:schemeClr val="bg1">
                    <a:lumMod val="65000"/>
                  </a:schemeClr>
                </a:solidFill>
                <a:sym typeface="+mn-ea"/>
              </a:rPr>
              <a:t>参照药典通则 0831 测定法</a:t>
            </a:r>
            <a:r>
              <a:rPr lang="en-US" altLang="zh-CN" dirty="0">
                <a:solidFill>
                  <a:schemeClr val="bg1">
                    <a:lumMod val="65000"/>
                  </a:schemeClr>
                </a:solidFill>
                <a:sym typeface="+mn-ea"/>
              </a:rPr>
              <a:t>/</a:t>
            </a:r>
            <a:r>
              <a:rPr lang="zh-CN" altLang="en-US" dirty="0">
                <a:solidFill>
                  <a:schemeClr val="bg1">
                    <a:lumMod val="65000"/>
                  </a:schemeClr>
                </a:solidFill>
                <a:sym typeface="+mn-ea"/>
              </a:rPr>
              <a:t> 0832 水分测定法之烘干法</a:t>
            </a:r>
            <a:r>
              <a:rPr lang="en-US">
                <a:solidFill>
                  <a:srgbClr val="000000"/>
                </a:solidFill>
                <a:sym typeface="+mn-ea"/>
              </a:rPr>
              <a:t>；药品无机杂质控制对应C860系列灼烧残渣检测系统，参照通则0841；药包材与制药用水安全对应C840系列蒸发残渣检测系统，参照YBB系列和通则0261。</a:t>
            </a:r>
            <a:endParaRPr lang="en-US" b="0" i="0" u="none" strike="noStrike">
              <a:solidFill>
                <a:srgbClr val="000000"/>
              </a:solidFill>
            </a:endParaRPr>
          </a:p>
          <a:p>
            <a:pPr marL="0" indent="0" algn="l">
              <a:lnSpc>
                <a:spcPct val="100000"/>
              </a:lnSpc>
            </a:pPr>
            <a:r>
              <a:rPr lang="en-US">
                <a:solidFill>
                  <a:srgbClr val="000000"/>
                </a:solidFill>
                <a:sym typeface="+mn-ea"/>
              </a:rPr>
              <a:t>全系列共享同一设计平台：全流程自动化机械手、双仓独立设计、德国进口高精度天平、GMP合规软件，实现从样品处理到数据报告的全流程自动化。</a:t>
            </a:r>
            <a:endParaRPr lang="en-US" b="0" i="0" u="none" strike="noStrike">
              <a:solidFill>
                <a:srgbClr val="000000"/>
              </a:solidFill>
            </a:endParaRPr>
          </a:p>
          <a:p>
            <a:endParaRPr lang="zh-CN" altLang="en-US"/>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00000"/>
              </a:lnSpc>
            </a:pPr>
            <a:r>
              <a:rPr lang="en-US">
                <a:solidFill>
                  <a:srgbClr val="000000"/>
                </a:solidFill>
                <a:sym typeface="+mn-ea"/>
              </a:rPr>
              <a:t>六大核心模块协同工作。机械手模块模仿人工自由抓取，实现测试杯在测试仓与称重仓之间的快速转移，规避人工取放的随机误差。</a:t>
            </a:r>
            <a:endParaRPr lang="en-US" b="0" i="0" u="none" strike="noStrike">
              <a:solidFill>
                <a:srgbClr val="000000"/>
              </a:solidFill>
            </a:endParaRPr>
          </a:p>
          <a:p>
            <a:pPr marL="0" indent="0" algn="l">
              <a:lnSpc>
                <a:spcPct val="100000"/>
              </a:lnSpc>
            </a:pPr>
            <a:r>
              <a:rPr lang="en-US">
                <a:solidFill>
                  <a:srgbClr val="000000"/>
                </a:solidFill>
                <a:sym typeface="+mn-ea"/>
              </a:rPr>
              <a:t>温控模块方面，C840/C870系列覆盖室温到130℃，C860系列覆盖室温到800℃，外置液冷内循环降温，真正实现常温称重。</a:t>
            </a:r>
            <a:endParaRPr lang="en-US" b="0" i="0" u="none" strike="noStrike">
              <a:solidFill>
                <a:srgbClr val="000000"/>
              </a:solidFill>
            </a:endParaRPr>
          </a:p>
          <a:p>
            <a:pPr marL="0" indent="0" algn="l">
              <a:lnSpc>
                <a:spcPct val="100000"/>
              </a:lnSpc>
            </a:pPr>
            <a:r>
              <a:rPr lang="en-US">
                <a:solidFill>
                  <a:srgbClr val="000000"/>
                </a:solidFill>
                <a:sym typeface="+mn-ea"/>
              </a:rPr>
              <a:t>称量模块采用德国进口天平，可读性最高0.01mg、重复性正负0.05mg，每次称重前自动内校与去皮。</a:t>
            </a:r>
            <a:endParaRPr lang="en-US" b="0" i="0" u="none" strike="noStrike">
              <a:solidFill>
                <a:srgbClr val="000000"/>
              </a:solidFill>
            </a:endParaRPr>
          </a:p>
          <a:p>
            <a:pPr marL="0" indent="0" algn="l">
              <a:lnSpc>
                <a:spcPct val="100000"/>
              </a:lnSpc>
            </a:pPr>
            <a:r>
              <a:rPr lang="en-US">
                <a:solidFill>
                  <a:srgbClr val="000000"/>
                </a:solidFill>
                <a:sym typeface="+mn-ea"/>
              </a:rPr>
              <a:t>辅助模块包括硫酸定时定量自动加注、氮气循环和高效试剂回收；安全模块提供全密闭零泄漏仓体、自动上排水和多重主动防护。</a:t>
            </a:r>
            <a:endParaRPr lang="en-US" b="0" i="0" u="none" strike="noStrike">
              <a:solidFill>
                <a:srgbClr val="000000"/>
              </a:solidFill>
            </a:endParaRPr>
          </a:p>
          <a:p>
            <a:pPr marL="0" indent="0" algn="l">
              <a:lnSpc>
                <a:spcPct val="100000"/>
              </a:lnSpc>
            </a:pPr>
            <a:r>
              <a:rPr lang="en-US">
                <a:solidFill>
                  <a:srgbClr val="000000"/>
                </a:solidFill>
                <a:sym typeface="+mn-ea"/>
              </a:rPr>
              <a:t>软件模块符合GMP数据可追溯要求，支持多级权限与电子签名，并提供批量工位管理。</a:t>
            </a:r>
            <a:endParaRPr lang="en-US" b="0" i="0" u="none" strike="noStrike">
              <a:solidFill>
                <a:srgbClr val="000000"/>
              </a:solidFill>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473EB8-485C-44F9-A445-D92A3827BBDC}" type="slidenum">
              <a:rPr kumimoji="0" lang="zh-CN" altLang="en-US" sz="1200" b="0" i="0" u="none" strike="noStrike" kern="1200" cap="none" spc="0" normalizeH="0" baseline="0" noProof="0" smtClean="0">
                <a:ln>
                  <a:noFill/>
                </a:ln>
                <a:solidFill>
                  <a:prstClr val="black"/>
                </a:solidFill>
                <a:effectLst/>
                <a:uLnTx/>
                <a:uFillTx/>
                <a:latin typeface="微软雅黑 Light" panose="020B0502040204020203" charset="-122"/>
                <a:ea typeface="微软雅黑 Light" panose="020B0502040204020203" charset="-122"/>
                <a:cs typeface="+mn-cs"/>
              </a:rPr>
            </a:fld>
            <a:endParaRPr kumimoji="0" lang="zh-CN" altLang="en-US" sz="1200" b="0" i="0" u="none" strike="noStrike" kern="1200" cap="none" spc="0" normalizeH="0" baseline="0" noProof="0">
              <a:ln>
                <a:noFill/>
              </a:ln>
              <a:solidFill>
                <a:prstClr val="black"/>
              </a:solidFill>
              <a:effectLst/>
              <a:uLnTx/>
              <a:uFillTx/>
              <a:latin typeface="微软雅黑 Light" panose="020B0502040204020203" charset="-122"/>
              <a:ea typeface="微软雅黑 Light" panose="020B0502040204020203"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C840系列是药包材蒸发残渣与不挥发物检测的自动化</a:t>
            </a:r>
            <a:r>
              <a:rPr lang="zh-CN" altLang="en-US" sz="1400" b="0" i="0" u="none" strike="noStrike">
                <a:solidFill>
                  <a:srgbClr val="000000"/>
                </a:solidFill>
              </a:rPr>
              <a:t>专家</a:t>
            </a:r>
            <a:r>
              <a:rPr lang="en-US" sz="1400" b="0" i="0" u="none" strike="noStrike">
                <a:solidFill>
                  <a:srgbClr val="000000"/>
                </a:solidFill>
              </a:rPr>
              <a:t>，紧贴YBB标准与药典通则0261。</a:t>
            </a:r>
            <a:endParaRPr lang="en-US" sz="1400" b="0" i="0" u="none" strike="noStrike">
              <a:solidFill>
                <a:srgbClr val="000000"/>
              </a:solidFill>
            </a:endParaRPr>
          </a:p>
          <a:p>
            <a:pPr marL="0" indent="0" algn="l">
              <a:lnSpc>
                <a:spcPct val="100000"/>
              </a:lnSpc>
            </a:pPr>
            <a:r>
              <a:rPr lang="en-US">
                <a:solidFill>
                  <a:srgbClr val="000000"/>
                </a:solidFill>
                <a:sym typeface="+mn-ea"/>
              </a:rPr>
              <a:t>合规刚性：YBB标准总迁移量与不挥发物是无条件强制检测项，药包材注册与入库前必须合格，不达标即不可用于药品包装。</a:t>
            </a:r>
            <a:endParaRPr lang="en-US" b="0" i="0" u="none" strike="noStrike">
              <a:solidFill>
                <a:srgbClr val="000000"/>
              </a:solidFill>
            </a:endParaRPr>
          </a:p>
          <a:p>
            <a:pPr marL="0" indent="0" algn="l">
              <a:lnSpc>
                <a:spcPct val="100000"/>
              </a:lnSpc>
            </a:pPr>
            <a:r>
              <a:rPr lang="en-US">
                <a:solidFill>
                  <a:srgbClr val="000000"/>
                </a:solidFill>
                <a:sym typeface="+mn-ea"/>
              </a:rPr>
              <a:t>应用场景覆盖纯化水、注射用水不挥发物，以及药包材、化学试剂。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C840H高配版25工位、0.01mg分辨率、正负0.05mg重复性，</a:t>
            </a:r>
            <a:r>
              <a:rPr lang="en-US" altLang="zh-CN">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83×110×73cm</a:t>
            </a:r>
            <a:r>
              <a:rPr lang="en-US" sz="1400" b="0" i="0" u="none" strike="noStrike">
                <a:solidFill>
                  <a:srgbClr val="000000"/>
                </a:solidFill>
              </a:rPr>
              <a:t>；C840M标准版12工位、0.1mg，</a:t>
            </a:r>
            <a:r>
              <a:rPr lang="en-US">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63×105×73cm</a:t>
            </a:r>
            <a:r>
              <a:rPr lang="en-US" sz="1400" b="0" i="0" u="none" strike="noStrike">
                <a:solidFill>
                  <a:srgbClr val="000000"/>
                </a:solidFill>
              </a:rPr>
              <a:t>。</a:t>
            </a:r>
            <a:endParaRPr lang="en-US" sz="1400" b="0" i="0" u="none" strike="noStrike">
              <a:solidFill>
                <a:srgbClr val="000000"/>
              </a:solidFill>
            </a:endParaRPr>
          </a:p>
          <a:p>
            <a:pPr indent="0" algn="l">
              <a:lnSpc>
                <a:spcPct val="150000"/>
              </a:lnSpc>
              <a:buFont typeface="Wingdings" panose="05000000000000000000" charset="0"/>
              <a:buNone/>
              <a:defRPr/>
            </a:pPr>
            <a:r>
              <a:rPr lang="en-US">
                <a:solidFill>
                  <a:srgbClr val="000000"/>
                </a:solidFill>
                <a:sym typeface="+mn-ea"/>
              </a:rPr>
              <a:t>独有技术点</a:t>
            </a:r>
            <a:r>
              <a:rPr lang="zh-CN" altLang="en-US">
                <a:solidFill>
                  <a:srgbClr val="000000"/>
                </a:solidFill>
                <a:sym typeface="+mn-ea"/>
              </a:rPr>
              <a:t>：</a:t>
            </a:r>
            <a:r>
              <a:rPr lang="zh-CN" altLang="en-US">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全密闭水浴锅（0泄漏）自动进出仓、自动关盖；氮气循环+独立电控，危险气体测试更安全；液冷快速降温实现常温称重；蒸发仓微负压设计使蒸气全部排出、仓室充氮减缓反应，多品种同时检测避免相互干扰</a:t>
            </a:r>
            <a:endParaRPr lang="zh-CN" altLang="en-US"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p>
            <a:pPr marL="0" indent="0" algn="l">
              <a:lnSpc>
                <a:spcPct val="100000"/>
              </a:lnSpc>
            </a:pP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C860</a:t>
            </a:r>
            <a:r>
              <a:rPr lang="zh-CN" altLang="en-US" sz="1400" b="0" i="0" u="none" strike="noStrike">
                <a:solidFill>
                  <a:srgbClr val="000000"/>
                </a:solidFill>
              </a:rPr>
              <a:t>系列是药品炽灼残渣与灰分检测的自动化专家，紧贴2025版药典通则0841，其中新增的第二法硫酸灰分法是自动加酸的刚性需求来源。</a:t>
            </a:r>
            <a:endParaRPr lang="zh-CN" altLang="en-US" sz="1400" b="0" i="0" u="none" strike="noStrike">
              <a:solidFill>
                <a:srgbClr val="000000"/>
              </a:solidFill>
            </a:endParaRPr>
          </a:p>
          <a:p>
            <a:pPr marL="0" indent="0" algn="l">
              <a:lnSpc>
                <a:spcPct val="100000"/>
              </a:lnSpc>
            </a:pPr>
            <a:r>
              <a:rPr lang="zh-CN" altLang="en-US">
                <a:solidFill>
                  <a:srgbClr val="000000"/>
                </a:solidFill>
                <a:sym typeface="+mn-ea"/>
              </a:rPr>
              <a:t>适用对象包括</a:t>
            </a:r>
            <a:r>
              <a:rPr lang="zh-CN" altLang="en-US" sz="1400" b="0" i="0" u="none" strike="noStrike">
                <a:solidFill>
                  <a:srgbClr val="000000"/>
                </a:solidFill>
              </a:rPr>
              <a:t>有机药物（化学合成药、天然药物提取物）、药用辅料（淀粉、乳糖、硬脂酸镁、聚乙二醇）、中药材及饮片（灰分控制）</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C860H</a:t>
            </a:r>
            <a:r>
              <a:rPr lang="zh-CN" altLang="en-US" sz="1400" b="0" i="0" u="none" strike="noStrike">
                <a:solidFill>
                  <a:srgbClr val="000000"/>
                </a:solidFill>
              </a:rPr>
              <a:t>高配版36工位、0.01mg分辨率、12.1英寸触控屏，主机尺寸115乘125乘78厘米；</a:t>
            </a:r>
            <a:r>
              <a:rPr lang="en-US" altLang="zh-CN" sz="1400" b="0" i="0" u="none" strike="noStrike">
                <a:solidFill>
                  <a:srgbClr val="000000"/>
                </a:solidFill>
              </a:rPr>
              <a:t>C860M</a:t>
            </a:r>
            <a:r>
              <a:rPr lang="zh-CN" altLang="en-US" sz="1400" b="0" i="0" u="none" strike="noStrike">
                <a:solidFill>
                  <a:srgbClr val="000000"/>
                </a:solidFill>
              </a:rPr>
              <a:t>标准版16工位、0.1mg、10.1英寸屏。</a:t>
            </a:r>
            <a:endParaRPr lang="zh-CN" altLang="en-US" sz="1400" b="0" i="0" u="none" strike="noStrike">
              <a:solidFill>
                <a:srgbClr val="000000"/>
              </a:solidFill>
            </a:endParaRPr>
          </a:p>
          <a:p>
            <a:pPr indent="0" algn="l">
              <a:lnSpc>
                <a:spcPct val="150000"/>
              </a:lnSpc>
              <a:buFont typeface="Wingdings" panose="05000000000000000000" charset="0"/>
              <a:buNone/>
              <a:defRPr/>
            </a:pPr>
            <a:r>
              <a:rPr lang="en-US">
                <a:solidFill>
                  <a:srgbClr val="000000"/>
                </a:solidFill>
                <a:sym typeface="+mn-ea"/>
              </a:rPr>
              <a:t>独有技术点</a:t>
            </a:r>
            <a:r>
              <a:rPr lang="zh-CN" altLang="en-US">
                <a:solidFill>
                  <a:srgbClr val="000000"/>
                </a:solidFill>
                <a:sym typeface="+mn-ea"/>
              </a:rPr>
              <a:t>：</a:t>
            </a:r>
            <a:r>
              <a:rPr lang="zh-CN" altLang="en-US">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三机集成（马弗炉＋干燥器＋天平）一体化设计；硫酸定时定量自动加注（选配），杜绝人工加酸风险；支持程序配置执行2025药典0841新要求：第二法硫酸灰分法</a:t>
            </a:r>
            <a:endParaRPr lang="zh-CN" altLang="en-US">
              <a:solidFill>
                <a:srgbClr val="3A4149"/>
              </a:solidFill>
              <a:latin typeface="微软雅黑 Light" panose="020B0502040204020203" charset="-122"/>
              <a:ea typeface="微软雅黑 Light" panose="020B0502040204020203" charset="-122"/>
              <a:cs typeface="微软雅黑 Light" panose="020B0502040204020203" charset="-122"/>
            </a:endParaRPr>
          </a:p>
          <a:p>
            <a:pPr indent="0" algn="l">
              <a:lnSpc>
                <a:spcPct val="150000"/>
              </a:lnSpc>
              <a:buClrTx/>
              <a:buSzTx/>
              <a:buFont typeface="Wingdings" panose="05000000000000000000" charset="0"/>
              <a:buNone/>
              <a:defRPr/>
            </a:pPr>
            <a:r>
              <a:rPr lang="zh-CN" altLang="en-US">
                <a:solidFill>
                  <a:srgbClr val="3A4149"/>
                </a:solidFill>
                <a:latin typeface="微软雅黑 Light" panose="020B0502040204020203" charset="-122"/>
                <a:ea typeface="微软雅黑 Light" panose="020B0502040204020203" charset="-122"/>
                <a:cs typeface="微软雅黑 Light" panose="020B0502040204020203" charset="-122"/>
              </a:rPr>
              <a:t>标准符合：满足</a:t>
            </a:r>
            <a:r>
              <a:rPr lang="en-US" altLang="zh-CN">
                <a:solidFill>
                  <a:srgbClr val="3A4149"/>
                </a:solidFill>
                <a:latin typeface="微软雅黑 Light" panose="020B0502040204020203" charset="-122"/>
                <a:ea typeface="微软雅黑 Light" panose="020B0502040204020203" charset="-122"/>
                <a:cs typeface="微软雅黑 Light" panose="020B0502040204020203" charset="-122"/>
              </a:rPr>
              <a:t>USP、EP、BP、ChP</a:t>
            </a:r>
            <a:r>
              <a:rPr lang="zh-CN" altLang="en-US">
                <a:solidFill>
                  <a:srgbClr val="3A4149"/>
                </a:solidFill>
                <a:latin typeface="微软雅黑 Light" panose="020B0502040204020203" charset="-122"/>
                <a:ea typeface="微软雅黑 Light" panose="020B0502040204020203" charset="-122"/>
                <a:cs typeface="微软雅黑 Light" panose="020B0502040204020203" charset="-122"/>
              </a:rPr>
              <a:t>多国药典；适配2025版药典0841新要求（新增第二法硫酸灰分法、恒重判定＜0.3</a:t>
            </a:r>
            <a:r>
              <a:rPr lang="en-US" altLang="zh-CN">
                <a:solidFill>
                  <a:srgbClr val="3A4149"/>
                </a:solidFill>
                <a:latin typeface="微软雅黑 Light" panose="020B0502040204020203" charset="-122"/>
                <a:ea typeface="微软雅黑 Light" panose="020B0502040204020203" charset="-122"/>
                <a:cs typeface="微软雅黑 Light" panose="020B0502040204020203" charset="-122"/>
              </a:rPr>
              <a:t>mg</a:t>
            </a:r>
            <a:r>
              <a:rPr lang="zh-CN" altLang="en-US">
                <a:solidFill>
                  <a:srgbClr val="3A4149"/>
                </a:solidFill>
                <a:latin typeface="微软雅黑 Light" panose="020B0502040204020203" charset="-122"/>
                <a:ea typeface="微软雅黑 Light" panose="020B0502040204020203" charset="-122"/>
                <a:cs typeface="微软雅黑 Light" panose="020B0502040204020203" charset="-122"/>
              </a:rPr>
              <a:t>严于欧美0.5</a:t>
            </a:r>
            <a:r>
              <a:rPr lang="en-US" altLang="zh-CN">
                <a:solidFill>
                  <a:srgbClr val="3A4149"/>
                </a:solidFill>
                <a:latin typeface="微软雅黑 Light" panose="020B0502040204020203" charset="-122"/>
                <a:ea typeface="微软雅黑 Light" panose="020B0502040204020203" charset="-122"/>
                <a:cs typeface="微软雅黑 Light" panose="020B0502040204020203" charset="-122"/>
              </a:rPr>
              <a:t>mg）</a:t>
            </a:r>
            <a:endParaRPr lang="en-US" altLang="zh-CN">
              <a:solidFill>
                <a:srgbClr val="3A4149"/>
              </a:solidFill>
              <a:latin typeface="微软雅黑 Light" panose="020B0502040204020203" charset="-122"/>
              <a:ea typeface="微软雅黑 Light" panose="020B0502040204020203" charset="-122"/>
              <a:cs typeface="微软雅黑 Light" panose="020B0502040204020203"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solidFill>
                  <a:srgbClr val="000000"/>
                </a:solidFill>
                <a:sym typeface="+mn-ea"/>
              </a:rPr>
              <a:t>C870系列是药品水分与干燥失重检测的自动化专家，对应药典通则0831和0832，是制药质控的关键环节。</a:t>
            </a:r>
            <a:endParaRPr lang="en-US">
              <a:solidFill>
                <a:srgbClr val="000000"/>
              </a:solidFill>
              <a:sym typeface="+mn-ea"/>
            </a:endParaRPr>
          </a:p>
          <a:p>
            <a:pPr marL="0" indent="0" algn="l">
              <a:lnSpc>
                <a:spcPct val="100000"/>
              </a:lnSpc>
            </a:pPr>
            <a:r>
              <a:rPr lang="en-US">
                <a:solidFill>
                  <a:srgbClr val="000000"/>
                </a:solidFill>
                <a:sym typeface="+mn-ea"/>
              </a:rPr>
              <a:t>应用覆盖包括原料药、辅料、中药粉末 各类药品的干燥失重与水分测定。</a:t>
            </a:r>
            <a:endParaRPr lang="en-US" b="0" i="0" u="none" strike="noStrike">
              <a:solidFill>
                <a:srgbClr val="000000"/>
              </a:solidFill>
            </a:endParaRPr>
          </a:p>
          <a:p>
            <a:pPr marL="0" indent="0" algn="l">
              <a:lnSpc>
                <a:spcPct val="100000"/>
              </a:lnSpc>
            </a:pPr>
            <a:r>
              <a:rPr lang="en-US">
                <a:solidFill>
                  <a:srgbClr val="000000"/>
                </a:solidFill>
                <a:sym typeface="+mn-ea"/>
              </a:rPr>
              <a:t>双版本可选：C870H高配版36工位、分辨率0.01mg、重复性正负0.05mg、12.1英寸触控屏；C870M标准版12工位、0.1mg分辨率，0.01mg天平可选配，10.1英寸触控屏，紧凑机身。</a:t>
            </a:r>
            <a:endParaRPr lang="en-US" b="0" i="0" u="none" strike="noStrike">
              <a:solidFill>
                <a:srgbClr val="000000"/>
              </a:solidFill>
            </a:endParaRPr>
          </a:p>
          <a:p>
            <a:pPr marL="0" indent="0" algn="l">
              <a:lnSpc>
                <a:spcPct val="100000"/>
              </a:lnSpc>
            </a:pPr>
            <a:r>
              <a:rPr lang="en-US">
                <a:solidFill>
                  <a:srgbClr val="000000"/>
                </a:solidFill>
                <a:sym typeface="+mn-ea"/>
              </a:rPr>
              <a:t>独有技术点包括测试杯盖自动开合避免水分回吸争议、正反向旋转操控提升装杯效率、称量温度自动调整实现常温称重。</a:t>
            </a:r>
            <a:endParaRPr lang="en-US" b="0" i="0" u="none" strike="noStrike">
              <a:solidFill>
                <a:srgbClr val="000000"/>
              </a:solidFill>
            </a:endParaRPr>
          </a:p>
          <a:p>
            <a:pPr marL="0" indent="0" algn="l">
              <a:lnSpc>
                <a:spcPct val="100000"/>
              </a:lnSpc>
            </a:pPr>
            <a:r>
              <a:rPr lang="en-US">
                <a:solidFill>
                  <a:srgbClr val="000000"/>
                </a:solidFill>
                <a:sym typeface="+mn-ea"/>
              </a:rPr>
              <a:t>一句话卖点：C870H 36杯同测、过夜无人值守，第二天直接取报告。</a:t>
            </a:r>
            <a:endParaRPr lang="en-US" altLang="zh-CN">
              <a:solidFill>
                <a:srgbClr val="3A4149"/>
              </a:solidFill>
              <a:latin typeface="微软雅黑 Light" panose="020B0502040204020203" charset="-122"/>
              <a:ea typeface="微软雅黑 Light" panose="020B0502040204020203" charset="-122"/>
              <a:cs typeface="微软雅黑 Light" panose="020B0502040204020203"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r>
              <a:rPr lang="en-US" altLang="en-US"/>
              <a:t></a:t>
            </a:r>
            <a:r>
              <a:rPr lang="zh-CN" altLang="en-US"/>
              <a:t>为什么值得选</a:t>
            </a:r>
            <a:r>
              <a:rPr lang="en-US" altLang="zh-CN"/>
              <a:t>Labthink？</a:t>
            </a:r>
            <a:r>
              <a:rPr lang="zh-CN" altLang="en-US"/>
              <a:t>全系列产品的四大共性特点：</a:t>
            </a:r>
            <a:endParaRPr lang="zh-CN" altLang="en-US"/>
          </a:p>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r>
              <a:rPr lang="en-US" altLang="en-US"/>
              <a:t></a:t>
            </a:r>
            <a:r>
              <a:rPr lang="zh-CN" altLang="en-US"/>
              <a:t>机器代人全流程自动化：从空杯恒重、加样、干燥/灼烧/蒸发到称重与报告生成全程无人值守，一人可管理多台设备；</a:t>
            </a:r>
            <a:endParaRPr lang="zh-CN" altLang="en-US"/>
          </a:p>
          <a:p>
            <a:r>
              <a:rPr lang="en-US" altLang="en-US"/>
              <a:t></a:t>
            </a:r>
            <a:r>
              <a:rPr lang="zh-CN" altLang="en-US"/>
              <a:t>批量连续处理：单次最多36工位（</a:t>
            </a:r>
            <a:r>
              <a:rPr lang="en-US" altLang="zh-CN"/>
              <a:t>C870H/C860H</a:t>
            </a:r>
            <a:r>
              <a:rPr lang="zh-CN" altLang="en-US"/>
              <a:t>为36工位、</a:t>
            </a:r>
            <a:r>
              <a:rPr lang="en-US" altLang="zh-CN"/>
              <a:t>C840H</a:t>
            </a:r>
            <a:r>
              <a:rPr lang="zh-CN" altLang="en-US"/>
              <a:t>为25工位），</a:t>
            </a:r>
            <a:r>
              <a:rPr lang="en-US" altLang="zh-CN"/>
              <a:t>overnight</a:t>
            </a:r>
            <a:r>
              <a:rPr lang="zh-CN" altLang="en-US"/>
              <a:t>无人值守运行，第二天上班直接取报告；</a:t>
            </a:r>
            <a:endParaRPr lang="zh-CN" altLang="en-US"/>
          </a:p>
          <a:p>
            <a:r>
              <a:rPr lang="en-US" altLang="en-US"/>
              <a:t></a:t>
            </a:r>
            <a:r>
              <a:rPr lang="zh-CN" altLang="en-US"/>
              <a:t>显著提速：典型应用案例中，单样品耗时由2小时缩短至30分钟，检测效率提升400%，人力投入减少50%；</a:t>
            </a:r>
            <a:endParaRPr lang="zh-CN" altLang="en-US"/>
          </a:p>
          <a:p>
            <a:r>
              <a:rPr lang="en-US" altLang="en-US"/>
              <a:t></a:t>
            </a:r>
            <a:r>
              <a:rPr lang="zh-CN" altLang="en-US"/>
              <a:t>缩短放行周期：批量自动化直接压缩批检时间，适配一致性评价与集采背景下的大批量、快检需求；</a:t>
            </a:r>
            <a:endParaRPr lang="zh-CN" altLang="en-US"/>
          </a:p>
          <a:p>
            <a:r>
              <a:rPr lang="en-US" altLang="en-US"/>
              <a:t></a:t>
            </a:r>
            <a:r>
              <a:rPr lang="zh-CN" altLang="en-US"/>
              <a:t>降低综合成本：减少人力投入与培训费用，标准化自动操作消除人为误差，降低复测与返工成本。</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r>
              <a:rPr lang="en-US" altLang="en-US"/>
              <a:t></a:t>
            </a:r>
            <a:r>
              <a:rPr lang="zh-CN" altLang="en-US"/>
              <a:t>高温防护：机械手自动取放，人员无需接触700-800℃灼烧部件；独立双仓隔离高温与湿气；</a:t>
            </a:r>
            <a:endParaRPr lang="zh-CN" altLang="en-US"/>
          </a:p>
          <a:p>
            <a:r>
              <a:rPr lang="en-US" altLang="en-US"/>
              <a:t></a:t>
            </a:r>
            <a:r>
              <a:rPr lang="zh-CN" altLang="en-US"/>
              <a:t>化学品防护：硫酸自动加注模块（可视保护罩+安全锁+独立电源）；全密闭0泄漏水浴锅/试验仓避免有害气体外溢；</a:t>
            </a:r>
            <a:endParaRPr lang="zh-CN" altLang="en-US"/>
          </a:p>
          <a:p>
            <a:r>
              <a:rPr lang="en-US" altLang="en-US"/>
              <a:t></a:t>
            </a:r>
            <a:r>
              <a:rPr lang="zh-CN" altLang="en-US"/>
              <a:t>过程防护：液冷模块独立内循环（无需外接水源）；水浴锅自动上排水与液位检测；分立电控系统隔离风险；多传感器+声光智能提醒；</a:t>
            </a:r>
            <a:endParaRPr lang="zh-CN" altLang="en-US"/>
          </a:p>
          <a:p>
            <a:r>
              <a:rPr lang="en-US" altLang="en-US"/>
              <a:t></a:t>
            </a:r>
            <a:r>
              <a:rPr lang="zh-CN" altLang="en-US"/>
              <a:t>人机工程：平衡抽屉式进出仓，人工放杯加样平稳防洒落；12.1/10.1英寸医疗级触控屏，适应实验室各类操作环境；</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pPr marL="0" indent="0" algn="l">
              <a:lnSpc>
                <a:spcPct val="100000"/>
              </a:lnSpc>
            </a:pPr>
            <a:r>
              <a:rPr lang="en-US">
                <a:solidFill>
                  <a:srgbClr val="000000"/>
                </a:solidFill>
                <a:sym typeface="+mn-ea"/>
              </a:rPr>
              <a:t>场景三针对药包材企业不挥发物检测。华东某综合制药企业 使用C840H与C860H。</a:t>
            </a:r>
            <a:endParaRPr lang="en-US" b="0" i="0" u="none" strike="noStrike">
              <a:solidFill>
                <a:srgbClr val="000000"/>
              </a:solidFill>
            </a:endParaRPr>
          </a:p>
          <a:p>
            <a:pPr marL="0" indent="0" algn="l">
              <a:lnSpc>
                <a:spcPct val="100000"/>
              </a:lnSpc>
            </a:pPr>
            <a:r>
              <a:rPr lang="en-US">
                <a:solidFill>
                  <a:srgbClr val="000000"/>
                </a:solidFill>
                <a:sym typeface="+mn-ea"/>
              </a:rPr>
              <a:t>以PVC固体药用硬片为例，三种介质浸泡后检测不挥发物：水与65%乙醇在70度水浴2小时，正己烷在58度水浴2小时。</a:t>
            </a:r>
            <a:endParaRPr lang="en-US" b="0" i="0" u="none" strike="noStrike">
              <a:solidFill>
                <a:srgbClr val="000000"/>
              </a:solidFill>
            </a:endParaRPr>
          </a:p>
          <a:p>
            <a:pPr marL="0" indent="0" algn="l">
              <a:lnSpc>
                <a:spcPct val="100000"/>
              </a:lnSpc>
            </a:pPr>
            <a:r>
              <a:rPr lang="en-US">
                <a:solidFill>
                  <a:srgbClr val="000000"/>
                </a:solidFill>
                <a:sym typeface="+mn-ea"/>
              </a:rPr>
              <a:t>三种介质的不挥发物结果均远低于YBB限值30.0mg每100毫升。</a:t>
            </a:r>
            <a:endParaRPr lang="en-US" b="0" i="0" u="none" strike="noStrike">
              <a:solidFill>
                <a:srgbClr val="000000"/>
              </a:solidFill>
            </a:endParaRPr>
          </a:p>
          <a:p>
            <a:pPr marL="0" indent="0" algn="l">
              <a:lnSpc>
                <a:spcPct val="100000"/>
              </a:lnSpc>
            </a:pPr>
            <a:r>
              <a:rPr lang="en-US">
                <a:solidFill>
                  <a:srgbClr val="000000"/>
                </a:solidFill>
                <a:sym typeface="+mn-ea"/>
              </a:rPr>
              <a:t>强调法规刚性：YBB总迁移量与不挥发物是无条件强制检测项，结果远低于限值为包材注册、上市放行提供充分证据，也满足出口合规要求。</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pPr marL="0" indent="0" algn="l">
              <a:lnSpc>
                <a:spcPct val="100000"/>
              </a:lnSpc>
            </a:pPr>
            <a:r>
              <a:rPr lang="en-US">
                <a:solidFill>
                  <a:srgbClr val="000000"/>
                </a:solidFill>
                <a:sym typeface="+mn-ea"/>
              </a:rPr>
              <a:t>场景三针对药包材企业不挥发物检测。华东某综合制药企业 使用C840H与C860H。</a:t>
            </a:r>
            <a:endParaRPr lang="en-US" b="0" i="0" u="none" strike="noStrike">
              <a:solidFill>
                <a:srgbClr val="000000"/>
              </a:solidFill>
            </a:endParaRPr>
          </a:p>
          <a:p>
            <a:pPr marL="0" indent="0" algn="l">
              <a:lnSpc>
                <a:spcPct val="100000"/>
              </a:lnSpc>
            </a:pPr>
            <a:r>
              <a:rPr lang="en-US">
                <a:solidFill>
                  <a:srgbClr val="000000"/>
                </a:solidFill>
                <a:sym typeface="+mn-ea"/>
              </a:rPr>
              <a:t>以PVC固体药用硬片为例，三种介质浸泡后检测不挥发物：水与65%乙醇在70度水浴2小时，正己烷在58度水浴2小时。</a:t>
            </a:r>
            <a:endParaRPr lang="en-US" b="0" i="0" u="none" strike="noStrike">
              <a:solidFill>
                <a:srgbClr val="000000"/>
              </a:solidFill>
            </a:endParaRPr>
          </a:p>
          <a:p>
            <a:pPr marL="0" indent="0" algn="l">
              <a:lnSpc>
                <a:spcPct val="100000"/>
              </a:lnSpc>
            </a:pPr>
            <a:r>
              <a:rPr lang="en-US">
                <a:solidFill>
                  <a:srgbClr val="000000"/>
                </a:solidFill>
                <a:sym typeface="+mn-ea"/>
              </a:rPr>
              <a:t>三种介质的不挥发物结果均远低于YBB限值30.0mg每100毫升。</a:t>
            </a:r>
            <a:endParaRPr lang="en-US" b="0" i="0" u="none" strike="noStrike">
              <a:solidFill>
                <a:srgbClr val="000000"/>
              </a:solidFill>
            </a:endParaRPr>
          </a:p>
          <a:p>
            <a:pPr marL="0" indent="0" algn="l">
              <a:lnSpc>
                <a:spcPct val="100000"/>
              </a:lnSpc>
            </a:pPr>
            <a:r>
              <a:rPr lang="en-US">
                <a:solidFill>
                  <a:srgbClr val="000000"/>
                </a:solidFill>
                <a:sym typeface="+mn-ea"/>
              </a:rPr>
              <a:t>强调法规刚性：YBB总迁移量与不挥发物是无条件强制检测项，结果远低于限值为包材注册、上市放行提供充分证据，也满足出口合规要求。</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pPr marL="0" indent="0" algn="l">
              <a:lnSpc>
                <a:spcPct val="100000"/>
              </a:lnSpc>
            </a:pPr>
            <a:r>
              <a:rPr lang="en-US">
                <a:solidFill>
                  <a:srgbClr val="000000"/>
                </a:solidFill>
                <a:sym typeface="+mn-ea"/>
              </a:rPr>
              <a:t>场景三针对药包材企业不挥发物检测。华东某综合制药企业 使用C840H与C860H。</a:t>
            </a:r>
            <a:endParaRPr lang="en-US" b="0" i="0" u="none" strike="noStrike">
              <a:solidFill>
                <a:srgbClr val="000000"/>
              </a:solidFill>
            </a:endParaRPr>
          </a:p>
          <a:p>
            <a:pPr marL="0" indent="0" algn="l">
              <a:lnSpc>
                <a:spcPct val="100000"/>
              </a:lnSpc>
            </a:pPr>
            <a:r>
              <a:rPr lang="en-US">
                <a:solidFill>
                  <a:srgbClr val="000000"/>
                </a:solidFill>
                <a:sym typeface="+mn-ea"/>
              </a:rPr>
              <a:t>以PVC固体药用硬片为例，三种介质浸泡后检测不挥发物：水与65%乙醇在70度水浴2小时，正己烷在58度水浴2小时。</a:t>
            </a:r>
            <a:endParaRPr lang="en-US" b="0" i="0" u="none" strike="noStrike">
              <a:solidFill>
                <a:srgbClr val="000000"/>
              </a:solidFill>
            </a:endParaRPr>
          </a:p>
          <a:p>
            <a:pPr marL="0" indent="0" algn="l">
              <a:lnSpc>
                <a:spcPct val="100000"/>
              </a:lnSpc>
            </a:pPr>
            <a:r>
              <a:rPr lang="en-US">
                <a:solidFill>
                  <a:srgbClr val="000000"/>
                </a:solidFill>
                <a:sym typeface="+mn-ea"/>
              </a:rPr>
              <a:t>三种介质的不挥发物结果均远低于YBB限值30.0mg每100毫升。</a:t>
            </a:r>
            <a:endParaRPr lang="en-US" b="0" i="0" u="none" strike="noStrike">
              <a:solidFill>
                <a:srgbClr val="000000"/>
              </a:solidFill>
            </a:endParaRPr>
          </a:p>
          <a:p>
            <a:pPr marL="0" indent="0" algn="l">
              <a:lnSpc>
                <a:spcPct val="100000"/>
              </a:lnSpc>
            </a:pPr>
            <a:r>
              <a:rPr lang="en-US">
                <a:solidFill>
                  <a:srgbClr val="000000"/>
                </a:solidFill>
                <a:sym typeface="+mn-ea"/>
              </a:rPr>
              <a:t>强调法规刚性：YBB总迁移量与不挥发物是无条件强制检测项，结果远低于限值为包材注册、上市放行提供充分证据，也满足出口合规要求。</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jpeg"/><Relationship Id="rId2" Type="http://schemas.openxmlformats.org/officeDocument/2006/relationships/tags" Target="../tags/tag1.xml"/><Relationship Id="rId10" Type="http://schemas.openxmlformats.org/officeDocument/2006/relationships/tags" Target="../tags/tag8.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
        <p:nvSpPr>
          <p:cNvPr id="2" name="标题占位符 1"/>
          <p:cNvSpPr txBox="1">
            <a:spLocks noGrp="1"/>
          </p:cNvSpPr>
          <p:nvPr>
            <p:ph type="title"/>
          </p:nvPr>
        </p:nvSpPr>
        <p:spPr>
          <a:xfrm>
            <a:off x="345440" y="259715"/>
            <a:ext cx="11403330" cy="461010"/>
          </a:xfrm>
          <a:prstGeom prst="rect">
            <a:avLst/>
          </a:prstGeom>
          <a:noFill/>
        </p:spPr>
        <p:txBody>
          <a:bodyPr vert="horz" wrap="none" lIns="91440" tIns="45720" rIns="91440" bIns="45720" rtlCol="0" anchor="t">
            <a:noAutofit/>
          </a:bodyPr>
          <a:lstStyle>
            <a:lvl1pPr marL="0" marR="0" lvl="0" algn="l" defTabSz="914400" rtl="0" eaLnBrk="1" fontAlgn="auto" latinLnBrk="0" hangingPunct="1">
              <a:lnSpc>
                <a:spcPct val="100000"/>
              </a:lnSpc>
              <a:spcBef>
                <a:spcPts val="0"/>
              </a:spcBef>
              <a:spcAft>
                <a:spcPts val="0"/>
              </a:spcAft>
              <a:buClrTx/>
              <a:buSzTx/>
              <a:buFontTx/>
              <a:buNone/>
              <a:defRPr sz="2400">
                <a:latin typeface="微软雅黑" panose="020B0503020204020204" charset="-122"/>
                <a:ea typeface="微软雅黑" panose="020B0503020204020204" charset="-122"/>
              </a:defRPr>
            </a:lvl1pPr>
          </a:lstStyle>
          <a:p>
            <a:pPr lvl="0"/>
            <a:r>
              <a:rPr>
                <a:sym typeface="+mn-ea"/>
              </a:rPr>
              <a:t>单击此处编辑母版标题样式</a:t>
            </a:r>
            <a:endParaRPr>
              <a:sym typeface="+mn-ea"/>
            </a:endParaRPr>
          </a:p>
        </p:txBody>
      </p:sp>
      <p:sp>
        <p:nvSpPr>
          <p:cNvPr id="45" name="矩形 44"/>
          <p:cNvSpPr/>
          <p:nvPr userDrawn="1"/>
        </p:nvSpPr>
        <p:spPr>
          <a:xfrm>
            <a:off x="451485" y="981075"/>
            <a:ext cx="11297285" cy="5543550"/>
          </a:xfrm>
          <a:prstGeom prst="rect">
            <a:avLst/>
          </a:prstGeom>
          <a:solidFill>
            <a:schemeClr val="bg1">
              <a:lumMod val="9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cxnSp>
        <p:nvCxnSpPr>
          <p:cNvPr id="4" name="直接连接符 3"/>
          <p:cNvCxnSpPr/>
          <p:nvPr userDrawn="1"/>
        </p:nvCxnSpPr>
        <p:spPr>
          <a:xfrm>
            <a:off x="442914" y="720752"/>
            <a:ext cx="11306174" cy="0"/>
          </a:xfrm>
          <a:prstGeom prst="line">
            <a:avLst/>
          </a:prstGeom>
          <a:ln w="15875">
            <a:solidFill>
              <a:srgbClr val="FFC20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1_DEFAULT">
    <p:bg>
      <p:bgRef idx="1001">
        <a:schemeClr val="bg1"/>
      </p:bgRef>
    </p:bg>
    <p:spTree>
      <p:nvGrpSpPr>
        <p:cNvPr id="1" name=""/>
        <p:cNvGrpSpPr/>
        <p:nvPr/>
      </p:nvGrpSpPr>
      <p:grpSpPr>
        <a:xfrm>
          <a:off x="0" y="0"/>
          <a:ext cx="0" cy="0"/>
          <a:chOff x="0" y="0"/>
          <a:chExt cx="0" cy="0"/>
        </a:xfrm>
      </p:grpSpPr>
      <p:sp>
        <p:nvSpPr>
          <p:cNvPr id="2" name="标题占位符 1"/>
          <p:cNvSpPr txBox="1">
            <a:spLocks noGrp="1"/>
          </p:cNvSpPr>
          <p:nvPr>
            <p:ph type="title"/>
          </p:nvPr>
        </p:nvSpPr>
        <p:spPr>
          <a:xfrm>
            <a:off x="345440" y="259715"/>
            <a:ext cx="11403330" cy="461010"/>
          </a:xfrm>
          <a:prstGeom prst="rect">
            <a:avLst/>
          </a:prstGeom>
          <a:noFill/>
        </p:spPr>
        <p:txBody>
          <a:bodyPr vert="horz" wrap="none" lIns="91440" tIns="45720" rIns="91440" bIns="45720" rtlCol="0" anchor="t">
            <a:noAutofit/>
          </a:bodyPr>
          <a:lstStyle>
            <a:lvl1pPr marL="0" marR="0" lvl="0" algn="l" defTabSz="914400" rtl="0" eaLnBrk="1" fontAlgn="auto" latinLnBrk="0" hangingPunct="1">
              <a:lnSpc>
                <a:spcPct val="100000"/>
              </a:lnSpc>
              <a:spcBef>
                <a:spcPts val="0"/>
              </a:spcBef>
              <a:spcAft>
                <a:spcPts val="0"/>
              </a:spcAft>
              <a:buClrTx/>
              <a:buSzTx/>
              <a:buFontTx/>
              <a:buNone/>
              <a:defRPr sz="2400">
                <a:latin typeface="微软雅黑" panose="020B0503020204020204" charset="-122"/>
                <a:ea typeface="微软雅黑" panose="020B0503020204020204" charset="-122"/>
              </a:defRPr>
            </a:lvl1pPr>
          </a:lstStyle>
          <a:p>
            <a:pPr lvl="0"/>
            <a:r>
              <a:rPr>
                <a:sym typeface="+mn-ea"/>
              </a:rPr>
              <a:t>单击此处编辑母版标题样式</a:t>
            </a:r>
            <a:endParaRPr>
              <a:sym typeface="+mn-ea"/>
            </a:endParaRPr>
          </a:p>
        </p:txBody>
      </p:sp>
      <p:cxnSp>
        <p:nvCxnSpPr>
          <p:cNvPr id="4" name="直接连接符 3"/>
          <p:cNvCxnSpPr/>
          <p:nvPr userDrawn="1"/>
        </p:nvCxnSpPr>
        <p:spPr>
          <a:xfrm>
            <a:off x="442914" y="720752"/>
            <a:ext cx="11306174" cy="0"/>
          </a:xfrm>
          <a:prstGeom prst="line">
            <a:avLst/>
          </a:prstGeom>
          <a:ln w="15875">
            <a:solidFill>
              <a:srgbClr val="FFC20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pic>
        <p:nvPicPr>
          <p:cNvPr id="15" name="图片 14" descr="背景图案&#10;&#10;描述已自动生成"/>
          <p:cNvPicPr>
            <a:picLocks noChangeAspect="1"/>
          </p:cNvPicPr>
          <p:nvPr userDrawn="1">
            <p:custDataLst>
              <p:tags r:id="rId2"/>
            </p:custDataLst>
          </p:nvPr>
        </p:nvPicPr>
        <p:blipFill>
          <a:blip r:embed="rId3">
            <a:lum bright="6000"/>
          </a:blip>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effectLst>
            <a:outerShdw blurRad="50800" dist="50800" dir="5400000" sx="1000" sy="1000" algn="ctr" rotWithShape="0">
              <a:srgbClr val="000000">
                <a:alpha val="100000"/>
              </a:srgbClr>
            </a:outerShdw>
          </a:effectLst>
        </p:spPr>
      </p:pic>
      <p:cxnSp>
        <p:nvCxnSpPr>
          <p:cNvPr id="25" name="直接箭头连接符 24"/>
          <p:cNvCxnSpPr/>
          <p:nvPr userDrawn="1">
            <p:custDataLst>
              <p:tags r:id="rId4"/>
            </p:custDataLst>
          </p:nvPr>
        </p:nvCxnSpPr>
        <p:spPr>
          <a:xfrm>
            <a:off x="11235055" y="6189345"/>
            <a:ext cx="358140" cy="0"/>
          </a:xfrm>
          <a:prstGeom prst="straightConnector1">
            <a:avLst/>
          </a:prstGeom>
          <a:ln>
            <a:solidFill>
              <a:schemeClr val="bg1"/>
            </a:solidFill>
            <a:tailEnd type="arrow" w="lg" len="med"/>
          </a:ln>
        </p:spPr>
        <p:style>
          <a:lnRef idx="1">
            <a:schemeClr val="accent1"/>
          </a:lnRef>
          <a:fillRef idx="0">
            <a:schemeClr val="accent1"/>
          </a:fillRef>
          <a:effectRef idx="0">
            <a:schemeClr val="accent1"/>
          </a:effectRef>
          <a:fontRef idx="minor">
            <a:schemeClr val="tx1"/>
          </a:fontRef>
        </p:style>
      </p:cxnSp>
      <p:sp>
        <p:nvSpPr>
          <p:cNvPr id="11" name="灯片编号占位符 6"/>
          <p:cNvSpPr>
            <a:spLocks noGrp="1"/>
          </p:cNvSpPr>
          <p:nvPr>
            <p:ph type="sldNum" sz="quarter" idx="12"/>
            <p:custDataLst>
              <p:tags r:id="rId5"/>
            </p:custDataLst>
          </p:nvPr>
        </p:nvSpPr>
        <p:spPr>
          <a:xfrm>
            <a:off x="8753983" y="6356350"/>
            <a:ext cx="2743200" cy="365125"/>
          </a:xfrm>
        </p:spPr>
        <p:txBody>
          <a:bodyPr wrap="square">
            <a:normAutofit/>
          </a:bodyPr>
          <a:lstStyle/>
          <a:p>
            <a:fld id="{BE5F26B5-172A-4DC2-B0B7-181CFC56B87C}" type="slidenum">
              <a:rPr lang="zh-CN" altLang="en-US" smtClean="0"/>
            </a:fld>
            <a:endParaRPr lang="zh-CN" altLang="en-US"/>
          </a:p>
        </p:txBody>
      </p:sp>
      <p:sp>
        <p:nvSpPr>
          <p:cNvPr id="10" name="页脚占位符 5"/>
          <p:cNvSpPr>
            <a:spLocks noGrp="1"/>
          </p:cNvSpPr>
          <p:nvPr>
            <p:ph type="ftr" sz="quarter" idx="11"/>
            <p:custDataLst>
              <p:tags r:id="rId6"/>
            </p:custDataLst>
          </p:nvPr>
        </p:nvSpPr>
        <p:spPr>
          <a:xfrm>
            <a:off x="4038600" y="6356350"/>
            <a:ext cx="4114800" cy="365125"/>
          </a:xfrm>
        </p:spPr>
        <p:txBody>
          <a:bodyPr/>
          <a:lstStyle/>
          <a:p>
            <a:endParaRPr lang="zh-CN" altLang="en-US"/>
          </a:p>
        </p:txBody>
      </p:sp>
      <p:sp>
        <p:nvSpPr>
          <p:cNvPr id="9" name="日期占位符 4"/>
          <p:cNvSpPr>
            <a:spLocks noGrp="1"/>
          </p:cNvSpPr>
          <p:nvPr>
            <p:ph type="dt" sz="half" idx="10"/>
            <p:custDataLst>
              <p:tags r:id="rId7"/>
            </p:custDataLst>
          </p:nvPr>
        </p:nvSpPr>
        <p:spPr>
          <a:xfrm>
            <a:off x="695960" y="6356350"/>
            <a:ext cx="2743200" cy="365125"/>
          </a:xfrm>
        </p:spPr>
        <p:txBody>
          <a:bodyPr wrap="square">
            <a:normAutofit/>
          </a:bodyPr>
          <a:lstStyle/>
          <a:p>
            <a:fld id="{5592522B-0F24-4480-B9DD-A9474A6880D6}" type="datetimeFigureOut">
              <a:rPr lang="zh-CN" altLang="en-US" smtClean="0"/>
            </a:fld>
            <a:endParaRPr lang="zh-CN" altLang="en-US"/>
          </a:p>
        </p:txBody>
      </p:sp>
      <p:sp>
        <p:nvSpPr>
          <p:cNvPr id="2" name="标题 1"/>
          <p:cNvSpPr>
            <a:spLocks noGrp="1"/>
          </p:cNvSpPr>
          <p:nvPr>
            <p:ph type="title" hasCustomPrompt="1"/>
            <p:custDataLst>
              <p:tags r:id="rId8"/>
            </p:custDataLst>
          </p:nvPr>
        </p:nvSpPr>
        <p:spPr>
          <a:xfrm>
            <a:off x="1292225" y="2956560"/>
            <a:ext cx="9608185" cy="1104900"/>
          </a:xfrm>
        </p:spPr>
        <p:txBody>
          <a:bodyPr lIns="90000" tIns="46800" rIns="90000" bIns="46800" anchor="t" anchorCtr="0">
            <a:noAutofit/>
          </a:bodyPr>
          <a:lstStyle>
            <a:lvl1pPr algn="ctr">
              <a:defRPr sz="6200" b="1">
                <a:solidFill>
                  <a:schemeClr val="accent1"/>
                </a:solidFill>
              </a:defRPr>
            </a:lvl1pPr>
          </a:lstStyle>
          <a:p>
            <a:r>
              <a:rPr lang="zh-CN" altLang="en-US" dirty="0"/>
              <a:t>单击编辑母版标题</a:t>
            </a:r>
            <a:endParaRPr lang="zh-CN" altLang="en-US" dirty="0"/>
          </a:p>
        </p:txBody>
      </p:sp>
      <p:sp>
        <p:nvSpPr>
          <p:cNvPr id="3" name="文本占位符 6"/>
          <p:cNvSpPr>
            <a:spLocks noGrp="1"/>
          </p:cNvSpPr>
          <p:nvPr>
            <p:ph type="body" idx="13" hasCustomPrompt="1"/>
            <p:custDataLst>
              <p:tags r:id="rId9"/>
            </p:custDataLst>
          </p:nvPr>
        </p:nvSpPr>
        <p:spPr>
          <a:xfrm>
            <a:off x="1291909" y="1419225"/>
            <a:ext cx="9608502" cy="1341120"/>
          </a:xfrm>
        </p:spPr>
        <p:txBody>
          <a:bodyPr wrap="none" anchor="b" anchorCtr="0">
            <a:noAutofit/>
          </a:bodyPr>
          <a:lstStyle>
            <a:lvl1pPr marL="0" indent="0" algn="ctr">
              <a:buNone/>
              <a:defRPr sz="6600" b="1">
                <a:solidFill>
                  <a:schemeClr val="accent1"/>
                </a:solidFill>
              </a:defRPr>
            </a:lvl1pPr>
          </a:lstStyle>
          <a:p>
            <a:pPr lvl="0"/>
            <a:r>
              <a:rPr lang="zh-CN" altLang="en-US" dirty="0"/>
              <a:t>节编号</a:t>
            </a:r>
            <a:endParaRPr lang="zh-CN" altLang="en-US" dirty="0"/>
          </a:p>
        </p:txBody>
      </p:sp>
      <p:sp>
        <p:nvSpPr>
          <p:cNvPr id="4" name="副标题 9"/>
          <p:cNvSpPr>
            <a:spLocks noGrp="1"/>
          </p:cNvSpPr>
          <p:nvPr>
            <p:ph type="subTitle" idx="1" hasCustomPrompt="1"/>
            <p:custDataLst>
              <p:tags r:id="rId10"/>
            </p:custDataLst>
          </p:nvPr>
        </p:nvSpPr>
        <p:spPr>
          <a:xfrm>
            <a:off x="1292225" y="4157345"/>
            <a:ext cx="9608185" cy="631190"/>
          </a:xfrm>
        </p:spPr>
        <p:txBody>
          <a:bodyPr wrap="square">
            <a:normAutofit/>
          </a:bodyPr>
          <a:lstStyle>
            <a:lvl1pPr marL="0" indent="0" algn="ctr">
              <a:lnSpc>
                <a:spcPct val="100000"/>
              </a:lnSpc>
              <a:buNone/>
              <a:defRPr sz="240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22818E69-81D0-49C5-ABB5-FF04919D792B}"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168CDB3F-CAD3-47D2-A0E9-BA772FA57F2F}"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3.xml"/><Relationship Id="rId3" Type="http://schemas.openxmlformats.org/officeDocument/2006/relationships/tags" Target="../tags/tag9.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tags" Target="../tags/tag11.xml"/><Relationship Id="rId1" Type="http://schemas.openxmlformats.org/officeDocument/2006/relationships/tags" Target="../tags/tag1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5.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0" Type="http://schemas.openxmlformats.org/officeDocument/2006/relationships/notesSlide" Target="../notesSlides/notesSlide5.xml"/><Relationship Id="rId2" Type="http://schemas.openxmlformats.org/officeDocument/2006/relationships/tags" Target="../tags/tag14.xml"/><Relationship Id="rId19" Type="http://schemas.openxmlformats.org/officeDocument/2006/relationships/slideLayout" Target="../slideLayouts/slideLayout2.xml"/><Relationship Id="rId18" Type="http://schemas.openxmlformats.org/officeDocument/2006/relationships/tags" Target="../tags/tag30.xml"/><Relationship Id="rId17" Type="http://schemas.openxmlformats.org/officeDocument/2006/relationships/tags" Target="../tags/tag29.xml"/><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3.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xml"/><Relationship Id="rId2" Type="http://schemas.openxmlformats.org/officeDocument/2006/relationships/tags" Target="../tags/tag32.xml"/><Relationship Id="rId1" Type="http://schemas.openxmlformats.org/officeDocument/2006/relationships/tags" Target="../tags/tag31.xml"/></Relationships>
</file>

<file path=ppt/slides/_rels/slide7.xml.rels><?xml version="1.0" encoding="UTF-8" standalone="yes"?>
<Relationships xmlns="http://schemas.openxmlformats.org/package/2006/relationships"><Relationship Id="rId9" Type="http://schemas.openxmlformats.org/officeDocument/2006/relationships/image" Target="../media/image12.svg"/><Relationship Id="rId8" Type="http://schemas.openxmlformats.org/officeDocument/2006/relationships/image" Target="../media/image11.png"/><Relationship Id="rId7" Type="http://schemas.openxmlformats.org/officeDocument/2006/relationships/image" Target="../media/image10.svg"/><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4" Type="http://schemas.openxmlformats.org/officeDocument/2006/relationships/notesSlide" Target="../notesSlides/notesSlide7.xml"/><Relationship Id="rId13" Type="http://schemas.openxmlformats.org/officeDocument/2006/relationships/slideLayout" Target="../slideLayouts/slideLayout2.xml"/><Relationship Id="rId12" Type="http://schemas.openxmlformats.org/officeDocument/2006/relationships/tags" Target="../tags/tag33.xml"/><Relationship Id="rId11" Type="http://schemas.openxmlformats.org/officeDocument/2006/relationships/image" Target="../media/image14.svg"/><Relationship Id="rId10" Type="http://schemas.openxmlformats.org/officeDocument/2006/relationships/image" Target="../media/image13.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9" Type="http://schemas.openxmlformats.org/officeDocument/2006/relationships/image" Target="../media/image22.png"/><Relationship Id="rId8" Type="http://schemas.microsoft.com/office/2007/relationships/hdphoto" Target="../media/image21.wdp"/><Relationship Id="rId7" Type="http://schemas.openxmlformats.org/officeDocument/2006/relationships/image" Target="../media/image20.png"/><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 Id="rId3" Type="http://schemas.openxmlformats.org/officeDocument/2006/relationships/image" Target="../media/image16.jpeg"/><Relationship Id="rId2" Type="http://schemas.openxmlformats.org/officeDocument/2006/relationships/image" Target="../media/image15.png"/><Relationship Id="rId15" Type="http://schemas.openxmlformats.org/officeDocument/2006/relationships/notesSlide" Target="../notesSlides/notesSlide8.xml"/><Relationship Id="rId14" Type="http://schemas.openxmlformats.org/officeDocument/2006/relationships/slideLayout" Target="../slideLayouts/slideLayout2.xml"/><Relationship Id="rId13" Type="http://schemas.openxmlformats.org/officeDocument/2006/relationships/tags" Target="../tags/tag35.xml"/><Relationship Id="rId12" Type="http://schemas.openxmlformats.org/officeDocument/2006/relationships/image" Target="../media/image25.png"/><Relationship Id="rId11" Type="http://schemas.openxmlformats.org/officeDocument/2006/relationships/image" Target="../media/image24.png"/><Relationship Id="rId10" Type="http://schemas.openxmlformats.org/officeDocument/2006/relationships/image" Target="../media/image23.png"/><Relationship Id="rId1" Type="http://schemas.openxmlformats.org/officeDocument/2006/relationships/tags" Target="../tags/tag34.xml"/></Relationships>
</file>

<file path=ppt/slides/_rels/slide9.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image" Target="../media/image33.jpeg"/><Relationship Id="rId7" Type="http://schemas.openxmlformats.org/officeDocument/2006/relationships/image" Target="../media/image32.png"/><Relationship Id="rId6" Type="http://schemas.openxmlformats.org/officeDocument/2006/relationships/image" Target="../media/image31.jpeg"/><Relationship Id="rId54" Type="http://schemas.openxmlformats.org/officeDocument/2006/relationships/notesSlide" Target="../notesSlides/notesSlide9.xml"/><Relationship Id="rId53" Type="http://schemas.openxmlformats.org/officeDocument/2006/relationships/slideLayout" Target="../slideLayouts/slideLayout2.xml"/><Relationship Id="rId52" Type="http://schemas.openxmlformats.org/officeDocument/2006/relationships/tags" Target="../tags/tag36.xml"/><Relationship Id="rId51" Type="http://schemas.openxmlformats.org/officeDocument/2006/relationships/image" Target="../media/image76.png"/><Relationship Id="rId50" Type="http://schemas.openxmlformats.org/officeDocument/2006/relationships/image" Target="../media/image75.jpeg"/><Relationship Id="rId5" Type="http://schemas.openxmlformats.org/officeDocument/2006/relationships/image" Target="../media/image30.png"/><Relationship Id="rId49" Type="http://schemas.openxmlformats.org/officeDocument/2006/relationships/image" Target="../media/image74.png"/><Relationship Id="rId48" Type="http://schemas.openxmlformats.org/officeDocument/2006/relationships/image" Target="../media/image73.jpeg"/><Relationship Id="rId47" Type="http://schemas.openxmlformats.org/officeDocument/2006/relationships/image" Target="../media/image72.png"/><Relationship Id="rId46" Type="http://schemas.openxmlformats.org/officeDocument/2006/relationships/image" Target="../media/image71.png"/><Relationship Id="rId45" Type="http://schemas.openxmlformats.org/officeDocument/2006/relationships/image" Target="../media/image70.png"/><Relationship Id="rId44" Type="http://schemas.openxmlformats.org/officeDocument/2006/relationships/image" Target="../media/image69.png"/><Relationship Id="rId43" Type="http://schemas.openxmlformats.org/officeDocument/2006/relationships/image" Target="../media/image68.png"/><Relationship Id="rId42" Type="http://schemas.openxmlformats.org/officeDocument/2006/relationships/image" Target="../media/image67.png"/><Relationship Id="rId41" Type="http://schemas.openxmlformats.org/officeDocument/2006/relationships/image" Target="../media/image66.png"/><Relationship Id="rId40" Type="http://schemas.openxmlformats.org/officeDocument/2006/relationships/image" Target="../media/image65.png"/><Relationship Id="rId4" Type="http://schemas.openxmlformats.org/officeDocument/2006/relationships/image" Target="../media/image29.jpeg"/><Relationship Id="rId39" Type="http://schemas.openxmlformats.org/officeDocument/2006/relationships/image" Target="../media/image64.png"/><Relationship Id="rId38" Type="http://schemas.openxmlformats.org/officeDocument/2006/relationships/image" Target="../media/image63.png"/><Relationship Id="rId37" Type="http://schemas.openxmlformats.org/officeDocument/2006/relationships/image" Target="../media/image62.png"/><Relationship Id="rId36" Type="http://schemas.openxmlformats.org/officeDocument/2006/relationships/image" Target="../media/image61.png"/><Relationship Id="rId35" Type="http://schemas.openxmlformats.org/officeDocument/2006/relationships/image" Target="../media/image60.jpeg"/><Relationship Id="rId34" Type="http://schemas.openxmlformats.org/officeDocument/2006/relationships/image" Target="../media/image59.png"/><Relationship Id="rId33" Type="http://schemas.openxmlformats.org/officeDocument/2006/relationships/image" Target="../media/image58.png"/><Relationship Id="rId32" Type="http://schemas.openxmlformats.org/officeDocument/2006/relationships/image" Target="../media/image57.png"/><Relationship Id="rId31" Type="http://schemas.openxmlformats.org/officeDocument/2006/relationships/image" Target="../media/image56.png"/><Relationship Id="rId30" Type="http://schemas.openxmlformats.org/officeDocument/2006/relationships/image" Target="../media/image55.png"/><Relationship Id="rId3" Type="http://schemas.openxmlformats.org/officeDocument/2006/relationships/image" Target="../media/image28.png"/><Relationship Id="rId29" Type="http://schemas.openxmlformats.org/officeDocument/2006/relationships/image" Target="../media/image54.png"/><Relationship Id="rId28" Type="http://schemas.openxmlformats.org/officeDocument/2006/relationships/image" Target="../media/image53.svg"/><Relationship Id="rId27" Type="http://schemas.openxmlformats.org/officeDocument/2006/relationships/image" Target="../media/image52.png"/><Relationship Id="rId26" Type="http://schemas.openxmlformats.org/officeDocument/2006/relationships/image" Target="../media/image51.png"/><Relationship Id="rId25" Type="http://schemas.openxmlformats.org/officeDocument/2006/relationships/image" Target="../media/image50.svg"/><Relationship Id="rId24" Type="http://schemas.openxmlformats.org/officeDocument/2006/relationships/image" Target="../media/image49.png"/><Relationship Id="rId23" Type="http://schemas.openxmlformats.org/officeDocument/2006/relationships/image" Target="../media/image48.png"/><Relationship Id="rId22" Type="http://schemas.openxmlformats.org/officeDocument/2006/relationships/image" Target="../media/image47.png"/><Relationship Id="rId21" Type="http://schemas.openxmlformats.org/officeDocument/2006/relationships/image" Target="../media/image46.png"/><Relationship Id="rId20" Type="http://schemas.openxmlformats.org/officeDocument/2006/relationships/image" Target="../media/image45.jpeg"/><Relationship Id="rId2" Type="http://schemas.openxmlformats.org/officeDocument/2006/relationships/image" Target="../media/image27.png"/><Relationship Id="rId19" Type="http://schemas.openxmlformats.org/officeDocument/2006/relationships/image" Target="../media/image44.png"/><Relationship Id="rId18" Type="http://schemas.openxmlformats.org/officeDocument/2006/relationships/image" Target="../media/image43.png"/><Relationship Id="rId17" Type="http://schemas.openxmlformats.org/officeDocument/2006/relationships/image" Target="../media/image42.png"/><Relationship Id="rId16" Type="http://schemas.openxmlformats.org/officeDocument/2006/relationships/image" Target="../media/image41.png"/><Relationship Id="rId15" Type="http://schemas.openxmlformats.org/officeDocument/2006/relationships/image" Target="../media/image40.jpeg"/><Relationship Id="rId14" Type="http://schemas.openxmlformats.org/officeDocument/2006/relationships/image" Target="../media/image39.png"/><Relationship Id="rId13" Type="http://schemas.openxmlformats.org/officeDocument/2006/relationships/image" Target="../media/image38.jpeg"/><Relationship Id="rId12" Type="http://schemas.openxmlformats.org/officeDocument/2006/relationships/image" Target="../media/image37.jpeg"/><Relationship Id="rId11" Type="http://schemas.openxmlformats.org/officeDocument/2006/relationships/image" Target="../media/image36.jpeg"/><Relationship Id="rId10" Type="http://schemas.openxmlformats.org/officeDocument/2006/relationships/image" Target="../media/image35.jpeg"/><Relationship Id="rId1" Type="http://schemas.openxmlformats.org/officeDocument/2006/relationships/image" Target="../media/image2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4.xml"/><Relationship Id="rId2" Type="http://schemas.openxmlformats.org/officeDocument/2006/relationships/tags" Target="../tags/tag38.xml"/><Relationship Id="rId1" Type="http://schemas.openxmlformats.org/officeDocument/2006/relationships/tags" Target="../tags/tag37.xml"/></Relationships>
</file>

<file path=ppt/slides/_rels/slide11.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image" Target="../media/image77.jpeg"/><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2" Type="http://schemas.openxmlformats.org/officeDocument/2006/relationships/notesSlide" Target="../notesSlides/notesSlide11.xml"/><Relationship Id="rId11" Type="http://schemas.openxmlformats.org/officeDocument/2006/relationships/slideLayout" Target="../slideLayouts/slideLayout2.xml"/><Relationship Id="rId10" Type="http://schemas.openxmlformats.org/officeDocument/2006/relationships/tags" Target="../tags/tag47.xml"/><Relationship Id="rId1" Type="http://schemas.openxmlformats.org/officeDocument/2006/relationships/tags" Target="../tags/tag39.xml"/></Relationships>
</file>

<file path=ppt/slides/_rels/slide12.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image" Target="../media/image82.png"/><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image" Target="../media/image81.png"/><Relationship Id="rId3" Type="http://schemas.openxmlformats.org/officeDocument/2006/relationships/image" Target="../media/image80.png"/><Relationship Id="rId2" Type="http://schemas.openxmlformats.org/officeDocument/2006/relationships/image" Target="../media/image79.png"/><Relationship Id="rId17" Type="http://schemas.openxmlformats.org/officeDocument/2006/relationships/notesSlide" Target="../notesSlides/notesSlide12.xml"/><Relationship Id="rId16" Type="http://schemas.openxmlformats.org/officeDocument/2006/relationships/slideLayout" Target="../slideLayouts/slideLayout2.xml"/><Relationship Id="rId15" Type="http://schemas.openxmlformats.org/officeDocument/2006/relationships/tags" Target="../tags/tag57.xml"/><Relationship Id="rId14" Type="http://schemas.openxmlformats.org/officeDocument/2006/relationships/tags" Target="../tags/tag56.xml"/><Relationship Id="rId13" Type="http://schemas.openxmlformats.org/officeDocument/2006/relationships/tags" Target="../tags/tag55.xml"/><Relationship Id="rId12" Type="http://schemas.openxmlformats.org/officeDocument/2006/relationships/tags" Target="../tags/tag54.xml"/><Relationship Id="rId11" Type="http://schemas.openxmlformats.org/officeDocument/2006/relationships/tags" Target="../tags/tag53.xml"/><Relationship Id="rId10" Type="http://schemas.openxmlformats.org/officeDocument/2006/relationships/tags" Target="../tags/tag52.xml"/><Relationship Id="rId1" Type="http://schemas.openxmlformats.org/officeDocument/2006/relationships/image" Target="../media/image78.png"/></Relationships>
</file>

<file path=ppt/slides/_rels/slide13.xml.rels><?xml version="1.0" encoding="UTF-8" standalone="yes"?>
<Relationships xmlns="http://schemas.openxmlformats.org/package/2006/relationships"><Relationship Id="rId9" Type="http://schemas.openxmlformats.org/officeDocument/2006/relationships/image" Target="../media/image88.svg"/><Relationship Id="rId8" Type="http://schemas.openxmlformats.org/officeDocument/2006/relationships/image" Target="../media/image87.png"/><Relationship Id="rId7" Type="http://schemas.openxmlformats.org/officeDocument/2006/relationships/tags" Target="../tags/tag60.xml"/><Relationship Id="rId6" Type="http://schemas.openxmlformats.org/officeDocument/2006/relationships/image" Target="../media/image86.svg"/><Relationship Id="rId5" Type="http://schemas.openxmlformats.org/officeDocument/2006/relationships/image" Target="../media/image85.png"/><Relationship Id="rId4" Type="http://schemas.openxmlformats.org/officeDocument/2006/relationships/tags" Target="../tags/tag59.xml"/><Relationship Id="rId37" Type="http://schemas.openxmlformats.org/officeDocument/2006/relationships/notesSlide" Target="../notesSlides/notesSlide13.xml"/><Relationship Id="rId36" Type="http://schemas.openxmlformats.org/officeDocument/2006/relationships/slideLayout" Target="../slideLayouts/slideLayout2.xml"/><Relationship Id="rId35" Type="http://schemas.openxmlformats.org/officeDocument/2006/relationships/tags" Target="../tags/tag80.xml"/><Relationship Id="rId34" Type="http://schemas.openxmlformats.org/officeDocument/2006/relationships/tags" Target="../tags/tag79.xml"/><Relationship Id="rId33" Type="http://schemas.openxmlformats.org/officeDocument/2006/relationships/image" Target="../media/image94.svg"/><Relationship Id="rId32" Type="http://schemas.openxmlformats.org/officeDocument/2006/relationships/image" Target="../media/image93.png"/><Relationship Id="rId31" Type="http://schemas.openxmlformats.org/officeDocument/2006/relationships/tags" Target="../tags/tag78.xml"/><Relationship Id="rId30" Type="http://schemas.openxmlformats.org/officeDocument/2006/relationships/tags" Target="../tags/tag77.xml"/><Relationship Id="rId3" Type="http://schemas.openxmlformats.org/officeDocument/2006/relationships/image" Target="../media/image84.svg"/><Relationship Id="rId29" Type="http://schemas.openxmlformats.org/officeDocument/2006/relationships/tags" Target="../tags/tag76.xml"/><Relationship Id="rId28" Type="http://schemas.openxmlformats.org/officeDocument/2006/relationships/image" Target="../media/image92.svg"/><Relationship Id="rId27" Type="http://schemas.openxmlformats.org/officeDocument/2006/relationships/image" Target="../media/image91.png"/><Relationship Id="rId26" Type="http://schemas.openxmlformats.org/officeDocument/2006/relationships/tags" Target="../tags/tag75.xml"/><Relationship Id="rId25" Type="http://schemas.openxmlformats.org/officeDocument/2006/relationships/tags" Target="../tags/tag74.xml"/><Relationship Id="rId24" Type="http://schemas.openxmlformats.org/officeDocument/2006/relationships/tags" Target="../tags/tag73.xml"/><Relationship Id="rId23" Type="http://schemas.openxmlformats.org/officeDocument/2006/relationships/tags" Target="../tags/tag72.xml"/><Relationship Id="rId22" Type="http://schemas.openxmlformats.org/officeDocument/2006/relationships/tags" Target="../tags/tag71.xml"/><Relationship Id="rId21" Type="http://schemas.openxmlformats.org/officeDocument/2006/relationships/tags" Target="../tags/tag70.xml"/><Relationship Id="rId20" Type="http://schemas.openxmlformats.org/officeDocument/2006/relationships/tags" Target="../tags/tag69.xml"/><Relationship Id="rId2" Type="http://schemas.openxmlformats.org/officeDocument/2006/relationships/image" Target="../media/image83.png"/><Relationship Id="rId19" Type="http://schemas.openxmlformats.org/officeDocument/2006/relationships/tags" Target="../tags/tag68.xml"/><Relationship Id="rId18" Type="http://schemas.openxmlformats.org/officeDocument/2006/relationships/tags" Target="../tags/tag67.xml"/><Relationship Id="rId17" Type="http://schemas.openxmlformats.org/officeDocument/2006/relationships/tags" Target="../tags/tag66.xml"/><Relationship Id="rId16" Type="http://schemas.openxmlformats.org/officeDocument/2006/relationships/tags" Target="../tags/tag65.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image" Target="../media/image90.svg"/><Relationship Id="rId11" Type="http://schemas.openxmlformats.org/officeDocument/2006/relationships/image" Target="../media/image89.png"/><Relationship Id="rId10" Type="http://schemas.openxmlformats.org/officeDocument/2006/relationships/tags" Target="../tags/tag61.xml"/><Relationship Id="rId1" Type="http://schemas.openxmlformats.org/officeDocument/2006/relationships/tags" Target="../tags/tag58.xml"/></Relationships>
</file>

<file path=ppt/slides/_rels/slide14.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image" Target="../media/image84.svg"/><Relationship Id="rId7" Type="http://schemas.openxmlformats.org/officeDocument/2006/relationships/image" Target="../media/image83.png"/><Relationship Id="rId6" Type="http://schemas.openxmlformats.org/officeDocument/2006/relationships/tags" Target="../tags/tag85.xml"/><Relationship Id="rId5" Type="http://schemas.openxmlformats.org/officeDocument/2006/relationships/tags" Target="../tags/tag84.xml"/><Relationship Id="rId43" Type="http://schemas.openxmlformats.org/officeDocument/2006/relationships/notesSlide" Target="../notesSlides/notesSlide14.xml"/><Relationship Id="rId42" Type="http://schemas.openxmlformats.org/officeDocument/2006/relationships/slideLayout" Target="../slideLayouts/slideLayout2.xml"/><Relationship Id="rId41" Type="http://schemas.openxmlformats.org/officeDocument/2006/relationships/tags" Target="../tags/tag108.xml"/><Relationship Id="rId40" Type="http://schemas.openxmlformats.org/officeDocument/2006/relationships/tags" Target="../tags/tag107.xml"/><Relationship Id="rId4" Type="http://schemas.openxmlformats.org/officeDocument/2006/relationships/image" Target="../media/image95.png"/><Relationship Id="rId39" Type="http://schemas.openxmlformats.org/officeDocument/2006/relationships/tags" Target="../tags/tag106.xml"/><Relationship Id="rId38" Type="http://schemas.openxmlformats.org/officeDocument/2006/relationships/image" Target="../media/image94.svg"/><Relationship Id="rId37" Type="http://schemas.openxmlformats.org/officeDocument/2006/relationships/image" Target="../media/image93.png"/><Relationship Id="rId36" Type="http://schemas.openxmlformats.org/officeDocument/2006/relationships/tags" Target="../tags/tag105.xml"/><Relationship Id="rId35" Type="http://schemas.openxmlformats.org/officeDocument/2006/relationships/tags" Target="../tags/tag104.xml"/><Relationship Id="rId34" Type="http://schemas.openxmlformats.org/officeDocument/2006/relationships/tags" Target="../tags/tag103.xml"/><Relationship Id="rId33" Type="http://schemas.openxmlformats.org/officeDocument/2006/relationships/tags" Target="../tags/tag102.xml"/><Relationship Id="rId32" Type="http://schemas.openxmlformats.org/officeDocument/2006/relationships/image" Target="../media/image92.svg"/><Relationship Id="rId31" Type="http://schemas.openxmlformats.org/officeDocument/2006/relationships/image" Target="../media/image91.png"/><Relationship Id="rId30" Type="http://schemas.openxmlformats.org/officeDocument/2006/relationships/tags" Target="../tags/tag101.xml"/><Relationship Id="rId3" Type="http://schemas.openxmlformats.org/officeDocument/2006/relationships/tags" Target="../tags/tag83.xml"/><Relationship Id="rId29" Type="http://schemas.openxmlformats.org/officeDocument/2006/relationships/tags" Target="../tags/tag100.xml"/><Relationship Id="rId28" Type="http://schemas.openxmlformats.org/officeDocument/2006/relationships/tags" Target="../tags/tag99.xml"/><Relationship Id="rId27" Type="http://schemas.openxmlformats.org/officeDocument/2006/relationships/tags" Target="../tags/tag98.xml"/><Relationship Id="rId26" Type="http://schemas.openxmlformats.org/officeDocument/2006/relationships/image" Target="../media/image88.svg"/><Relationship Id="rId25" Type="http://schemas.openxmlformats.org/officeDocument/2006/relationships/image" Target="../media/image87.png"/><Relationship Id="rId24" Type="http://schemas.openxmlformats.org/officeDocument/2006/relationships/tags" Target="../tags/tag97.xml"/><Relationship Id="rId23" Type="http://schemas.openxmlformats.org/officeDocument/2006/relationships/tags" Target="../tags/tag96.xml"/><Relationship Id="rId22" Type="http://schemas.openxmlformats.org/officeDocument/2006/relationships/tags" Target="../tags/tag95.xml"/><Relationship Id="rId21" Type="http://schemas.openxmlformats.org/officeDocument/2006/relationships/tags" Target="../tags/tag94.xml"/><Relationship Id="rId20" Type="http://schemas.openxmlformats.org/officeDocument/2006/relationships/image" Target="../media/image90.svg"/><Relationship Id="rId2" Type="http://schemas.openxmlformats.org/officeDocument/2006/relationships/tags" Target="../tags/tag82.xml"/><Relationship Id="rId19" Type="http://schemas.openxmlformats.org/officeDocument/2006/relationships/image" Target="../media/image89.png"/><Relationship Id="rId18" Type="http://schemas.openxmlformats.org/officeDocument/2006/relationships/tags" Target="../tags/tag93.xml"/><Relationship Id="rId17" Type="http://schemas.openxmlformats.org/officeDocument/2006/relationships/tags" Target="../tags/tag92.xml"/><Relationship Id="rId16" Type="http://schemas.openxmlformats.org/officeDocument/2006/relationships/tags" Target="../tags/tag91.xml"/><Relationship Id="rId15" Type="http://schemas.openxmlformats.org/officeDocument/2006/relationships/tags" Target="../tags/tag90.xml"/><Relationship Id="rId14" Type="http://schemas.openxmlformats.org/officeDocument/2006/relationships/image" Target="../media/image86.svg"/><Relationship Id="rId13" Type="http://schemas.openxmlformats.org/officeDocument/2006/relationships/image" Target="../media/image85.png"/><Relationship Id="rId12" Type="http://schemas.openxmlformats.org/officeDocument/2006/relationships/tags" Target="../tags/tag8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tags" Target="../tags/tag81.xml"/></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2.xml"/><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image" Target="../media/image9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15.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2.xml"/><Relationship Id="rId6" Type="http://schemas.openxmlformats.org/officeDocument/2006/relationships/tags" Target="../tags/tag120.xml"/><Relationship Id="rId5" Type="http://schemas.openxmlformats.org/officeDocument/2006/relationships/tags" Target="../tags/tag119.xml"/><Relationship Id="rId4" Type="http://schemas.openxmlformats.org/officeDocument/2006/relationships/tags" Target="../tags/tag118.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image" Target="../media/image9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1.xml"/></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2.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image" Target="../media/image9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7.xml"/></Relationships>
</file>

<file path=ppt/slides/_rels/slide21.xml.rels><?xml version="1.0" encoding="UTF-8" standalone="yes"?>
<Relationships xmlns="http://schemas.openxmlformats.org/package/2006/relationships"><Relationship Id="rId9" Type="http://schemas.openxmlformats.org/officeDocument/2006/relationships/image" Target="../media/image103.png"/><Relationship Id="rId8" Type="http://schemas.openxmlformats.org/officeDocument/2006/relationships/tags" Target="../tags/tag129.xml"/><Relationship Id="rId7" Type="http://schemas.openxmlformats.org/officeDocument/2006/relationships/image" Target="../media/image102.svg"/><Relationship Id="rId6" Type="http://schemas.openxmlformats.org/officeDocument/2006/relationships/image" Target="../media/image101.png"/><Relationship Id="rId5" Type="http://schemas.openxmlformats.org/officeDocument/2006/relationships/image" Target="../media/image100.svg"/><Relationship Id="rId4" Type="http://schemas.openxmlformats.org/officeDocument/2006/relationships/image" Target="../media/image99.png"/><Relationship Id="rId3" Type="http://schemas.openxmlformats.org/officeDocument/2006/relationships/image" Target="../media/image98.svg"/><Relationship Id="rId2" Type="http://schemas.openxmlformats.org/officeDocument/2006/relationships/image" Target="../media/image89.png"/><Relationship Id="rId13" Type="http://schemas.openxmlformats.org/officeDocument/2006/relationships/notesSlide" Target="../notesSlides/notesSlide18.xml"/><Relationship Id="rId12" Type="http://schemas.openxmlformats.org/officeDocument/2006/relationships/slideLayout" Target="../slideLayouts/slideLayout2.xml"/><Relationship Id="rId11" Type="http://schemas.openxmlformats.org/officeDocument/2006/relationships/tags" Target="../tags/tag130.xml"/><Relationship Id="rId10" Type="http://schemas.openxmlformats.org/officeDocument/2006/relationships/image" Target="../media/image104.svg"/><Relationship Id="rId1" Type="http://schemas.openxmlformats.org/officeDocument/2006/relationships/tags" Target="../tags/tag128.xml"/></Relationships>
</file>

<file path=ppt/slides/_rels/slide22.xml.rels><?xml version="1.0" encoding="UTF-8" standalone="yes"?>
<Relationships xmlns="http://schemas.openxmlformats.org/package/2006/relationships"><Relationship Id="rId9" Type="http://schemas.openxmlformats.org/officeDocument/2006/relationships/image" Target="../media/image110.png"/><Relationship Id="rId8" Type="http://schemas.openxmlformats.org/officeDocument/2006/relationships/tags" Target="../tags/tag132.xml"/><Relationship Id="rId7" Type="http://schemas.openxmlformats.org/officeDocument/2006/relationships/image" Target="../media/image109.svg"/><Relationship Id="rId6" Type="http://schemas.openxmlformats.org/officeDocument/2006/relationships/image" Target="../media/image103.png"/><Relationship Id="rId5" Type="http://schemas.openxmlformats.org/officeDocument/2006/relationships/tags" Target="../tags/tag131.xml"/><Relationship Id="rId4" Type="http://schemas.openxmlformats.org/officeDocument/2006/relationships/image" Target="../media/image108.svg"/><Relationship Id="rId3" Type="http://schemas.openxmlformats.org/officeDocument/2006/relationships/image" Target="../media/image107.png"/><Relationship Id="rId2" Type="http://schemas.openxmlformats.org/officeDocument/2006/relationships/image" Target="../media/image106.svg"/><Relationship Id="rId13" Type="http://schemas.openxmlformats.org/officeDocument/2006/relationships/notesSlide" Target="../notesSlides/notesSlide19.xml"/><Relationship Id="rId12" Type="http://schemas.openxmlformats.org/officeDocument/2006/relationships/slideLayout" Target="../slideLayouts/slideLayout2.xml"/><Relationship Id="rId11" Type="http://schemas.openxmlformats.org/officeDocument/2006/relationships/tags" Target="../tags/tag133.xml"/><Relationship Id="rId10" Type="http://schemas.openxmlformats.org/officeDocument/2006/relationships/image" Target="../media/image111.svg"/><Relationship Id="rId1" Type="http://schemas.openxmlformats.org/officeDocument/2006/relationships/image" Target="../media/image105.png"/></Relationships>
</file>

<file path=ppt/slides/_rels/slide23.xml.rels><?xml version="1.0" encoding="UTF-8" standalone="yes"?>
<Relationships xmlns="http://schemas.openxmlformats.org/package/2006/relationships"><Relationship Id="rId9" Type="http://schemas.openxmlformats.org/officeDocument/2006/relationships/image" Target="../media/image110.png"/><Relationship Id="rId8" Type="http://schemas.openxmlformats.org/officeDocument/2006/relationships/tags" Target="../tags/tag135.xml"/><Relationship Id="rId7" Type="http://schemas.openxmlformats.org/officeDocument/2006/relationships/image" Target="../media/image109.svg"/><Relationship Id="rId6" Type="http://schemas.openxmlformats.org/officeDocument/2006/relationships/image" Target="../media/image103.png"/><Relationship Id="rId5" Type="http://schemas.openxmlformats.org/officeDocument/2006/relationships/tags" Target="../tags/tag134.xml"/><Relationship Id="rId4" Type="http://schemas.openxmlformats.org/officeDocument/2006/relationships/image" Target="../media/image114.svg"/><Relationship Id="rId3" Type="http://schemas.openxmlformats.org/officeDocument/2006/relationships/image" Target="../media/image113.png"/><Relationship Id="rId2" Type="http://schemas.openxmlformats.org/officeDocument/2006/relationships/image" Target="../media/image112.svg"/><Relationship Id="rId13" Type="http://schemas.openxmlformats.org/officeDocument/2006/relationships/notesSlide" Target="../notesSlides/notesSlide20.xml"/><Relationship Id="rId12" Type="http://schemas.openxmlformats.org/officeDocument/2006/relationships/slideLayout" Target="../slideLayouts/slideLayout2.xml"/><Relationship Id="rId11" Type="http://schemas.openxmlformats.org/officeDocument/2006/relationships/tags" Target="../tags/tag136.xml"/><Relationship Id="rId10" Type="http://schemas.openxmlformats.org/officeDocument/2006/relationships/image" Target="../media/image115.svg"/><Relationship Id="rId1" Type="http://schemas.openxmlformats.org/officeDocument/2006/relationships/image" Target="../media/image99.png"/></Relationships>
</file>

<file path=ppt/slides/_rels/slide24.xml.rels><?xml version="1.0" encoding="UTF-8" standalone="yes"?>
<Relationships xmlns="http://schemas.openxmlformats.org/package/2006/relationships"><Relationship Id="rId9" Type="http://schemas.openxmlformats.org/officeDocument/2006/relationships/image" Target="../media/image110.png"/><Relationship Id="rId8" Type="http://schemas.openxmlformats.org/officeDocument/2006/relationships/tags" Target="../tags/tag138.xml"/><Relationship Id="rId7" Type="http://schemas.openxmlformats.org/officeDocument/2006/relationships/image" Target="../media/image117.svg"/><Relationship Id="rId6" Type="http://schemas.openxmlformats.org/officeDocument/2006/relationships/image" Target="../media/image91.png"/><Relationship Id="rId5" Type="http://schemas.openxmlformats.org/officeDocument/2006/relationships/tags" Target="../tags/tag137.xml"/><Relationship Id="rId4" Type="http://schemas.openxmlformats.org/officeDocument/2006/relationships/image" Target="../media/image116.svg"/><Relationship Id="rId3" Type="http://schemas.openxmlformats.org/officeDocument/2006/relationships/image" Target="../media/image107.png"/><Relationship Id="rId2" Type="http://schemas.openxmlformats.org/officeDocument/2006/relationships/image" Target="../media/image112.svg"/><Relationship Id="rId13" Type="http://schemas.openxmlformats.org/officeDocument/2006/relationships/notesSlide" Target="../notesSlides/notesSlide21.xml"/><Relationship Id="rId12" Type="http://schemas.openxmlformats.org/officeDocument/2006/relationships/slideLayout" Target="../slideLayouts/slideLayout2.xml"/><Relationship Id="rId11" Type="http://schemas.openxmlformats.org/officeDocument/2006/relationships/tags" Target="../tags/tag139.xml"/><Relationship Id="rId10" Type="http://schemas.openxmlformats.org/officeDocument/2006/relationships/image" Target="../media/image115.svg"/><Relationship Id="rId1" Type="http://schemas.openxmlformats.org/officeDocument/2006/relationships/image" Target="../media/image99.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4.xml"/><Relationship Id="rId2" Type="http://schemas.openxmlformats.org/officeDocument/2006/relationships/tags" Target="../tags/tag141.xml"/><Relationship Id="rId1" Type="http://schemas.openxmlformats.org/officeDocument/2006/relationships/tags" Target="../tags/tag140.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tags" Target="../tags/tag143.xml"/><Relationship Id="rId1" Type="http://schemas.openxmlformats.org/officeDocument/2006/relationships/tags" Target="../tags/tag142.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2.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2.xml"/><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4.xml"/><Relationship Id="rId2" Type="http://schemas.openxmlformats.org/officeDocument/2006/relationships/tags" Target="../tags/tag151.xml"/><Relationship Id="rId1" Type="http://schemas.openxmlformats.org/officeDocument/2006/relationships/tags" Target="../tags/tag150.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2.xml"/></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2.xml"/><Relationship Id="rId6" Type="http://schemas.openxmlformats.org/officeDocument/2006/relationships/tags" Target="../tags/tag156.xml"/><Relationship Id="rId5" Type="http://schemas.openxmlformats.org/officeDocument/2006/relationships/image" Target="../media/image119.svg"/><Relationship Id="rId4" Type="http://schemas.openxmlformats.org/officeDocument/2006/relationships/image" Target="../media/image118.png"/><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157.xml"/><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descr="&lt;Slide style={{ position: 'relative', width: '1280px', height: '720px', overflow: 'hidden', fontFamily: 'Microsoft YaHei, Arial, sans-serif', color: '#ffffff' }}&gt;&#10;  &lt;Image src='assets/cover_lab.png' style={{ position: 'absolute', top: 0, left: 0, width: '100%', height: '100%', objectFit: 'cover' }} /&gt;&#10;  &lt;Box style={{ position: 'absolute', top: 0, left: 0, width: '100%', height: '100%', background: 'linear-gradient(90deg, rgba(15,35,60,0.90) 0%, rgba(15,35,60,0.60) 55%, rgba(15,35,60,0.25) 100%)', zIndex: 1 }} /&gt;&#10;  &lt;Box style={{ position: 'relative', zIndex: 2, width: '100%', height: '100%', padding: '60px', display: 'flex', flexDirection: 'column', justifyContent: 'center' }}&gt;&#10;    &lt;Box style={{ maxWidth: 800 }}&gt;&#10;      &lt;Text style={{ fontSize: 18, color: '#00A0B0', fontWeight: 'bold', marginBottom: 20, letterSpacing: 2 }}&gt;LABTHINK · 医药行业解决方案&lt;/Text&gt;&#10;      &lt;Text style={{ fontSize: 64, fontWeight: 'bold', lineHeight: 1.18, marginBottom: 24 }}&gt;制药质量控制的&lt;br /&gt;全流程自动化检测方案&lt;/Text&gt;&#10;      &lt;Text style={{ fontSize: 28, color: '#F5F7FA', lineHeight: 1.5, marginBottom: 36 }}&gt;聚焦制药QC重量分析检测自动化升级&lt;/Text&gt;&#10;      &lt;Box style={{ display: 'flex', flexDirection: 'row', gap: 14, marginBottom: 60 }}&gt;&#10;        {['精准', '高效', '合规', '安全'].map((tag, idx) =&gt; (&#10;          &lt;Box key={idx} style={{ padding: '8px 22px', borderRadius: 20, border: '1px solid rgba(0,160,176,0.6)', background: 'rgba(0,160,176,0.12)' }}&gt;&#10;            &lt;Text style={{ fontSize: 18, color: '#00A0B0', fontWeight: 'bold' }}&gt;{tag}&lt;/Text&gt;&#10;          &lt;/Box&gt;&#10;        ))}&#10;      &lt;/Box&gt;&#10;      &lt;Text style={{ fontSize: 18, color: '#F5F7FA', opacity: 0.9 }}&gt;济南兰光机电技术有限公司（Labthink）· 2026年&lt;/Text&gt;&#10;    &lt;/Box&gt;&#10;  &lt;/Box&gt;&#10;&lt;/Slide&gt;&#10;"/>
        <p:cNvGrpSpPr/>
        <p:nvPr/>
      </p:nvGrpSpPr>
      <p:grpSpPr>
        <a:xfrm>
          <a:off x="0" y="0"/>
          <a:ext cx="0" cy="0"/>
          <a:chOff x="0" y="0"/>
          <a:chExt cx="0" cy="0"/>
        </a:xfrm>
      </p:grpSpPr>
      <p:pic>
        <p:nvPicPr>
          <p:cNvPr id="2" name="图片 1"/>
          <p:cNvPicPr>
            <a:picLocks noChangeAspect="1"/>
          </p:cNvPicPr>
          <p:nvPr/>
        </p:nvPicPr>
        <p:blipFill>
          <a:blip r:embed="rId1"/>
          <a:srcRect t="8894" b="8894"/>
          <a:stretch>
            <a:fillRect/>
          </a:stretch>
        </p:blipFill>
        <p:spPr>
          <a:xfrm>
            <a:off x="0" y="0"/>
            <a:ext cx="12192000" cy="6858000"/>
          </a:xfrm>
          <a:prstGeom prst="rect">
            <a:avLst/>
          </a:prstGeom>
        </p:spPr>
      </p:pic>
      <p:sp>
        <p:nvSpPr>
          <p:cNvPr id="3" name="矩形 2"/>
          <p:cNvSpPr/>
          <p:nvPr/>
        </p:nvSpPr>
        <p:spPr>
          <a:xfrm>
            <a:off x="0" y="0"/>
            <a:ext cx="12192000" cy="6858000"/>
          </a:xfrm>
          <a:prstGeom prst="rect">
            <a:avLst/>
          </a:prstGeom>
          <a:gradFill>
            <a:gsLst>
              <a:gs pos="0">
                <a:srgbClr val="0F233C">
                  <a:alpha val="90000"/>
                </a:srgbClr>
              </a:gs>
              <a:gs pos="55000">
                <a:srgbClr val="0F233C">
                  <a:alpha val="60000"/>
                </a:srgbClr>
              </a:gs>
              <a:gs pos="100000">
                <a:srgbClr val="0F233C">
                  <a:alpha val="25000"/>
                </a:srgbClr>
              </a:gs>
            </a:gsLst>
            <a:lin ang="0" scaled="1"/>
          </a:gradFill>
        </p:spPr>
        <p:txBody>
          <a:bodyPr/>
          <a:p/>
        </p:txBody>
      </p:sp>
      <p:sp>
        <p:nvSpPr>
          <p:cNvPr id="5" name="文本框 4" descr="{&quot;isTemplate&quot;:true,&quot;type&quot;:&quot;text&quot;}"/>
          <p:cNvSpPr txBox="1"/>
          <p:nvPr/>
        </p:nvSpPr>
        <p:spPr>
          <a:xfrm>
            <a:off x="571500" y="1666875"/>
            <a:ext cx="7620000" cy="1733550"/>
          </a:xfrm>
          <a:prstGeom prst="rect">
            <a:avLst/>
          </a:prstGeom>
        </p:spPr>
        <p:txBody>
          <a:bodyPr wrap="none" lIns="0" tIns="0" rIns="0" bIns="0"/>
          <a:p>
            <a:pPr>
              <a:lnSpc>
                <a:spcPct val="118000"/>
              </a:lnSpc>
            </a:pPr>
            <a:r>
              <a:rPr lang="zh-CN" sz="4800" b="1">
                <a:solidFill>
                  <a:srgbClr val="FFFFFF"/>
                </a:solidFill>
                <a:latin typeface="微软雅黑" panose="020B0503020204020204" charset="-122"/>
                <a:ea typeface="微软雅黑" panose="020B0503020204020204" charset="-122"/>
              </a:rPr>
              <a:t>制药质量控制的</a:t>
            </a:r>
            <a:endParaRPr lang="zh-CN" sz="4800" b="1">
              <a:solidFill>
                <a:srgbClr val="FFFFFF"/>
              </a:solidFill>
              <a:latin typeface="微软雅黑" panose="020B0503020204020204" charset="-122"/>
              <a:ea typeface="微软雅黑" panose="020B0503020204020204" charset="-122"/>
            </a:endParaRPr>
          </a:p>
          <a:p>
            <a:pPr>
              <a:lnSpc>
                <a:spcPct val="118000"/>
              </a:lnSpc>
            </a:pPr>
            <a:r>
              <a:rPr lang="zh-CN" sz="4800" b="1">
                <a:solidFill>
                  <a:srgbClr val="FFFFFF"/>
                </a:solidFill>
                <a:latin typeface="微软雅黑" panose="020B0503020204020204" charset="-122"/>
                <a:ea typeface="微软雅黑" panose="020B0503020204020204" charset="-122"/>
              </a:rPr>
              <a:t>全流程自动化检测方案</a:t>
            </a:r>
            <a:endParaRPr lang="zh-CN" sz="4800" b="1">
              <a:solidFill>
                <a:srgbClr val="FFFFFF"/>
              </a:solidFill>
              <a:latin typeface="微软雅黑" panose="020B0503020204020204" charset="-122"/>
              <a:ea typeface="微软雅黑" panose="020B0503020204020204" charset="-122"/>
            </a:endParaRPr>
          </a:p>
        </p:txBody>
      </p:sp>
      <p:sp>
        <p:nvSpPr>
          <p:cNvPr id="6" name="文本框 5" descr="{&quot;isTemplate&quot;:true,&quot;type&quot;:&quot;text&quot;}"/>
          <p:cNvSpPr txBox="1"/>
          <p:nvPr/>
        </p:nvSpPr>
        <p:spPr>
          <a:xfrm>
            <a:off x="571500" y="4233545"/>
            <a:ext cx="7620000" cy="485775"/>
          </a:xfrm>
          <a:prstGeom prst="rect">
            <a:avLst/>
          </a:prstGeom>
        </p:spPr>
        <p:txBody>
          <a:bodyPr wrap="none" lIns="0" tIns="0" rIns="0" bIns="0" anchor="ctr" anchorCtr="0"/>
          <a:p>
            <a:pPr indent="0" fontAlgn="auto">
              <a:lnSpc>
                <a:spcPct val="100000"/>
              </a:lnSpc>
            </a:pPr>
            <a:r>
              <a:rPr lang="zh-CN" sz="1600">
                <a:solidFill>
                  <a:srgbClr val="F5F7FA"/>
                </a:solidFill>
                <a:latin typeface="微软雅黑" panose="020B0503020204020204" charset="-122"/>
                <a:ea typeface="微软雅黑" panose="020B0503020204020204" charset="-122"/>
              </a:rPr>
              <a:t>聚焦制药</a:t>
            </a:r>
            <a:r>
              <a:rPr lang="en-US" sz="1600">
                <a:solidFill>
                  <a:srgbClr val="F5F7FA"/>
                </a:solidFill>
                <a:latin typeface="微软雅黑" panose="020B0503020204020204" charset="-122"/>
                <a:ea typeface="微软雅黑" panose="020B0503020204020204" charset="-122"/>
              </a:rPr>
              <a:t>QC</a:t>
            </a:r>
            <a:r>
              <a:rPr lang="zh-CN" sz="1600">
                <a:solidFill>
                  <a:srgbClr val="F5F7FA"/>
                </a:solidFill>
                <a:latin typeface="微软雅黑" panose="020B0503020204020204" charset="-122"/>
                <a:ea typeface="微软雅黑" panose="020B0503020204020204" charset="-122"/>
              </a:rPr>
              <a:t>重量分析检测自动化升级</a:t>
            </a:r>
            <a:endParaRPr lang="zh-CN" sz="1600">
              <a:solidFill>
                <a:srgbClr val="F5F7FA"/>
              </a:solidFill>
              <a:latin typeface="微软雅黑" panose="020B0503020204020204" charset="-122"/>
              <a:ea typeface="微软雅黑" panose="020B0503020204020204" charset="-122"/>
            </a:endParaRPr>
          </a:p>
        </p:txBody>
      </p:sp>
      <p:sp>
        <p:nvSpPr>
          <p:cNvPr id="15" name="文本框 14" descr="{&quot;isTemplate&quot;:true,&quot;type&quot;:&quot;text&quot;}"/>
          <p:cNvSpPr txBox="1"/>
          <p:nvPr/>
        </p:nvSpPr>
        <p:spPr>
          <a:xfrm>
            <a:off x="2286000" y="5949315"/>
            <a:ext cx="7620000" cy="673735"/>
          </a:xfrm>
          <a:prstGeom prst="rect">
            <a:avLst/>
          </a:prstGeom>
        </p:spPr>
        <p:txBody>
          <a:bodyPr wrap="none" lIns="0" tIns="0" rIns="0" bIns="0" anchor="ctr" anchorCtr="0"/>
          <a:p>
            <a:pPr algn="ctr">
              <a:lnSpc>
                <a:spcPct val="150000"/>
              </a:lnSpc>
            </a:pPr>
            <a:r>
              <a:rPr lang="zh-CN" sz="1600">
                <a:solidFill>
                  <a:srgbClr val="F5F7FA">
                    <a:alpha val="90000"/>
                  </a:srgbClr>
                </a:solidFill>
                <a:latin typeface="微软雅黑" panose="020B0503020204020204" charset="-122"/>
                <a:ea typeface="微软雅黑" panose="020B0503020204020204" charset="-122"/>
              </a:rPr>
              <a:t>济南兰光机电技术有限公司</a:t>
            </a:r>
            <a:endParaRPr lang="zh-CN" sz="1600">
              <a:solidFill>
                <a:srgbClr val="F5F7FA">
                  <a:alpha val="90000"/>
                </a:srgbClr>
              </a:solidFill>
              <a:latin typeface="微软雅黑" panose="020B0503020204020204" charset="-122"/>
              <a:ea typeface="微软雅黑" panose="020B0503020204020204" charset="-122"/>
            </a:endParaRPr>
          </a:p>
          <a:p>
            <a:pPr algn="ctr">
              <a:lnSpc>
                <a:spcPct val="150000"/>
              </a:lnSpc>
            </a:pPr>
            <a:r>
              <a:rPr lang="en-US" sz="1600">
                <a:solidFill>
                  <a:srgbClr val="F5F7FA">
                    <a:alpha val="90000"/>
                  </a:srgbClr>
                </a:solidFill>
                <a:latin typeface="微软雅黑" panose="020B0503020204020204" charset="-122"/>
                <a:ea typeface="微软雅黑" panose="020B0503020204020204" charset="-122"/>
              </a:rPr>
              <a:t>2026</a:t>
            </a:r>
            <a:r>
              <a:rPr lang="zh-CN" sz="1600">
                <a:solidFill>
                  <a:srgbClr val="F5F7FA">
                    <a:alpha val="90000"/>
                  </a:srgbClr>
                </a:solidFill>
                <a:latin typeface="微软雅黑" panose="020B0503020204020204" charset="-122"/>
                <a:ea typeface="微软雅黑" panose="020B0503020204020204" charset="-122"/>
              </a:rPr>
              <a:t>年</a:t>
            </a:r>
            <a:endParaRPr lang="zh-CN" sz="1600">
              <a:solidFill>
                <a:srgbClr val="F5F7FA">
                  <a:alpha val="90000"/>
                </a:srgbClr>
              </a:solidFill>
              <a:latin typeface="微软雅黑" panose="020B0503020204020204" charset="-122"/>
              <a:ea typeface="微软雅黑" panose="020B0503020204020204" charset="-122"/>
            </a:endParaRPr>
          </a:p>
        </p:txBody>
      </p:sp>
      <p:pic>
        <p:nvPicPr>
          <p:cNvPr id="16" name="图片 15"/>
          <p:cNvPicPr>
            <a:picLocks noChangeAspect="1"/>
          </p:cNvPicPr>
          <p:nvPr/>
        </p:nvPicPr>
        <p:blipFill>
          <a:blip r:embed="rId2"/>
          <a:stretch>
            <a:fillRect/>
          </a:stretch>
        </p:blipFill>
        <p:spPr>
          <a:xfrm>
            <a:off x="571500" y="535305"/>
            <a:ext cx="2020570" cy="671830"/>
          </a:xfrm>
          <a:prstGeom prst="rect">
            <a:avLst/>
          </a:prstGeom>
        </p:spPr>
      </p:pic>
      <p:sp>
        <p:nvSpPr>
          <p:cNvPr id="17" name="tab"/>
          <p:cNvSpPr/>
          <p:nvPr/>
        </p:nvSpPr>
        <p:spPr>
          <a:xfrm>
            <a:off x="571500" y="4051935"/>
            <a:ext cx="558800" cy="50800"/>
          </a:xfrm>
          <a:prstGeom prst="rect">
            <a:avLst/>
          </a:prstGeom>
          <a:solidFill>
            <a:srgbClr val="F5B700"/>
          </a:solidFill>
          <a:ln>
            <a:noFill/>
          </a:ln>
        </p:spPr>
      </p:sp>
      <p:grpSp>
        <p:nvGrpSpPr>
          <p:cNvPr id="4" name="组合 3"/>
          <p:cNvGrpSpPr/>
          <p:nvPr/>
        </p:nvGrpSpPr>
        <p:grpSpPr>
          <a:xfrm>
            <a:off x="577850" y="4951095"/>
            <a:ext cx="3448050" cy="361950"/>
            <a:chOff x="910" y="7797"/>
            <a:chExt cx="5430" cy="570"/>
          </a:xfrm>
        </p:grpSpPr>
        <p:sp>
          <p:nvSpPr>
            <p:cNvPr id="18" name="圆角矩形 17"/>
            <p:cNvSpPr/>
            <p:nvPr/>
          </p:nvSpPr>
          <p:spPr>
            <a:xfrm>
              <a:off x="910" y="7797"/>
              <a:ext cx="1200" cy="570"/>
            </a:xfrm>
            <a:prstGeom prst="roundRect">
              <a:avLst>
                <a:gd name="adj" fmla="val 52632"/>
              </a:avLst>
            </a:prstGeom>
            <a:solidFill>
              <a:srgbClr val="FFC20F">
                <a:alpha val="12000"/>
              </a:srgbClr>
            </a:solidFill>
            <a:ln w="12700">
              <a:solidFill>
                <a:srgbClr val="FCC800">
                  <a:alpha val="60000"/>
                </a:srgbClr>
              </a:solidFill>
              <a:prstDash val="solid"/>
            </a:ln>
          </p:spPr>
          <p:txBody>
            <a:bodyPr/>
            <a:p/>
          </p:txBody>
        </p:sp>
        <p:sp>
          <p:nvSpPr>
            <p:cNvPr id="19" name="文本框 18" descr="{&quot;isTemplate&quot;:true,&quot;type&quot;:&quot;text&quot;}"/>
            <p:cNvSpPr txBox="1"/>
            <p:nvPr/>
          </p:nvSpPr>
          <p:spPr>
            <a:xfrm>
              <a:off x="1240" y="7917"/>
              <a:ext cx="540" cy="330"/>
            </a:xfrm>
            <a:prstGeom prst="rect">
              <a:avLst/>
            </a:prstGeom>
          </p:spPr>
          <p:txBody>
            <a:bodyPr wrap="none" lIns="0" tIns="0" rIns="0" bIns="0"/>
            <a:p>
              <a:pPr>
                <a:lnSpc>
                  <a:spcPct val="100000"/>
                </a:lnSpc>
              </a:pPr>
              <a:r>
                <a:rPr lang="zh-CN" sz="1350" b="1">
                  <a:solidFill>
                    <a:srgbClr val="FFC20F"/>
                  </a:solidFill>
                  <a:latin typeface="微软雅黑" panose="020B0503020204020204" charset="-122"/>
                  <a:ea typeface="微软雅黑" panose="020B0503020204020204" charset="-122"/>
                </a:rPr>
                <a:t>精准</a:t>
              </a:r>
              <a:endParaRPr lang="zh-CN" sz="1350" b="1">
                <a:solidFill>
                  <a:srgbClr val="FFC20F"/>
                </a:solidFill>
                <a:latin typeface="微软雅黑" panose="020B0503020204020204" charset="-122"/>
                <a:ea typeface="微软雅黑" panose="020B0503020204020204" charset="-122"/>
              </a:endParaRPr>
            </a:p>
          </p:txBody>
        </p:sp>
        <p:sp>
          <p:nvSpPr>
            <p:cNvPr id="20" name="圆角矩形 19"/>
            <p:cNvSpPr/>
            <p:nvPr/>
          </p:nvSpPr>
          <p:spPr>
            <a:xfrm>
              <a:off x="2320" y="7797"/>
              <a:ext cx="1200" cy="570"/>
            </a:xfrm>
            <a:prstGeom prst="roundRect">
              <a:avLst>
                <a:gd name="adj" fmla="val 52632"/>
              </a:avLst>
            </a:prstGeom>
            <a:solidFill>
              <a:srgbClr val="FFC20F">
                <a:alpha val="12000"/>
              </a:srgbClr>
            </a:solidFill>
            <a:ln w="12700">
              <a:solidFill>
                <a:srgbClr val="FFC20F">
                  <a:alpha val="60000"/>
                </a:srgbClr>
              </a:solidFill>
              <a:prstDash val="solid"/>
            </a:ln>
          </p:spPr>
          <p:txBody>
            <a:bodyPr/>
            <a:p/>
          </p:txBody>
        </p:sp>
        <p:sp>
          <p:nvSpPr>
            <p:cNvPr id="21" name="文本框 20" descr="{&quot;isTemplate&quot;:true,&quot;type&quot;:&quot;text&quot;}"/>
            <p:cNvSpPr txBox="1"/>
            <p:nvPr/>
          </p:nvSpPr>
          <p:spPr>
            <a:xfrm>
              <a:off x="2650" y="7917"/>
              <a:ext cx="540" cy="330"/>
            </a:xfrm>
            <a:prstGeom prst="rect">
              <a:avLst/>
            </a:prstGeom>
          </p:spPr>
          <p:txBody>
            <a:bodyPr wrap="none" lIns="0" tIns="0" rIns="0" bIns="0"/>
            <a:p>
              <a:pPr>
                <a:lnSpc>
                  <a:spcPct val="100000"/>
                </a:lnSpc>
              </a:pPr>
              <a:r>
                <a:rPr lang="zh-CN" sz="1350" b="1">
                  <a:solidFill>
                    <a:srgbClr val="FFC20F"/>
                  </a:solidFill>
                  <a:latin typeface="微软雅黑" panose="020B0503020204020204" charset="-122"/>
                  <a:ea typeface="微软雅黑" panose="020B0503020204020204" charset="-122"/>
                </a:rPr>
                <a:t>高效</a:t>
              </a:r>
              <a:endParaRPr lang="zh-CN" sz="1350" b="1">
                <a:solidFill>
                  <a:srgbClr val="FFC20F"/>
                </a:solidFill>
                <a:latin typeface="微软雅黑" panose="020B0503020204020204" charset="-122"/>
                <a:ea typeface="微软雅黑" panose="020B0503020204020204" charset="-122"/>
              </a:endParaRPr>
            </a:p>
          </p:txBody>
        </p:sp>
        <p:sp>
          <p:nvSpPr>
            <p:cNvPr id="22" name="圆角矩形 21"/>
            <p:cNvSpPr/>
            <p:nvPr/>
          </p:nvSpPr>
          <p:spPr>
            <a:xfrm>
              <a:off x="3730" y="7797"/>
              <a:ext cx="1200" cy="570"/>
            </a:xfrm>
            <a:prstGeom prst="roundRect">
              <a:avLst>
                <a:gd name="adj" fmla="val 52632"/>
              </a:avLst>
            </a:prstGeom>
            <a:solidFill>
              <a:srgbClr val="FFC20F">
                <a:alpha val="12000"/>
              </a:srgbClr>
            </a:solidFill>
            <a:ln w="12700">
              <a:solidFill>
                <a:srgbClr val="FFC20F">
                  <a:alpha val="60000"/>
                </a:srgbClr>
              </a:solidFill>
              <a:prstDash val="solid"/>
            </a:ln>
          </p:spPr>
          <p:txBody>
            <a:bodyPr/>
            <a:p/>
          </p:txBody>
        </p:sp>
        <p:sp>
          <p:nvSpPr>
            <p:cNvPr id="23" name="文本框 22" descr="{&quot;isTemplate&quot;:true,&quot;type&quot;:&quot;text&quot;}"/>
            <p:cNvSpPr txBox="1"/>
            <p:nvPr/>
          </p:nvSpPr>
          <p:spPr>
            <a:xfrm>
              <a:off x="4060" y="7917"/>
              <a:ext cx="540" cy="330"/>
            </a:xfrm>
            <a:prstGeom prst="rect">
              <a:avLst/>
            </a:prstGeom>
          </p:spPr>
          <p:txBody>
            <a:bodyPr wrap="none" lIns="0" tIns="0" rIns="0" bIns="0"/>
            <a:p>
              <a:pPr>
                <a:lnSpc>
                  <a:spcPct val="100000"/>
                </a:lnSpc>
              </a:pPr>
              <a:r>
                <a:rPr lang="zh-CN" sz="1350" b="1">
                  <a:solidFill>
                    <a:srgbClr val="FFC20F"/>
                  </a:solidFill>
                  <a:latin typeface="微软雅黑" panose="020B0503020204020204" charset="-122"/>
                  <a:ea typeface="微软雅黑" panose="020B0503020204020204" charset="-122"/>
                </a:rPr>
                <a:t>合规</a:t>
              </a:r>
              <a:endParaRPr lang="zh-CN" sz="1350" b="1">
                <a:solidFill>
                  <a:srgbClr val="FFC20F"/>
                </a:solidFill>
                <a:latin typeface="微软雅黑" panose="020B0503020204020204" charset="-122"/>
                <a:ea typeface="微软雅黑" panose="020B0503020204020204" charset="-122"/>
              </a:endParaRPr>
            </a:p>
          </p:txBody>
        </p:sp>
        <p:sp>
          <p:nvSpPr>
            <p:cNvPr id="24" name="圆角矩形 23"/>
            <p:cNvSpPr/>
            <p:nvPr/>
          </p:nvSpPr>
          <p:spPr>
            <a:xfrm>
              <a:off x="5140" y="7797"/>
              <a:ext cx="1200" cy="570"/>
            </a:xfrm>
            <a:prstGeom prst="roundRect">
              <a:avLst>
                <a:gd name="adj" fmla="val 52632"/>
              </a:avLst>
            </a:prstGeom>
            <a:solidFill>
              <a:srgbClr val="FFC20F">
                <a:alpha val="12000"/>
              </a:srgbClr>
            </a:solidFill>
            <a:ln w="12700">
              <a:solidFill>
                <a:srgbClr val="FFC20F">
                  <a:alpha val="60000"/>
                </a:srgbClr>
              </a:solidFill>
              <a:prstDash val="solid"/>
            </a:ln>
          </p:spPr>
          <p:txBody>
            <a:bodyPr/>
            <a:p/>
          </p:txBody>
        </p:sp>
        <p:sp>
          <p:nvSpPr>
            <p:cNvPr id="25" name="文本框 24" descr="{&quot;isTemplate&quot;:true,&quot;type&quot;:&quot;text&quot;}"/>
            <p:cNvSpPr txBox="1"/>
            <p:nvPr/>
          </p:nvSpPr>
          <p:spPr>
            <a:xfrm>
              <a:off x="5470" y="7917"/>
              <a:ext cx="540" cy="330"/>
            </a:xfrm>
            <a:prstGeom prst="rect">
              <a:avLst/>
            </a:prstGeom>
          </p:spPr>
          <p:txBody>
            <a:bodyPr wrap="none" lIns="0" tIns="0" rIns="0" bIns="0"/>
            <a:p>
              <a:pPr>
                <a:lnSpc>
                  <a:spcPct val="100000"/>
                </a:lnSpc>
              </a:pPr>
              <a:r>
                <a:rPr lang="zh-CN" sz="1350" b="1">
                  <a:solidFill>
                    <a:srgbClr val="FFC20F"/>
                  </a:solidFill>
                  <a:latin typeface="微软雅黑" panose="020B0503020204020204" charset="-122"/>
                  <a:ea typeface="微软雅黑" panose="020B0503020204020204" charset="-122"/>
                </a:rPr>
                <a:t>安全</a:t>
              </a:r>
              <a:endParaRPr lang="zh-CN" sz="1350" b="1">
                <a:solidFill>
                  <a:srgbClr val="FFC20F"/>
                </a:solidFill>
                <a:latin typeface="微软雅黑" panose="020B0503020204020204" charset="-122"/>
                <a:ea typeface="微软雅黑" panose="020B0503020204020204" charset="-122"/>
              </a:endParaRPr>
            </a:p>
          </p:txBody>
        </p:sp>
      </p:grpSp>
    </p:spTree>
    <p:custDataLst>
      <p:tags r:id="rId3"/>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4064000" cy="6858000"/>
          </a:xfrm>
          <a:prstGeom prst="roundRect">
            <a:avLst>
              <a:gd name="adj" fmla="val 0"/>
            </a:avLst>
          </a:prstGeom>
          <a:gradFill>
            <a:gsLst>
              <a:gs pos="0">
                <a:srgbClr val="FF9E3F"/>
              </a:gs>
              <a:gs pos="100000">
                <a:srgbClr val="FFC20F"/>
              </a:gs>
            </a:gsLst>
            <a:lin ang="2700000" scaled="1"/>
          </a:gradFill>
        </p:spPr>
        <p:txBody>
          <a:bodyPr vert="horz" wrap="square" lIns="91440" tIns="45720" rIns="91440" bIns="45720" rtlCol="0" anchor="ctr" anchorCtr="0">
            <a:noAutofit/>
          </a:bodyPr>
          <a:lstStyle/>
          <a:p>
            <a:pPr lvl="0" algn="ctr">
              <a:buClrTx/>
              <a:buSzTx/>
              <a:buFontTx/>
            </a:pPr>
            <a:endParaRPr lang="zh-CN" altLang="en-US">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AutoShape 3"/>
          <p:cNvSpPr/>
          <p:nvPr/>
        </p:nvSpPr>
        <p:spPr>
          <a:xfrm>
            <a:off x="508000" y="22860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3200" b="1" i="0" u="none" strike="noStrike">
                <a:solidFill>
                  <a:schemeClr val="bg1"/>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目录</a:t>
            </a:r>
            <a:endParaRPr lang="en-US" sz="3200" b="1" i="0" u="none" strike="noStrike">
              <a:solidFill>
                <a:schemeClr val="bg1"/>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4" name="AutoShape 4"/>
          <p:cNvSpPr/>
          <p:nvPr/>
        </p:nvSpPr>
        <p:spPr>
          <a:xfrm>
            <a:off x="508000" y="33020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2400" b="0" i="0" u="none" strike="noStrike">
                <a:solidFill>
                  <a:schemeClr val="bg1"/>
                </a:solidFill>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CONTENTS</a:t>
            </a:r>
            <a:endParaRPr lang="en-US" sz="2400" b="0" i="0" u="none" strike="noStrike">
              <a:solidFill>
                <a:schemeClr val="bg1"/>
              </a:solidFill>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endParaRPr>
          </a:p>
        </p:txBody>
      </p:sp>
      <p:cxnSp>
        <p:nvCxnSpPr>
          <p:cNvPr id="5" name="Connector 5"/>
          <p:cNvCxnSpPr/>
          <p:nvPr/>
        </p:nvCxnSpPr>
        <p:spPr>
          <a:xfrm rot="-42969">
            <a:off x="508040" y="4311650"/>
            <a:ext cx="1016000" cy="12700"/>
          </a:xfrm>
          <a:prstGeom prst="straightConnector1">
            <a:avLst/>
          </a:prstGeom>
          <a:solidFill>
            <a:srgbClr val="DEE0E3">
              <a:alpha val="100000"/>
            </a:srgbClr>
          </a:solidFill>
          <a:ln w="25400" cap="flat" cmpd="sng">
            <a:solidFill>
              <a:schemeClr val="bg1">
                <a:alpha val="100000"/>
              </a:schemeClr>
            </a:solidFill>
            <a:prstDash val="solid"/>
            <a:round/>
            <a:headEnd type="none" w="lg" len="lg"/>
            <a:tailEnd type="none" w="lg" len="lg"/>
          </a:ln>
        </p:spPr>
      </p:cxnSp>
      <p:grpSp>
        <p:nvGrpSpPr>
          <p:cNvPr id="6" name="组合 5"/>
          <p:cNvGrpSpPr/>
          <p:nvPr/>
        </p:nvGrpSpPr>
        <p:grpSpPr>
          <a:xfrm>
            <a:off x="5176520" y="1270000"/>
            <a:ext cx="5326380" cy="4254500"/>
            <a:chOff x="8152" y="2000"/>
            <a:chExt cx="8388" cy="6700"/>
          </a:xfrm>
        </p:grpSpPr>
        <p:sp>
          <p:nvSpPr>
            <p:cNvPr id="7" name="AutoShape 7"/>
            <p:cNvSpPr/>
            <p:nvPr/>
          </p:nvSpPr>
          <p:spPr>
            <a:xfrm>
              <a:off x="8152" y="2000"/>
              <a:ext cx="1000" cy="7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FCC800"/>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01</a:t>
              </a:r>
              <a:endParaRPr lang="en-US" sz="2400" b="1" i="0" u="none" strike="noStrike">
                <a:solidFill>
                  <a:srgbClr val="FCC800"/>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endParaRPr>
            </a:p>
          </p:txBody>
        </p:sp>
        <p:sp>
          <p:nvSpPr>
            <p:cNvPr id="9" name="AutoShape 9"/>
            <p:cNvSpPr/>
            <p:nvPr/>
          </p:nvSpPr>
          <p:spPr>
            <a:xfrm>
              <a:off x="8152" y="3500"/>
              <a:ext cx="1000" cy="700"/>
            </a:xfrm>
            <a:prstGeom prst="rect">
              <a:avLst/>
            </a:prstGeom>
            <a:noFill/>
            <a:ln w="12700" cap="flat" cmpd="sng">
              <a:noFill/>
              <a:prstDash val="solid"/>
              <a:round/>
            </a:ln>
          </p:spPr>
          <p:txBody>
            <a:bodyPr vert="horz" wrap="square" lIns="0" tIns="0" rIns="0" bIns="0" rtlCol="0" anchor="ctr" anchorCtr="0">
              <a:noAutofit/>
            </a:bodyPr>
            <a:lstStyle/>
            <a:p>
              <a:pPr lvl="0" algn="l">
                <a:buClrTx/>
                <a:buSzTx/>
                <a:buFontTx/>
                <a:defRPr/>
              </a:pPr>
              <a:r>
                <a:rPr lang="en-US" sz="2400" b="1">
                  <a:solidFill>
                    <a:srgbClr val="FCC800"/>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02</a:t>
              </a:r>
              <a:endParaRPr lang="en-US" sz="2400" b="1">
                <a:solidFill>
                  <a:srgbClr val="FCC800"/>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endParaRPr>
            </a:p>
          </p:txBody>
        </p:sp>
        <p:sp>
          <p:nvSpPr>
            <p:cNvPr id="11" name="AutoShape 11"/>
            <p:cNvSpPr/>
            <p:nvPr/>
          </p:nvSpPr>
          <p:spPr>
            <a:xfrm>
              <a:off x="8152" y="5000"/>
              <a:ext cx="1000" cy="700"/>
            </a:xfrm>
            <a:prstGeom prst="rect">
              <a:avLst/>
            </a:prstGeom>
            <a:noFill/>
            <a:ln w="12700" cap="flat" cmpd="sng">
              <a:noFill/>
              <a:prstDash val="solid"/>
              <a:round/>
            </a:ln>
          </p:spPr>
          <p:txBody>
            <a:bodyPr vert="horz" wrap="square" lIns="0" tIns="0" rIns="0" bIns="0" rtlCol="0" anchor="ctr" anchorCtr="0">
              <a:noAutofit/>
            </a:bodyPr>
            <a:lstStyle/>
            <a:p>
              <a:pPr lvl="0" algn="l">
                <a:buClrTx/>
                <a:buSzTx/>
                <a:buFontTx/>
                <a:defRPr/>
              </a:pPr>
              <a:r>
                <a:rPr lang="en-US" sz="2400" b="1">
                  <a:solidFill>
                    <a:srgbClr val="FCC800"/>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03</a:t>
              </a:r>
              <a:endParaRPr lang="en-US" sz="2400" b="1">
                <a:solidFill>
                  <a:srgbClr val="FCC800"/>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endParaRPr>
            </a:p>
          </p:txBody>
        </p:sp>
        <p:sp>
          <p:nvSpPr>
            <p:cNvPr id="13" name="AutoShape 13"/>
            <p:cNvSpPr/>
            <p:nvPr/>
          </p:nvSpPr>
          <p:spPr>
            <a:xfrm>
              <a:off x="8152" y="6500"/>
              <a:ext cx="1000" cy="700"/>
            </a:xfrm>
            <a:prstGeom prst="rect">
              <a:avLst/>
            </a:prstGeom>
            <a:noFill/>
            <a:ln w="12700" cap="flat" cmpd="sng">
              <a:noFill/>
              <a:prstDash val="solid"/>
              <a:round/>
            </a:ln>
          </p:spPr>
          <p:txBody>
            <a:bodyPr vert="horz" wrap="square" lIns="0" tIns="0" rIns="0" bIns="0" rtlCol="0" anchor="ctr" anchorCtr="0">
              <a:noAutofit/>
            </a:bodyPr>
            <a:lstStyle/>
            <a:p>
              <a:pPr lvl="0" algn="l">
                <a:buClrTx/>
                <a:buSzTx/>
                <a:buFontTx/>
                <a:defRPr/>
              </a:pPr>
              <a:r>
                <a:rPr lang="en-US" sz="2400" b="1">
                  <a:solidFill>
                    <a:srgbClr val="FCC800"/>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04</a:t>
              </a:r>
              <a:endParaRPr lang="en-US" sz="2400" b="1">
                <a:solidFill>
                  <a:srgbClr val="FCC800"/>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endParaRPr>
            </a:p>
          </p:txBody>
        </p:sp>
        <p:sp>
          <p:nvSpPr>
            <p:cNvPr id="15" name="AutoShape 15"/>
            <p:cNvSpPr/>
            <p:nvPr/>
          </p:nvSpPr>
          <p:spPr>
            <a:xfrm>
              <a:off x="8152" y="8000"/>
              <a:ext cx="1000" cy="700"/>
            </a:xfrm>
            <a:prstGeom prst="rect">
              <a:avLst/>
            </a:prstGeom>
            <a:noFill/>
            <a:ln w="12700" cap="flat" cmpd="sng">
              <a:noFill/>
              <a:prstDash val="solid"/>
              <a:round/>
            </a:ln>
          </p:spPr>
          <p:txBody>
            <a:bodyPr vert="horz" wrap="square" lIns="0" tIns="0" rIns="0" bIns="0" rtlCol="0" anchor="ctr" anchorCtr="0">
              <a:noAutofit/>
            </a:bodyPr>
            <a:lstStyle/>
            <a:p>
              <a:pPr lvl="0" algn="l">
                <a:buClrTx/>
                <a:buSzTx/>
                <a:buFontTx/>
                <a:defRPr/>
              </a:pPr>
              <a:r>
                <a:rPr lang="en-US" sz="2400" b="1">
                  <a:solidFill>
                    <a:srgbClr val="FCC800"/>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05</a:t>
              </a:r>
              <a:endParaRPr lang="en-US" sz="2400" b="1">
                <a:solidFill>
                  <a:srgbClr val="FCC800"/>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endParaRPr>
            </a:p>
          </p:txBody>
        </p:sp>
        <p:sp>
          <p:nvSpPr>
            <p:cNvPr id="8" name="AutoShape 8"/>
            <p:cNvSpPr/>
            <p:nvPr/>
          </p:nvSpPr>
          <p:spPr>
            <a:xfrm>
              <a:off x="9640" y="2000"/>
              <a:ext cx="6900" cy="7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2400" b="1" i="0" u="none" strike="noStrike">
                  <a:solidFill>
                    <a:srgbClr val="1E1E28"/>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困境</a:t>
              </a:r>
              <a:r>
                <a:rPr lang="en-US" sz="2400" b="1" i="0" u="none" strike="noStrike">
                  <a:solidFill>
                    <a:srgbClr val="1E1E28"/>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与政策</a:t>
              </a:r>
              <a:endParaRPr lang="en-US" sz="2400">
                <a:latin typeface="微软雅黑" panose="020B0503020204020204" charset="-122"/>
                <a:ea typeface="微软雅黑" panose="020B0503020204020204" charset="-122"/>
              </a:endParaRPr>
            </a:p>
          </p:txBody>
        </p:sp>
        <p:sp>
          <p:nvSpPr>
            <p:cNvPr id="10" name="AutoShape 10"/>
            <p:cNvSpPr/>
            <p:nvPr/>
          </p:nvSpPr>
          <p:spPr>
            <a:xfrm>
              <a:off x="9640" y="3500"/>
              <a:ext cx="6900" cy="7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2400" b="1" i="0" u="none" strike="noStrike">
                  <a:solidFill>
                    <a:srgbClr val="1E1E28"/>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关于</a:t>
              </a:r>
              <a:r>
                <a:rPr lang="en-US" altLang="zh-CN" sz="2400" b="1" i="0" u="none" strike="noStrike">
                  <a:solidFill>
                    <a:srgbClr val="1E1E28"/>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Labthink</a:t>
              </a:r>
              <a:endParaRPr lang="en-US" altLang="zh-CN" sz="2400" b="1" i="0" u="none" strike="noStrike">
                <a:solidFill>
                  <a:srgbClr val="1E1E28"/>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endParaRPr>
            </a:p>
          </p:txBody>
        </p:sp>
        <p:sp>
          <p:nvSpPr>
            <p:cNvPr id="12" name="AutoShape 12"/>
            <p:cNvSpPr/>
            <p:nvPr/>
          </p:nvSpPr>
          <p:spPr>
            <a:xfrm>
              <a:off x="9640" y="5000"/>
              <a:ext cx="6900" cy="7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2400" b="1" i="0" u="none" strike="noStrike">
                  <a:solidFill>
                    <a:srgbClr val="1E1E28"/>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自动化检测产品体系</a:t>
              </a:r>
              <a:endParaRPr lang="zh-CN" altLang="en-US" sz="2400" b="1" i="0" u="none" strike="noStrike">
                <a:solidFill>
                  <a:srgbClr val="1E1E28"/>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endParaRPr>
            </a:p>
          </p:txBody>
        </p:sp>
        <p:sp>
          <p:nvSpPr>
            <p:cNvPr id="16" name="AutoShape 16"/>
            <p:cNvSpPr/>
            <p:nvPr/>
          </p:nvSpPr>
          <p:spPr>
            <a:xfrm>
              <a:off x="9640" y="6500"/>
              <a:ext cx="6900" cy="7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1E1E28"/>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应用场景与实证</a:t>
              </a:r>
              <a:endParaRPr lang="en-US" sz="2400" b="1" i="0" u="none" strike="noStrike">
                <a:solidFill>
                  <a:srgbClr val="1E1E28"/>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endParaRPr>
            </a:p>
          </p:txBody>
        </p:sp>
        <p:sp>
          <p:nvSpPr>
            <p:cNvPr id="18" name="AutoShape 18"/>
            <p:cNvSpPr/>
            <p:nvPr/>
          </p:nvSpPr>
          <p:spPr>
            <a:xfrm>
              <a:off x="9640" y="8000"/>
              <a:ext cx="6900" cy="7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2400" b="1" i="0" u="none" strike="noStrike">
                  <a:solidFill>
                    <a:srgbClr val="1E1E28"/>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服务支持</a:t>
              </a:r>
              <a:endParaRPr lang="zh-CN" altLang="en-US" sz="2400" b="1" i="0" u="none" strike="noStrike">
                <a:solidFill>
                  <a:srgbClr val="1E1E28"/>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1292225" y="3165475"/>
            <a:ext cx="9608185" cy="1104900"/>
          </a:xfrm>
        </p:spPr>
        <p:txBody>
          <a:bodyPr/>
          <a:lstStyle/>
          <a:p>
            <a:r>
              <a:rPr lang="zh-CN" altLang="en-US">
                <a:solidFill>
                  <a:srgbClr val="FCC800"/>
                </a:solidFill>
                <a:latin typeface="微软雅黑" panose="020B0503020204020204" charset="-122"/>
                <a:ea typeface="微软雅黑" panose="020B0503020204020204" charset="-122"/>
              </a:rPr>
              <a:t>困境与政策</a:t>
            </a:r>
            <a:endParaRPr lang="zh-CN" altLang="en-US">
              <a:solidFill>
                <a:srgbClr val="FCC800"/>
              </a:solidFill>
              <a:latin typeface="微软雅黑" panose="020B0503020204020204" charset="-122"/>
              <a:ea typeface="微软雅黑" panose="020B0503020204020204" charset="-122"/>
            </a:endParaRPr>
          </a:p>
        </p:txBody>
      </p:sp>
      <p:grpSp>
        <p:nvGrpSpPr>
          <p:cNvPr id="10" name="组合 9"/>
          <p:cNvGrpSpPr/>
          <p:nvPr/>
        </p:nvGrpSpPr>
        <p:grpSpPr>
          <a:xfrm>
            <a:off x="5299710" y="1303655"/>
            <a:ext cx="1592580" cy="1592580"/>
            <a:chOff x="8346" y="2053"/>
            <a:chExt cx="2508" cy="2508"/>
          </a:xfrm>
        </p:grpSpPr>
        <p:sp>
          <p:nvSpPr>
            <p:cNvPr id="7" name="椭圆 6"/>
            <p:cNvSpPr/>
            <p:nvPr/>
          </p:nvSpPr>
          <p:spPr>
            <a:xfrm>
              <a:off x="8346" y="2053"/>
              <a:ext cx="2508" cy="2508"/>
            </a:xfrm>
            <a:prstGeom prst="ellipse">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6600" b="1">
                <a:latin typeface="微软雅黑" panose="020B0503020204020204" charset="-122"/>
                <a:ea typeface="微软雅黑" panose="020B0503020204020204" charset="-122"/>
              </a:endParaRPr>
            </a:p>
          </p:txBody>
        </p:sp>
        <p:grpSp>
          <p:nvGrpSpPr>
            <p:cNvPr id="58" name="组合 57"/>
            <p:cNvGrpSpPr>
              <a:grpSpLocks noChangeAspect="1"/>
            </p:cNvGrpSpPr>
            <p:nvPr/>
          </p:nvGrpSpPr>
          <p:grpSpPr>
            <a:xfrm rot="0">
              <a:off x="9061" y="2570"/>
              <a:ext cx="759" cy="1474"/>
              <a:chOff x="712983" y="864880"/>
              <a:chExt cx="952154" cy="1847145"/>
            </a:xfrm>
          </p:grpSpPr>
          <p:sp>
            <p:nvSpPr>
              <p:cNvPr id="14" name="任意多边形: 形状 13"/>
              <p:cNvSpPr>
                <a:spLocks noChangeAspect="1"/>
              </p:cNvSpPr>
              <p:nvPr/>
            </p:nvSpPr>
            <p:spPr>
              <a:xfrm>
                <a:off x="712983" y="864880"/>
                <a:ext cx="952153" cy="1847145"/>
              </a:xfrm>
              <a:custGeom>
                <a:avLst/>
                <a:gdLst>
                  <a:gd name="connsiteX0" fmla="*/ 569986 w 952153"/>
                  <a:gd name="connsiteY0" fmla="*/ 493225 h 1847145"/>
                  <a:gd name="connsiteX1" fmla="*/ 437697 w 952153"/>
                  <a:gd name="connsiteY1" fmla="*/ 579785 h 1847145"/>
                  <a:gd name="connsiteX2" fmla="*/ 0 w 952153"/>
                  <a:gd name="connsiteY2" fmla="*/ 485060 h 1847145"/>
                  <a:gd name="connsiteX3" fmla="*/ 0 w 952153"/>
                  <a:gd name="connsiteY3" fmla="*/ 485060 h 1847145"/>
                  <a:gd name="connsiteX4" fmla="*/ 610816 w 952153"/>
                  <a:gd name="connsiteY4" fmla="*/ 0 h 1847145"/>
                  <a:gd name="connsiteX5" fmla="*/ 952154 w 952153"/>
                  <a:gd name="connsiteY5" fmla="*/ 0 h 1847145"/>
                  <a:gd name="connsiteX6" fmla="*/ 952154 w 952153"/>
                  <a:gd name="connsiteY6" fmla="*/ 1847146 h 1847145"/>
                  <a:gd name="connsiteX7" fmla="*/ 952154 w 952153"/>
                  <a:gd name="connsiteY7" fmla="*/ 1847146 h 1847145"/>
                  <a:gd name="connsiteX8" fmla="*/ 569986 w 952153"/>
                  <a:gd name="connsiteY8" fmla="*/ 1464978 h 1847145"/>
                  <a:gd name="connsiteX9" fmla="*/ 569986 w 952153"/>
                  <a:gd name="connsiteY9" fmla="*/ 493225 h 184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2153" h="1847145">
                    <a:moveTo>
                      <a:pt x="569986" y="493225"/>
                    </a:moveTo>
                    <a:lnTo>
                      <a:pt x="437697" y="579785"/>
                    </a:lnTo>
                    <a:cubicBezTo>
                      <a:pt x="290709" y="674510"/>
                      <a:pt x="94725" y="632047"/>
                      <a:pt x="0" y="485060"/>
                    </a:cubicBezTo>
                    <a:lnTo>
                      <a:pt x="0" y="485060"/>
                    </a:lnTo>
                    <a:lnTo>
                      <a:pt x="610816" y="0"/>
                    </a:lnTo>
                    <a:lnTo>
                      <a:pt x="952154" y="0"/>
                    </a:lnTo>
                    <a:lnTo>
                      <a:pt x="952154" y="1847146"/>
                    </a:lnTo>
                    <a:lnTo>
                      <a:pt x="952154" y="1847146"/>
                    </a:lnTo>
                    <a:cubicBezTo>
                      <a:pt x="741471" y="1847146"/>
                      <a:pt x="569986" y="1675660"/>
                      <a:pt x="569986" y="1464978"/>
                    </a:cubicBezTo>
                    <a:lnTo>
                      <a:pt x="569986" y="493225"/>
                    </a:lnTo>
                    <a:close/>
                  </a:path>
                </a:pathLst>
              </a:custGeom>
              <a:gradFill>
                <a:gsLst>
                  <a:gs pos="98000">
                    <a:srgbClr val="FCC800"/>
                  </a:gs>
                  <a:gs pos="0">
                    <a:srgbClr val="FCC800">
                      <a:lumMod val="70000"/>
                      <a:lumOff val="30000"/>
                    </a:srgbClr>
                  </a:gs>
                </a:gsLst>
                <a:lin ang="5400000" scaled="1"/>
              </a:gradFill>
              <a:ln w="37936"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5" name="任意多边形: 形状 14"/>
              <p:cNvSpPr/>
              <p:nvPr/>
            </p:nvSpPr>
            <p:spPr>
              <a:xfrm>
                <a:off x="1282969" y="1306546"/>
                <a:ext cx="382168" cy="1405479"/>
              </a:xfrm>
              <a:custGeom>
                <a:avLst/>
                <a:gdLst>
                  <a:gd name="connsiteX0" fmla="*/ 0 w 382168"/>
                  <a:gd name="connsiteY0" fmla="*/ 1023312 h 1405479"/>
                  <a:gd name="connsiteX1" fmla="*/ 382168 w 382168"/>
                  <a:gd name="connsiteY1" fmla="*/ 1405480 h 1405479"/>
                  <a:gd name="connsiteX2" fmla="*/ 382168 w 382168"/>
                  <a:gd name="connsiteY2" fmla="*/ 236111 h 1405479"/>
                  <a:gd name="connsiteX3" fmla="*/ 0 w 382168"/>
                  <a:gd name="connsiteY3" fmla="*/ 51559 h 1405479"/>
                  <a:gd name="connsiteX4" fmla="*/ 0 w 382168"/>
                  <a:gd name="connsiteY4" fmla="*/ 51559 h 1405479"/>
                  <a:gd name="connsiteX5" fmla="*/ 0 w 382168"/>
                  <a:gd name="connsiteY5" fmla="*/ 1023312 h 140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2168" h="1405479">
                    <a:moveTo>
                      <a:pt x="0" y="1023312"/>
                    </a:moveTo>
                    <a:cubicBezTo>
                      <a:pt x="0" y="1233994"/>
                      <a:pt x="171486" y="1405480"/>
                      <a:pt x="382168" y="1405480"/>
                    </a:cubicBezTo>
                    <a:lnTo>
                      <a:pt x="382168" y="236111"/>
                    </a:lnTo>
                    <a:cubicBezTo>
                      <a:pt x="382168" y="38494"/>
                      <a:pt x="155154" y="-70930"/>
                      <a:pt x="0" y="51559"/>
                    </a:cubicBezTo>
                    <a:lnTo>
                      <a:pt x="0" y="51559"/>
                    </a:lnTo>
                    <a:lnTo>
                      <a:pt x="0" y="1023312"/>
                    </a:lnTo>
                    <a:close/>
                  </a:path>
                </a:pathLst>
              </a:custGeom>
              <a:gradFill flip="none" rotWithShape="1">
                <a:gsLst>
                  <a:gs pos="98000">
                    <a:srgbClr val="FCC800"/>
                  </a:gs>
                  <a:gs pos="0">
                    <a:srgbClr val="FCC800">
                      <a:lumMod val="90000"/>
                    </a:srgbClr>
                  </a:gs>
                </a:gsLst>
                <a:lin ang="5400000" scaled="1"/>
                <a:tileRect/>
              </a:gradFill>
              <a:ln w="37936"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sp>
        <p:nvSpPr>
          <p:cNvPr id="9" name="tab"/>
          <p:cNvSpPr/>
          <p:nvPr/>
        </p:nvSpPr>
        <p:spPr>
          <a:xfrm>
            <a:off x="5376545" y="4539615"/>
            <a:ext cx="1440000" cy="50800"/>
          </a:xfrm>
          <a:prstGeom prst="rect">
            <a:avLst/>
          </a:prstGeom>
          <a:solidFill>
            <a:srgbClr val="F5B700"/>
          </a:solidFill>
          <a:ln>
            <a:noFill/>
          </a:ln>
        </p:spPr>
      </p:sp>
    </p:spTree>
    <p:custDataLst>
      <p:tags r:id="rId2"/>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84" name="" descr="&lt;Slide style={{ position: 'relative', width: '1280px', height: '720px', overflow: 'hidden', background: '#ffffff', fontFamily: 'Microsoft YaHei, Arial, sans-serif', color: '#333333' }}&gt;&#10;  &lt;Box style={{ position: 'absolute', top: 20, left: 60, right: 60, height: 80, display: 'flex', flexDirection: 'row', alignItems: 'center', borderBottom: '2px solid #1F4E79' }}&gt;&#10;    &lt;Text style={{ fontSize: 34, fontWeight: 'bold', color: '#1F4E79' }}&gt;行业痛点&lt;/Text&gt;&#10;    &lt;Text style={{ fontSize: 18, color: '#8899AA', marginLeft: 20, letterSpacing: 2 }}&gt;重量分析检测的四重困境&lt;/Text&gt;&#10;  &lt;/Box&gt;&#10;  &lt;Box style={{ position: 'absolute', top: 120, left: 60, right: 60, bottom: 60, display: 'flex', flexDirection: 'row', gap: 32 }}&gt;&#10;    &lt;Box style={{ width: 520, height: 540, borderRadius: 12, overflow: 'hidden', position: 'relative' }}&gt;&#10;      &lt;Image src='assets/lab_manual.png' style={{ width: '100%', height: '100%', objectFit: 'cover' }} /&gt;&#10;      &lt;Box style={{ position: 'absolute', top: 0, left: 0, width: '100%', height: '100%', background: 'linear-gradient(180deg, rgba(31,78,121,0.25) 0%, rgba(31,78,121,0.55) 100%)' }} /&gt;&#10;      &lt;Box style={{ position: 'absolute', bottom: 24, left: 24, right: 24 }}&gt;&#10;        &lt;Text style={{ fontSize: 18, color: '#ffffff', opacity: 0.9, lineHeight: 1.5 }}&gt;传统人工模式下单样品动辄 2 小时以上，且需全程值守、反复取放。&lt;/Text&gt;&#10;      &lt;/Box&gt;&#10;    &lt;/Box&gt;&#10;    &lt;Box style={{ flex: 1, display: 'flex', flexDirection: 'column', gap: 16, justifyContent: 'center' }}&gt;&#10;      &lt;Box style={{ display: 'flex', flexDirection: 'row', alignItems: 'flex-start', gap: 16, padding: 16, background: '#F5F7FA', borderRadius: 8, borderLeft: '4px solid #1F4E79' }}&gt;&#10;        &lt;Text style={{ fontSize: 40, fontWeight: 'bold', color: '#1F4E79', lineHeight: 1 }}&gt;01&lt;/Text&gt;&#10;        &lt;Box style={{ flex: 1 }}&gt;&#10;          &lt;Text style={{ fontSize: 22, fontWeight: 'bold', color: '#1F4E79', marginBottom: 6 }}&gt;效率低&lt;/Text&gt;&#10;          &lt;Text style={{ fontSize: 17, color: '#333333', lineHeight: 1.6 }}&gt;一个恒重循环需反复「干燥/灼烧—冷却—称量」，单样品动辄 2 小时以上，全程需人工值守、反复取放。&lt;/Text&gt;&#10;        &lt;/Box&gt;&#10;      &lt;/Box&gt;&#10;      &lt;Box style={{ display: 'flex', flexDirection: 'row', alignItems: 'flex-start', gap: 16, padding: 16, background: '#F5F7FA', borderRadius: 8, borderLeft: '4px solid #2E74B5' }}&gt;&#10;        &lt;Text style={{ fontSize: 40, fontWeight: 'bold', color: '#2E74B5', lineHeight: 1 }}&gt;02&lt;/Text&gt;&#10;        &lt;Box style={{ flex: 1 }}&gt;&#10;          &lt;Text style={{ fontSize: 22, fontWeight: 'bold', color: '#1F4E79', marginBottom: 6 }}&gt;误差大&lt;/Text&gt;&#10;          &lt;Text style={{ fontSize: 17, color: '#333333', lineHeight: 1.6 }}&gt;人工取放杯皿、记录读数引入随机误差；环境温湿度波动直接干扰 0.3mg 级恒重判定。&lt;/Text&gt;&#10;        &lt;/Box&gt;&#10;      &lt;/Box&gt;&#10;      &lt;Box style={{ display: 'flex', flexDirection: 'row', alignItems: 'flex-start', gap: 16, padding: 16, background: '#F5F7FA', borderRadius: 8, borderLeft: '4px solid #00A0B0' }}&gt;&#10;        &lt;Text style={{ fontSize: 40, fontWeight: 'bold', color: '#00A0B0', lineHeight: 1 }}&gt;03&lt;/Text&gt;&#10;        &lt;Box style={{ flex: 1 }}&gt;&#10;          &lt;Text style={{ fontSize: 22, fontWeight: 'bold', color: '#1F4E79', marginBottom: 6 }}&gt;风险高&lt;/Text&gt;&#10;          &lt;Text style={{ fontSize: 17, color: '#333333', lineHeight: 1.6 }}&gt;700–800℃ 马弗炉高温取放、浓硫酸人工加注，操作人员安全风险突出。&lt;/Text&gt;&#10;        &lt;/Box&gt;&#10;      &lt;/Box&gt;&#10;      &lt;Box style={{ display: 'flex', flexDirection: 'row', alignItems: 'flex-start', gap: 16, padding: 16, background: '#F5F7FA', borderRadius: 8, borderLeft: '4px solid #1F4E79' }}&gt;&#10;        &lt;Text style={{ fontSize: 40, fontWeight: 'bold', color: '#1F4E79', lineHeight: 1 }}&gt;04&lt;/Text&gt;&#10;        &lt;Box style={{ flex: 1 }}&gt;&#10;          &lt;Text style={{ fontSize: 22, fontWeight: 'bold', color: '#1F4E79', marginBottom: 6 }}&gt;合规难&lt;/Text&gt;&#10;          &lt;Text style={{ fontSize: 17, color: '#333333', lineHeight: 1.6 }}&gt;纸质记录与二次誊抄难以满足 GMP 数据完整性（ALCOA 原则）与 21 CFR Part 11 电子记录要求，审计举证成本高。&lt;/Text&gt;&#10;        &lt;/Box&gt;&#10;      &lt;/Box&gt;&#10;    &lt;/Box&gt;&#10;  &lt;/Box&gt;&#10;  &lt;Box style={{ position: 'absolute', bottom: 20, left: 60, right: 60, height: 20, display: 'flex', flexDirection: 'row', justifyContent: 'space-between', alignItems: 'center' }}&gt;&#10;    &lt;Text style={{ fontSize: 13, color: '#8899AA' }}&gt;兰光集成式检测系统解决方案&lt;/Text&gt;&#10;    &lt;Text style={{ fontSize: 13, color: '#8899AA' }}&gt;04 / 37&lt;/Text&gt;&#10;  &lt;/Box&gt;&#10;&lt;/Slide&gt;&#10;"/>
        <p:cNvGrpSpPr/>
        <p:nvPr/>
      </p:nvGrpSpPr>
      <p:grpSpPr>
        <a:xfrm>
          <a:off x="0" y="0"/>
          <a:ext cx="0" cy="0"/>
          <a:chOff x="0" y="0"/>
          <a:chExt cx="0" cy="0"/>
        </a:xfrm>
      </p:grpSpPr>
      <p:sp>
        <p:nvSpPr>
          <p:cNvPr id="3" name="标题 2"/>
          <p:cNvSpPr>
            <a:spLocks noGrp="1"/>
          </p:cNvSpPr>
          <p:nvPr>
            <p:ph type="title"/>
          </p:nvPr>
        </p:nvSpPr>
        <p:spPr/>
        <p:txBody>
          <a:bodyPr/>
          <a:p>
            <a:pPr algn="l"/>
            <a:r>
              <a:rPr lang="zh-CN" altLang="en-US"/>
              <a:t>传统重量分析</a:t>
            </a:r>
            <a:r>
              <a:rPr lang="en-US" altLang="zh-CN"/>
              <a:t> </a:t>
            </a:r>
            <a:r>
              <a:rPr lang="zh-CN" altLang="en-US"/>
              <a:t>面临四重困境</a:t>
            </a:r>
            <a:endParaRPr lang="zh-CN" altLang="en-US"/>
          </a:p>
        </p:txBody>
      </p:sp>
      <p:sp>
        <p:nvSpPr>
          <p:cNvPr id="809" name="圆角矩形 808"/>
          <p:cNvSpPr/>
          <p:nvPr/>
        </p:nvSpPr>
        <p:spPr>
          <a:xfrm>
            <a:off x="571500" y="1143000"/>
            <a:ext cx="4953000" cy="5143500"/>
          </a:xfrm>
          <a:prstGeom prst="roundRect">
            <a:avLst>
              <a:gd name="adj" fmla="val 2308"/>
            </a:avLst>
          </a:prstGeom>
        </p:spPr>
        <p:txBody>
          <a:bodyPr/>
          <a:p/>
        </p:txBody>
      </p:sp>
      <p:cxnSp>
        <p:nvCxnSpPr>
          <p:cNvPr id="141" name="直接连接符 140"/>
          <p:cNvCxnSpPr/>
          <p:nvPr/>
        </p:nvCxnSpPr>
        <p:spPr>
          <a:xfrm>
            <a:off x="289560" y="3044825"/>
            <a:ext cx="11673840" cy="0"/>
          </a:xfrm>
          <a:prstGeom prst="line">
            <a:avLst/>
          </a:prstGeom>
          <a:ln w="50800">
            <a:solidFill>
              <a:schemeClr val="bg1"/>
            </a:solidFill>
          </a:ln>
        </p:spPr>
        <p:style>
          <a:lnRef idx="2">
            <a:schemeClr val="accent1"/>
          </a:lnRef>
          <a:fillRef idx="0">
            <a:schemeClr val="accent1"/>
          </a:fillRef>
          <a:effectRef idx="1">
            <a:schemeClr val="accent1"/>
          </a:effectRef>
          <a:fontRef idx="minor">
            <a:schemeClr val="tx1"/>
          </a:fontRef>
        </p:style>
      </p:cxnSp>
      <p:sp>
        <p:nvSpPr>
          <p:cNvPr id="43" name="矩形 42"/>
          <p:cNvSpPr/>
          <p:nvPr/>
        </p:nvSpPr>
        <p:spPr>
          <a:xfrm>
            <a:off x="7343140" y="981710"/>
            <a:ext cx="4406265" cy="2051685"/>
          </a:xfrm>
          <a:prstGeom prst="rect">
            <a:avLst/>
          </a:prstGeom>
          <a:solidFill>
            <a:srgbClr val="E69200">
              <a:alpha val="10000"/>
            </a:srgbClr>
          </a:solidFill>
          <a:ln>
            <a:noFill/>
          </a:ln>
          <a:scene3d>
            <a:camera prst="orthographicFront"/>
            <a:lightRig rig="glow" dir="t"/>
          </a:scene3d>
          <a:sp3d>
            <a:bevelT w="12700" h="19050"/>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5" name="矩形 44"/>
          <p:cNvSpPr/>
          <p:nvPr/>
        </p:nvSpPr>
        <p:spPr>
          <a:xfrm>
            <a:off x="7343140" y="3081020"/>
            <a:ext cx="4406265" cy="2051685"/>
          </a:xfrm>
          <a:prstGeom prst="rect">
            <a:avLst/>
          </a:prstGeom>
          <a:solidFill>
            <a:srgbClr val="E69200">
              <a:alpha val="10000"/>
            </a:srgbClr>
          </a:solidFill>
          <a:ln>
            <a:noFill/>
          </a:ln>
          <a:scene3d>
            <a:camera prst="orthographicFront"/>
            <a:lightRig rig="glow" dir="t"/>
          </a:scene3d>
          <a:sp3d>
            <a:bevelT w="12700" h="19050"/>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7" name="矩形 36"/>
          <p:cNvSpPr/>
          <p:nvPr/>
        </p:nvSpPr>
        <p:spPr>
          <a:xfrm>
            <a:off x="443230" y="981710"/>
            <a:ext cx="4772025" cy="2051685"/>
          </a:xfrm>
          <a:prstGeom prst="rect">
            <a:avLst/>
          </a:prstGeom>
          <a:solidFill>
            <a:schemeClr val="bg1">
              <a:lumMod val="8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443230" y="3081020"/>
            <a:ext cx="4772025" cy="2051685"/>
          </a:xfrm>
          <a:prstGeom prst="rect">
            <a:avLst/>
          </a:prstGeom>
          <a:solidFill>
            <a:schemeClr val="bg1">
              <a:lumMod val="8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任意多边形: 形状 49"/>
          <p:cNvSpPr/>
          <p:nvPr/>
        </p:nvSpPr>
        <p:spPr>
          <a:xfrm>
            <a:off x="2456180" y="981710"/>
            <a:ext cx="5516880" cy="4148455"/>
          </a:xfrm>
          <a:custGeom>
            <a:avLst/>
            <a:gdLst>
              <a:gd name="connsiteX0" fmla="*/ 2047729 w 5517119"/>
              <a:gd name="connsiteY0" fmla="*/ 0 h 4148146"/>
              <a:gd name="connsiteX1" fmla="*/ 3469391 w 5517119"/>
              <a:gd name="connsiteY1" fmla="*/ 0 h 4148146"/>
              <a:gd name="connsiteX2" fmla="*/ 5517119 w 5517119"/>
              <a:gd name="connsiteY2" fmla="*/ 2047728 h 4148146"/>
              <a:gd name="connsiteX3" fmla="*/ 3416701 w 5517119"/>
              <a:gd name="connsiteY3" fmla="*/ 4148146 h 4148146"/>
              <a:gd name="connsiteX4" fmla="*/ 2100419 w 5517119"/>
              <a:gd name="connsiteY4" fmla="*/ 4148146 h 4148146"/>
              <a:gd name="connsiteX5" fmla="*/ 0 w 5517119"/>
              <a:gd name="connsiteY5" fmla="*/ 2047728 h 414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7119" h="4148146">
                <a:moveTo>
                  <a:pt x="2047729" y="0"/>
                </a:moveTo>
                <a:lnTo>
                  <a:pt x="3469391" y="0"/>
                </a:lnTo>
                <a:lnTo>
                  <a:pt x="5517119" y="2047728"/>
                </a:lnTo>
                <a:lnTo>
                  <a:pt x="3416701" y="4148146"/>
                </a:lnTo>
                <a:lnTo>
                  <a:pt x="2100419" y="4148146"/>
                </a:lnTo>
                <a:lnTo>
                  <a:pt x="0" y="2047728"/>
                </a:lnTo>
                <a:close/>
              </a:path>
            </a:pathLst>
          </a:custGeom>
          <a:solidFill>
            <a:schemeClr val="tx1">
              <a:alpha val="7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b="1" noProof="0" dirty="0">
              <a:ln>
                <a:noFill/>
              </a:ln>
              <a:solidFill>
                <a:prstClr val="black">
                  <a:lumMod val="75000"/>
                  <a:lumOff val="25000"/>
                </a:prstClr>
              </a:solidFill>
              <a:effectLst/>
              <a:uLnTx/>
              <a:uFillTx/>
              <a:ea typeface="+mj-ea"/>
              <a:sym typeface="+mn-ea"/>
            </a:endParaRPr>
          </a:p>
        </p:txBody>
      </p:sp>
      <p:sp>
        <p:nvSpPr>
          <p:cNvPr id="49" name="任意多边形: 形状 48"/>
          <p:cNvSpPr/>
          <p:nvPr/>
        </p:nvSpPr>
        <p:spPr>
          <a:xfrm>
            <a:off x="4218305" y="981710"/>
            <a:ext cx="5516880" cy="4148455"/>
          </a:xfrm>
          <a:custGeom>
            <a:avLst/>
            <a:gdLst>
              <a:gd name="connsiteX0" fmla="*/ 2047729 w 5517119"/>
              <a:gd name="connsiteY0" fmla="*/ 0 h 4148146"/>
              <a:gd name="connsiteX1" fmla="*/ 3469391 w 5517119"/>
              <a:gd name="connsiteY1" fmla="*/ 0 h 4148146"/>
              <a:gd name="connsiteX2" fmla="*/ 5517119 w 5517119"/>
              <a:gd name="connsiteY2" fmla="*/ 2047728 h 4148146"/>
              <a:gd name="connsiteX3" fmla="*/ 3416701 w 5517119"/>
              <a:gd name="connsiteY3" fmla="*/ 4148146 h 4148146"/>
              <a:gd name="connsiteX4" fmla="*/ 2100419 w 5517119"/>
              <a:gd name="connsiteY4" fmla="*/ 4148146 h 4148146"/>
              <a:gd name="connsiteX5" fmla="*/ 0 w 5517119"/>
              <a:gd name="connsiteY5" fmla="*/ 2047728 h 414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7119" h="4148146">
                <a:moveTo>
                  <a:pt x="2047729" y="0"/>
                </a:moveTo>
                <a:lnTo>
                  <a:pt x="3469391" y="0"/>
                </a:lnTo>
                <a:lnTo>
                  <a:pt x="5517119" y="2047728"/>
                </a:lnTo>
                <a:lnTo>
                  <a:pt x="3416701" y="4148146"/>
                </a:lnTo>
                <a:lnTo>
                  <a:pt x="2100419" y="4148146"/>
                </a:lnTo>
                <a:lnTo>
                  <a:pt x="0" y="2047728"/>
                </a:lnTo>
                <a:close/>
              </a:path>
            </a:pathLst>
          </a:custGeom>
          <a:gradFill>
            <a:gsLst>
              <a:gs pos="0">
                <a:srgbClr val="FF9E3F"/>
              </a:gs>
              <a:gs pos="100000">
                <a:srgbClr val="FFC20F"/>
              </a:gs>
            </a:gsLst>
            <a:lin ang="2700000" scaled="0"/>
          </a:gradFill>
          <a:ln>
            <a:noFill/>
          </a:ln>
          <a:scene3d>
            <a:camera prst="orthographicFront"/>
            <a:lightRig rig="glow" dir="t"/>
          </a:scene3d>
          <a:sp3d>
            <a:bevelT w="12700" h="19050"/>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2" name="矩形: 圆角 21"/>
          <p:cNvSpPr/>
          <p:nvPr/>
        </p:nvSpPr>
        <p:spPr>
          <a:xfrm rot="2700000">
            <a:off x="4166870" y="1981200"/>
            <a:ext cx="2096135" cy="209613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p:cNvSpPr/>
          <p:nvPr/>
        </p:nvSpPr>
        <p:spPr>
          <a:xfrm rot="2700000">
            <a:off x="5928995" y="1981200"/>
            <a:ext cx="2096135" cy="209613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5293360" y="2687955"/>
            <a:ext cx="1605280" cy="521970"/>
          </a:xfrm>
          <a:prstGeom prst="rect">
            <a:avLst/>
          </a:prstGeom>
          <a:noFill/>
        </p:spPr>
        <p:txBody>
          <a:bodyPr wrap="none">
            <a:spAutoFit/>
          </a:bodyPr>
          <a:lstStyle/>
          <a:p>
            <a:pPr algn="ctr"/>
            <a:r>
              <a:rPr lang="zh-CN" altLang="en-US" sz="2800" b="1" dirty="0">
                <a:solidFill>
                  <a:srgbClr val="FFC20F"/>
                </a:solidFill>
              </a:rPr>
              <a:t>四重困境</a:t>
            </a:r>
            <a:endParaRPr lang="zh-CN" altLang="en-US" sz="2800" b="1" dirty="0">
              <a:solidFill>
                <a:srgbClr val="FFC20F"/>
              </a:solidFill>
            </a:endParaRPr>
          </a:p>
        </p:txBody>
      </p:sp>
      <p:sp>
        <p:nvSpPr>
          <p:cNvPr id="28" name="文本框 27"/>
          <p:cNvSpPr txBox="1"/>
          <p:nvPr/>
        </p:nvSpPr>
        <p:spPr>
          <a:xfrm>
            <a:off x="5434330" y="3226435"/>
            <a:ext cx="1323975" cy="337185"/>
          </a:xfrm>
          <a:prstGeom prst="rect">
            <a:avLst/>
          </a:prstGeom>
          <a:noFill/>
        </p:spPr>
        <p:txBody>
          <a:bodyPr wrap="none">
            <a:spAutoFit/>
          </a:bodyPr>
          <a:lstStyle/>
          <a:p>
            <a:pPr algn="ctr"/>
            <a:r>
              <a:rPr lang="en-US" altLang="zh-CN" sz="1600" dirty="0">
                <a:solidFill>
                  <a:srgbClr val="FFC20F">
                    <a:alpha val="50000"/>
                  </a:srgbClr>
                </a:solidFill>
              </a:rPr>
              <a:t>Predicament</a:t>
            </a:r>
            <a:endParaRPr lang="en-US" altLang="zh-CN" sz="1600" dirty="0">
              <a:solidFill>
                <a:srgbClr val="FFC20F">
                  <a:alpha val="50000"/>
                </a:srgbClr>
              </a:solidFill>
            </a:endParaRPr>
          </a:p>
        </p:txBody>
      </p:sp>
      <p:sp>
        <p:nvSpPr>
          <p:cNvPr id="176" name="文本框 175"/>
          <p:cNvSpPr txBox="1"/>
          <p:nvPr/>
        </p:nvSpPr>
        <p:spPr>
          <a:xfrm rot="18900000">
            <a:off x="3571240" y="1965325"/>
            <a:ext cx="870585" cy="368300"/>
          </a:xfrm>
          <a:prstGeom prst="rect">
            <a:avLst/>
          </a:prstGeom>
          <a:noFill/>
        </p:spPr>
        <p:txBody>
          <a:bodyPr wrap="none">
            <a:spAutoFit/>
          </a:bodyPr>
          <a:lstStyle/>
          <a:p>
            <a:pPr algn="ctr"/>
            <a:r>
              <a:rPr lang="zh-CN" altLang="en-US" b="1" dirty="0">
                <a:solidFill>
                  <a:schemeClr val="bg1"/>
                </a:solidFill>
              </a:rPr>
              <a:t>效率低</a:t>
            </a:r>
            <a:endParaRPr lang="en-US" altLang="zh-CN" b="1" dirty="0">
              <a:solidFill>
                <a:schemeClr val="bg1"/>
              </a:solidFill>
            </a:endParaRPr>
          </a:p>
        </p:txBody>
      </p:sp>
      <p:sp>
        <p:nvSpPr>
          <p:cNvPr id="177" name="文本框 176"/>
          <p:cNvSpPr txBox="1"/>
          <p:nvPr/>
        </p:nvSpPr>
        <p:spPr>
          <a:xfrm rot="2700000">
            <a:off x="3571240" y="3786505"/>
            <a:ext cx="870585" cy="368300"/>
          </a:xfrm>
          <a:prstGeom prst="rect">
            <a:avLst/>
          </a:prstGeom>
          <a:noFill/>
        </p:spPr>
        <p:txBody>
          <a:bodyPr wrap="none">
            <a:spAutoFit/>
          </a:bodyPr>
          <a:lstStyle/>
          <a:p>
            <a:pPr algn="ctr"/>
            <a:r>
              <a:rPr lang="zh-CN" altLang="en-US" b="1" dirty="0">
                <a:solidFill>
                  <a:schemeClr val="bg1"/>
                </a:solidFill>
              </a:rPr>
              <a:t>误差大</a:t>
            </a:r>
            <a:endParaRPr lang="zh-CN" altLang="en-US" b="1" dirty="0">
              <a:solidFill>
                <a:schemeClr val="bg1"/>
              </a:solidFill>
            </a:endParaRPr>
          </a:p>
        </p:txBody>
      </p:sp>
      <p:sp>
        <p:nvSpPr>
          <p:cNvPr id="180" name="文本框 179"/>
          <p:cNvSpPr txBox="1"/>
          <p:nvPr/>
        </p:nvSpPr>
        <p:spPr>
          <a:xfrm rot="2700000" flipH="1">
            <a:off x="7762240" y="1965325"/>
            <a:ext cx="870585" cy="368300"/>
          </a:xfrm>
          <a:prstGeom prst="rect">
            <a:avLst/>
          </a:prstGeom>
          <a:noFill/>
        </p:spPr>
        <p:txBody>
          <a:bodyPr wrap="none">
            <a:spAutoFit/>
          </a:bodyPr>
          <a:lstStyle/>
          <a:p>
            <a:pPr algn="ctr"/>
            <a:r>
              <a:rPr lang="zh-CN" altLang="en-US" b="1" dirty="0">
                <a:solidFill>
                  <a:schemeClr val="bg1"/>
                </a:solidFill>
              </a:rPr>
              <a:t>风险高</a:t>
            </a:r>
            <a:endParaRPr lang="zh-CN" altLang="en-US" b="1" dirty="0">
              <a:solidFill>
                <a:schemeClr val="bg1"/>
              </a:solidFill>
            </a:endParaRPr>
          </a:p>
        </p:txBody>
      </p:sp>
      <p:sp>
        <p:nvSpPr>
          <p:cNvPr id="181" name="文本框 180"/>
          <p:cNvSpPr txBox="1"/>
          <p:nvPr/>
        </p:nvSpPr>
        <p:spPr>
          <a:xfrm rot="18900000" flipH="1">
            <a:off x="7762240" y="3786505"/>
            <a:ext cx="870585" cy="368300"/>
          </a:xfrm>
          <a:prstGeom prst="rect">
            <a:avLst/>
          </a:prstGeom>
          <a:noFill/>
        </p:spPr>
        <p:txBody>
          <a:bodyPr wrap="none">
            <a:spAutoFit/>
          </a:bodyPr>
          <a:lstStyle/>
          <a:p>
            <a:pPr algn="ctr"/>
            <a:r>
              <a:rPr lang="zh-CN" altLang="en-US" b="1" dirty="0">
                <a:solidFill>
                  <a:schemeClr val="bg1"/>
                </a:solidFill>
              </a:rPr>
              <a:t>合规难</a:t>
            </a:r>
            <a:endParaRPr lang="zh-CN" altLang="en-US" b="1" dirty="0">
              <a:solidFill>
                <a:schemeClr val="bg1"/>
              </a:solidFill>
            </a:endParaRPr>
          </a:p>
        </p:txBody>
      </p:sp>
      <p:sp>
        <p:nvSpPr>
          <p:cNvPr id="143" name="文本框 142"/>
          <p:cNvSpPr txBox="1"/>
          <p:nvPr/>
        </p:nvSpPr>
        <p:spPr>
          <a:xfrm>
            <a:off x="1473200" y="1276985"/>
            <a:ext cx="794385" cy="337185"/>
          </a:xfrm>
          <a:prstGeom prst="rect">
            <a:avLst/>
          </a:prstGeom>
          <a:noFill/>
        </p:spPr>
        <p:txBody>
          <a:bodyPr wrap="none">
            <a:spAutoFit/>
          </a:bodyPr>
          <a:lstStyle/>
          <a:p>
            <a:pPr lvl="0" algn="l">
              <a:buClrTx/>
              <a:buSzTx/>
              <a:buFontTx/>
            </a:pPr>
            <a:r>
              <a:rPr lang="zh-CN" altLang="en-US" sz="1600" b="1" dirty="0">
                <a:solidFill>
                  <a:schemeClr val="tx1">
                    <a:lumMod val="75000"/>
                    <a:lumOff val="25000"/>
                  </a:schemeClr>
                </a:solidFill>
                <a:latin typeface="微软雅黑 Light" panose="020B0502040204020203" charset="-122"/>
                <a:ea typeface="微软雅黑 Light" panose="020B0502040204020203" charset="-122"/>
                <a:sym typeface="+mn-ea"/>
              </a:rPr>
              <a:t>效率低</a:t>
            </a:r>
            <a:endParaRPr lang="zh-CN" altLang="en-US" sz="1600" b="1" dirty="0">
              <a:solidFill>
                <a:schemeClr val="tx1">
                  <a:lumMod val="75000"/>
                  <a:lumOff val="25000"/>
                </a:schemeClr>
              </a:solidFill>
              <a:latin typeface="微软雅黑 Light" panose="020B0502040204020203" charset="-122"/>
              <a:ea typeface="微软雅黑 Light" panose="020B0502040204020203" charset="-122"/>
              <a:sym typeface="+mn-ea"/>
            </a:endParaRPr>
          </a:p>
        </p:txBody>
      </p:sp>
      <p:sp>
        <p:nvSpPr>
          <p:cNvPr id="157" name="文本框 156"/>
          <p:cNvSpPr txBox="1"/>
          <p:nvPr/>
        </p:nvSpPr>
        <p:spPr>
          <a:xfrm>
            <a:off x="587375" y="1614805"/>
            <a:ext cx="2563495" cy="1124585"/>
          </a:xfrm>
          <a:prstGeom prst="rect">
            <a:avLst/>
          </a:prstGeom>
          <a:noFill/>
        </p:spPr>
        <p:txBody>
          <a:bodyPr wrap="square">
            <a:spAutoFit/>
          </a:bodyPr>
          <a:lstStyle/>
          <a:p>
            <a:pPr>
              <a:lnSpc>
                <a:spcPct val="120000"/>
              </a:lnSpc>
            </a:pPr>
            <a:r>
              <a:rPr lang="zh-CN" altLang="en-US" sz="1400" dirty="0">
                <a:solidFill>
                  <a:schemeClr val="tx1">
                    <a:lumMod val="50000"/>
                    <a:lumOff val="50000"/>
                  </a:schemeClr>
                </a:solidFill>
              </a:rPr>
              <a:t>一个恒重循环需反复</a:t>
            </a:r>
            <a:r>
              <a:rPr lang="en-US" altLang="zh-CN" sz="1400" dirty="0">
                <a:solidFill>
                  <a:schemeClr val="tx1">
                    <a:lumMod val="50000"/>
                    <a:lumOff val="50000"/>
                  </a:schemeClr>
                </a:solidFill>
              </a:rPr>
              <a:t> </a:t>
            </a:r>
            <a:r>
              <a:rPr lang="zh-CN" altLang="en-US" sz="1400" dirty="0">
                <a:solidFill>
                  <a:schemeClr val="tx1">
                    <a:lumMod val="50000"/>
                    <a:lumOff val="50000"/>
                  </a:schemeClr>
                </a:solidFill>
              </a:rPr>
              <a:t>干燥/灼烧—冷却—称量，单样品动辄 2 小时以上，全程需人工值守、反复取放。</a:t>
            </a:r>
            <a:endParaRPr lang="zh-CN" altLang="en-US" sz="1400" dirty="0">
              <a:solidFill>
                <a:schemeClr val="tx1">
                  <a:lumMod val="50000"/>
                  <a:lumOff val="50000"/>
                </a:schemeClr>
              </a:solidFill>
            </a:endParaRPr>
          </a:p>
        </p:txBody>
      </p:sp>
      <p:sp>
        <p:nvSpPr>
          <p:cNvPr id="166" name="文本框 165"/>
          <p:cNvSpPr txBox="1"/>
          <p:nvPr/>
        </p:nvSpPr>
        <p:spPr>
          <a:xfrm>
            <a:off x="1471930" y="3376295"/>
            <a:ext cx="794385" cy="337185"/>
          </a:xfrm>
          <a:prstGeom prst="rect">
            <a:avLst/>
          </a:prstGeom>
          <a:noFill/>
        </p:spPr>
        <p:txBody>
          <a:bodyPr wrap="none">
            <a:spAutoFit/>
          </a:bodyPr>
          <a:lstStyle/>
          <a:p>
            <a:pPr lvl="0" algn="l">
              <a:buClrTx/>
              <a:buSzTx/>
              <a:buFontTx/>
            </a:pPr>
            <a:r>
              <a:rPr lang="zh-CN" altLang="en-US" sz="1600" b="1" dirty="0">
                <a:solidFill>
                  <a:schemeClr val="tx1">
                    <a:lumMod val="75000"/>
                    <a:lumOff val="25000"/>
                  </a:schemeClr>
                </a:solidFill>
                <a:latin typeface="微软雅黑 Light" panose="020B0502040204020203" charset="-122"/>
                <a:ea typeface="微软雅黑 Light" panose="020B0502040204020203" charset="-122"/>
                <a:sym typeface="+mn-ea"/>
              </a:rPr>
              <a:t>误差大</a:t>
            </a:r>
            <a:endParaRPr lang="zh-CN" altLang="en-US" sz="1600" b="1" dirty="0">
              <a:solidFill>
                <a:schemeClr val="tx1">
                  <a:lumMod val="75000"/>
                  <a:lumOff val="25000"/>
                </a:schemeClr>
              </a:solidFill>
              <a:latin typeface="微软雅黑 Light" panose="020B0502040204020203" charset="-122"/>
              <a:ea typeface="微软雅黑 Light" panose="020B0502040204020203" charset="-122"/>
              <a:sym typeface="+mn-ea"/>
            </a:endParaRPr>
          </a:p>
        </p:txBody>
      </p:sp>
      <p:sp>
        <p:nvSpPr>
          <p:cNvPr id="167" name="文本框 166"/>
          <p:cNvSpPr txBox="1"/>
          <p:nvPr/>
        </p:nvSpPr>
        <p:spPr>
          <a:xfrm>
            <a:off x="587375" y="3713480"/>
            <a:ext cx="2563495" cy="1124585"/>
          </a:xfrm>
          <a:prstGeom prst="rect">
            <a:avLst/>
          </a:prstGeom>
          <a:noFill/>
        </p:spPr>
        <p:txBody>
          <a:bodyPr wrap="square">
            <a:spAutoFit/>
          </a:bodyPr>
          <a:lstStyle/>
          <a:p>
            <a:pPr lvl="0" algn="l">
              <a:lnSpc>
                <a:spcPct val="120000"/>
              </a:lnSpc>
              <a:buClrTx/>
              <a:buSzTx/>
              <a:buFontTx/>
            </a:pPr>
            <a:r>
              <a:rPr lang="zh-CN" altLang="en-US" sz="1400" dirty="0">
                <a:solidFill>
                  <a:schemeClr val="tx1">
                    <a:lumMod val="50000"/>
                    <a:lumOff val="50000"/>
                  </a:schemeClr>
                </a:solidFill>
                <a:sym typeface="+mn-ea"/>
              </a:rPr>
              <a:t>人工取放杯皿、记录读数引入随机误差；环境温湿度还会干扰0.3</a:t>
            </a:r>
            <a:r>
              <a:rPr lang="en-US" altLang="zh-CN" sz="1400" dirty="0">
                <a:solidFill>
                  <a:schemeClr val="tx1">
                    <a:lumMod val="50000"/>
                    <a:lumOff val="50000"/>
                  </a:schemeClr>
                </a:solidFill>
                <a:sym typeface="+mn-ea"/>
              </a:rPr>
              <a:t>mg</a:t>
            </a:r>
            <a:r>
              <a:rPr lang="zh-CN" altLang="en-US" sz="1400" dirty="0">
                <a:solidFill>
                  <a:schemeClr val="tx1">
                    <a:lumMod val="50000"/>
                    <a:lumOff val="50000"/>
                  </a:schemeClr>
                </a:solidFill>
                <a:sym typeface="+mn-ea"/>
              </a:rPr>
              <a:t>级的恒重判定</a:t>
            </a:r>
            <a:r>
              <a:rPr lang="zh-CN" altLang="en-US" sz="1400" dirty="0">
                <a:solidFill>
                  <a:schemeClr val="tx1">
                    <a:lumMod val="50000"/>
                    <a:lumOff val="50000"/>
                  </a:schemeClr>
                </a:solidFill>
                <a:sym typeface="+mn-ea"/>
              </a:rPr>
              <a:t>。</a:t>
            </a:r>
            <a:r>
              <a:rPr lang="zh-CN" altLang="en-US" sz="1400" dirty="0">
                <a:solidFill>
                  <a:schemeClr val="tx1">
                    <a:lumMod val="50000"/>
                    <a:lumOff val="50000"/>
                  </a:schemeClr>
                </a:solidFill>
                <a:sym typeface="+mn-ea"/>
              </a:rPr>
              <a:t>（2025版中国药典四部凡例）</a:t>
            </a:r>
            <a:endParaRPr lang="zh-CN" altLang="en-US" sz="1400" dirty="0">
              <a:solidFill>
                <a:schemeClr val="tx1">
                  <a:lumMod val="50000"/>
                  <a:lumOff val="50000"/>
                </a:schemeClr>
              </a:solidFill>
              <a:sym typeface="+mn-ea"/>
            </a:endParaRPr>
          </a:p>
        </p:txBody>
      </p:sp>
      <p:cxnSp>
        <p:nvCxnSpPr>
          <p:cNvPr id="212" name="直接连接符 211"/>
          <p:cNvCxnSpPr/>
          <p:nvPr/>
        </p:nvCxnSpPr>
        <p:spPr>
          <a:xfrm>
            <a:off x="443230" y="981710"/>
            <a:ext cx="0" cy="2051685"/>
          </a:xfrm>
          <a:prstGeom prst="line">
            <a:avLst/>
          </a:prstGeom>
          <a:ln w="190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15" name="直接连接符 214"/>
          <p:cNvCxnSpPr/>
          <p:nvPr/>
        </p:nvCxnSpPr>
        <p:spPr>
          <a:xfrm>
            <a:off x="443230" y="3081020"/>
            <a:ext cx="0" cy="2051685"/>
          </a:xfrm>
          <a:prstGeom prst="line">
            <a:avLst/>
          </a:prstGeom>
          <a:ln w="190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17" name="直接连接符 216"/>
          <p:cNvCxnSpPr/>
          <p:nvPr/>
        </p:nvCxnSpPr>
        <p:spPr>
          <a:xfrm>
            <a:off x="11744960" y="981710"/>
            <a:ext cx="0" cy="2051685"/>
          </a:xfrm>
          <a:prstGeom prst="line">
            <a:avLst/>
          </a:prstGeom>
          <a:ln w="19050">
            <a:solidFill>
              <a:srgbClr val="E69200"/>
            </a:solidFill>
          </a:ln>
        </p:spPr>
        <p:style>
          <a:lnRef idx="2">
            <a:schemeClr val="accent1"/>
          </a:lnRef>
          <a:fillRef idx="0">
            <a:schemeClr val="accent1"/>
          </a:fillRef>
          <a:effectRef idx="1">
            <a:schemeClr val="accent1"/>
          </a:effectRef>
          <a:fontRef idx="minor">
            <a:schemeClr val="tx1"/>
          </a:fontRef>
        </p:style>
      </p:cxnSp>
      <p:cxnSp>
        <p:nvCxnSpPr>
          <p:cNvPr id="219" name="直接连接符 218"/>
          <p:cNvCxnSpPr/>
          <p:nvPr/>
        </p:nvCxnSpPr>
        <p:spPr>
          <a:xfrm>
            <a:off x="11744960" y="3081020"/>
            <a:ext cx="0" cy="2051685"/>
          </a:xfrm>
          <a:prstGeom prst="line">
            <a:avLst/>
          </a:prstGeom>
          <a:ln w="19050">
            <a:solidFill>
              <a:srgbClr val="E69200"/>
            </a:solidFill>
          </a:ln>
        </p:spPr>
        <p:style>
          <a:lnRef idx="2">
            <a:schemeClr val="accent1"/>
          </a:lnRef>
          <a:fillRef idx="0">
            <a:schemeClr val="accent1"/>
          </a:fillRef>
          <a:effectRef idx="1">
            <a:schemeClr val="accent1"/>
          </a:effectRef>
          <a:fontRef idx="minor">
            <a:schemeClr val="tx1"/>
          </a:fontRef>
        </p:style>
      </p:cxnSp>
      <p:sp>
        <p:nvSpPr>
          <p:cNvPr id="11" name="文本框 10"/>
          <p:cNvSpPr txBox="1"/>
          <p:nvPr/>
        </p:nvSpPr>
        <p:spPr>
          <a:xfrm>
            <a:off x="9925685" y="1276985"/>
            <a:ext cx="794385" cy="337185"/>
          </a:xfrm>
          <a:prstGeom prst="rect">
            <a:avLst/>
          </a:prstGeom>
          <a:noFill/>
        </p:spPr>
        <p:txBody>
          <a:bodyPr wrap="none">
            <a:spAutoFit/>
          </a:bodyPr>
          <a:lstStyle/>
          <a:p>
            <a:pPr lvl="0" algn="r">
              <a:buClrTx/>
              <a:buSzTx/>
              <a:buFontTx/>
            </a:pPr>
            <a:r>
              <a:rPr lang="zh-CN" altLang="en-US" sz="1600" b="1" dirty="0">
                <a:solidFill>
                  <a:schemeClr val="tx1">
                    <a:lumMod val="75000"/>
                    <a:lumOff val="25000"/>
                  </a:schemeClr>
                </a:solidFill>
                <a:latin typeface="微软雅黑 Light" panose="020B0502040204020203" charset="-122"/>
                <a:ea typeface="微软雅黑 Light" panose="020B0502040204020203" charset="-122"/>
                <a:sym typeface="+mn-ea"/>
              </a:rPr>
              <a:t>风险高</a:t>
            </a:r>
            <a:endParaRPr lang="zh-CN" altLang="en-US" sz="1600" b="1" dirty="0">
              <a:solidFill>
                <a:schemeClr val="tx1">
                  <a:lumMod val="75000"/>
                  <a:lumOff val="25000"/>
                </a:schemeClr>
              </a:solidFill>
              <a:latin typeface="微软雅黑 Light" panose="020B0502040204020203" charset="-122"/>
              <a:ea typeface="微软雅黑 Light" panose="020B0502040204020203" charset="-122"/>
              <a:sym typeface="+mn-ea"/>
            </a:endParaRPr>
          </a:p>
        </p:txBody>
      </p:sp>
      <p:sp>
        <p:nvSpPr>
          <p:cNvPr id="12" name="文本框 11"/>
          <p:cNvSpPr txBox="1"/>
          <p:nvPr/>
        </p:nvSpPr>
        <p:spPr>
          <a:xfrm>
            <a:off x="9041130" y="1614805"/>
            <a:ext cx="2563495" cy="1124585"/>
          </a:xfrm>
          <a:prstGeom prst="rect">
            <a:avLst/>
          </a:prstGeom>
          <a:noFill/>
        </p:spPr>
        <p:txBody>
          <a:bodyPr wrap="square">
            <a:spAutoFit/>
          </a:bodyPr>
          <a:lstStyle/>
          <a:p>
            <a:pPr algn="r">
              <a:lnSpc>
                <a:spcPct val="120000"/>
              </a:lnSpc>
            </a:pPr>
            <a:r>
              <a:rPr lang="zh-CN" altLang="en-US" sz="1400" dirty="0">
                <a:solidFill>
                  <a:schemeClr val="tx1">
                    <a:lumMod val="50000"/>
                    <a:lumOff val="50000"/>
                  </a:schemeClr>
                </a:solidFill>
              </a:rPr>
              <a:t>操作人员需要在700到800℃的马弗炉前取放坩埚，还要人工加注浓硫酸，操作人员安全风险较大。</a:t>
            </a:r>
            <a:endParaRPr lang="zh-CN" altLang="en-US" sz="1400" dirty="0">
              <a:solidFill>
                <a:schemeClr val="tx1">
                  <a:lumMod val="50000"/>
                  <a:lumOff val="50000"/>
                </a:schemeClr>
              </a:solidFill>
            </a:endParaRPr>
          </a:p>
        </p:txBody>
      </p:sp>
      <p:sp>
        <p:nvSpPr>
          <p:cNvPr id="14" name="文本框 13"/>
          <p:cNvSpPr txBox="1"/>
          <p:nvPr/>
        </p:nvSpPr>
        <p:spPr>
          <a:xfrm>
            <a:off x="9925685" y="3376295"/>
            <a:ext cx="794385" cy="337185"/>
          </a:xfrm>
          <a:prstGeom prst="rect">
            <a:avLst/>
          </a:prstGeom>
          <a:noFill/>
        </p:spPr>
        <p:txBody>
          <a:bodyPr wrap="none">
            <a:spAutoFit/>
          </a:bodyPr>
          <a:lstStyle/>
          <a:p>
            <a:pPr lvl="0" algn="r">
              <a:buClrTx/>
              <a:buSzTx/>
              <a:buFontTx/>
            </a:pPr>
            <a:r>
              <a:rPr lang="zh-CN" altLang="en-US" sz="1600" b="1" dirty="0">
                <a:solidFill>
                  <a:schemeClr val="tx1">
                    <a:lumMod val="75000"/>
                    <a:lumOff val="25000"/>
                  </a:schemeClr>
                </a:solidFill>
                <a:latin typeface="微软雅黑 Light" panose="020B0502040204020203" charset="-122"/>
                <a:ea typeface="微软雅黑 Light" panose="020B0502040204020203" charset="-122"/>
                <a:sym typeface="+mn-ea"/>
              </a:rPr>
              <a:t>合规难</a:t>
            </a:r>
            <a:endParaRPr lang="zh-CN" altLang="en-US" sz="1600" b="1" dirty="0">
              <a:solidFill>
                <a:schemeClr val="tx1">
                  <a:lumMod val="75000"/>
                  <a:lumOff val="25000"/>
                </a:schemeClr>
              </a:solidFill>
              <a:latin typeface="微软雅黑 Light" panose="020B0502040204020203" charset="-122"/>
              <a:ea typeface="微软雅黑 Light" panose="020B0502040204020203" charset="-122"/>
              <a:sym typeface="+mn-ea"/>
            </a:endParaRPr>
          </a:p>
        </p:txBody>
      </p:sp>
      <p:sp>
        <p:nvSpPr>
          <p:cNvPr id="15" name="文本框 14"/>
          <p:cNvSpPr txBox="1"/>
          <p:nvPr/>
        </p:nvSpPr>
        <p:spPr>
          <a:xfrm>
            <a:off x="9041130" y="3713480"/>
            <a:ext cx="2563495" cy="1124585"/>
          </a:xfrm>
          <a:prstGeom prst="rect">
            <a:avLst/>
          </a:prstGeom>
          <a:noFill/>
        </p:spPr>
        <p:txBody>
          <a:bodyPr wrap="square">
            <a:spAutoFit/>
          </a:bodyPr>
          <a:lstStyle/>
          <a:p>
            <a:pPr lvl="0" algn="r">
              <a:lnSpc>
                <a:spcPct val="120000"/>
              </a:lnSpc>
              <a:buClrTx/>
              <a:buSzTx/>
              <a:buFontTx/>
            </a:pPr>
            <a:r>
              <a:rPr lang="zh-CN" altLang="en-US" sz="1400" dirty="0">
                <a:solidFill>
                  <a:schemeClr val="tx1">
                    <a:lumMod val="50000"/>
                    <a:lumOff val="50000"/>
                  </a:schemeClr>
                </a:solidFill>
                <a:sym typeface="+mn-ea"/>
              </a:rPr>
              <a:t>纸质记录与二次誊抄难以满足 </a:t>
            </a:r>
            <a:r>
              <a:rPr lang="en-US" altLang="zh-CN" sz="1400" dirty="0">
                <a:solidFill>
                  <a:schemeClr val="tx1">
                    <a:lumMod val="50000"/>
                    <a:lumOff val="50000"/>
                  </a:schemeClr>
                </a:solidFill>
                <a:sym typeface="+mn-ea"/>
              </a:rPr>
              <a:t>GMP </a:t>
            </a:r>
            <a:r>
              <a:rPr lang="zh-CN" altLang="en-US" sz="1400" dirty="0">
                <a:solidFill>
                  <a:schemeClr val="tx1">
                    <a:lumMod val="50000"/>
                    <a:lumOff val="50000"/>
                  </a:schemeClr>
                </a:solidFill>
                <a:sym typeface="+mn-ea"/>
              </a:rPr>
              <a:t>数据完整性（</a:t>
            </a:r>
            <a:r>
              <a:rPr lang="en-US" altLang="zh-CN" sz="1400" dirty="0">
                <a:solidFill>
                  <a:schemeClr val="tx1">
                    <a:lumMod val="50000"/>
                    <a:lumOff val="50000"/>
                  </a:schemeClr>
                </a:solidFill>
                <a:sym typeface="+mn-ea"/>
              </a:rPr>
              <a:t>ALCOA </a:t>
            </a:r>
            <a:r>
              <a:rPr lang="zh-CN" altLang="en-US" sz="1400" dirty="0">
                <a:solidFill>
                  <a:schemeClr val="tx1">
                    <a:lumMod val="50000"/>
                    <a:lumOff val="50000"/>
                  </a:schemeClr>
                </a:solidFill>
                <a:sym typeface="+mn-ea"/>
              </a:rPr>
              <a:t>原则）与 21 </a:t>
            </a:r>
            <a:r>
              <a:rPr lang="en-US" altLang="zh-CN" sz="1400" dirty="0">
                <a:solidFill>
                  <a:schemeClr val="tx1">
                    <a:lumMod val="50000"/>
                    <a:lumOff val="50000"/>
                  </a:schemeClr>
                </a:solidFill>
                <a:sym typeface="+mn-ea"/>
              </a:rPr>
              <a:t>CFR Part 11 </a:t>
            </a:r>
            <a:r>
              <a:rPr lang="zh-CN" altLang="en-US" sz="1400" dirty="0">
                <a:solidFill>
                  <a:schemeClr val="tx1">
                    <a:lumMod val="50000"/>
                    <a:lumOff val="50000"/>
                  </a:schemeClr>
                </a:solidFill>
                <a:sym typeface="+mn-ea"/>
              </a:rPr>
              <a:t>电子记录要求，审计举证成本高。</a:t>
            </a:r>
            <a:endParaRPr lang="zh-CN" altLang="en-US" sz="1400" dirty="0">
              <a:solidFill>
                <a:schemeClr val="tx1">
                  <a:lumMod val="50000"/>
                  <a:lumOff val="50000"/>
                </a:schemeClr>
              </a:solidFill>
              <a:sym typeface="+mn-ea"/>
            </a:endParaRPr>
          </a:p>
        </p:txBody>
      </p:sp>
      <p:grpSp>
        <p:nvGrpSpPr>
          <p:cNvPr id="2" name="组合 1"/>
          <p:cNvGrpSpPr/>
          <p:nvPr/>
        </p:nvGrpSpPr>
        <p:grpSpPr>
          <a:xfrm>
            <a:off x="443230" y="5328285"/>
            <a:ext cx="11306810" cy="1199515"/>
            <a:chOff x="698" y="8391"/>
            <a:chExt cx="17806" cy="1889"/>
          </a:xfrm>
        </p:grpSpPr>
        <p:sp>
          <p:nvSpPr>
            <p:cNvPr id="210" name="矩形 209"/>
            <p:cNvSpPr/>
            <p:nvPr/>
          </p:nvSpPr>
          <p:spPr>
            <a:xfrm>
              <a:off x="698" y="8391"/>
              <a:ext cx="17805" cy="188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3"/>
                </a:solidFill>
              </a:endParaRPr>
            </a:p>
          </p:txBody>
        </p:sp>
        <p:sp>
          <p:nvSpPr>
            <p:cNvPr id="957" name="圆角矩形 956"/>
            <p:cNvSpPr/>
            <p:nvPr/>
          </p:nvSpPr>
          <p:spPr>
            <a:xfrm>
              <a:off x="698" y="9320"/>
              <a:ext cx="17807" cy="960"/>
            </a:xfrm>
            <a:prstGeom prst="roundRect">
              <a:avLst>
                <a:gd name="adj" fmla="val 0"/>
              </a:avLst>
            </a:prstGeom>
            <a:gradFill>
              <a:gsLst>
                <a:gs pos="0">
                  <a:srgbClr val="FF9E3F"/>
                </a:gs>
                <a:gs pos="100000">
                  <a:srgbClr val="FFC20F"/>
                </a:gs>
              </a:gsLst>
              <a:lin ang="2700000" scaled="1"/>
            </a:gradFill>
          </p:spPr>
          <p:txBody>
            <a:bodyPr anchor="ctr" anchorCtr="0"/>
            <a:p>
              <a:pPr algn="ctr"/>
              <a:r>
                <a:rPr lang="zh-CN" altLang="en-US">
                  <a:solidFill>
                    <a:schemeClr val="bg1"/>
                  </a:solidFill>
                  <a:latin typeface="微软雅黑" panose="020B0503020204020204" charset="-122"/>
                  <a:ea typeface="微软雅黑" panose="020B0503020204020204" charset="-122"/>
                  <a:cs typeface="微软雅黑" panose="020B0503020204020204" charset="-122"/>
                  <a:sym typeface="+mn-ea"/>
                </a:rPr>
                <a:t>在日常工作中</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rPr>
                <a:t> </a:t>
              </a:r>
              <a:r>
                <a:rPr lang="en-US">
                  <a:solidFill>
                    <a:schemeClr val="bg1"/>
                  </a:solidFill>
                  <a:latin typeface="微软雅黑" panose="020B0503020204020204" charset="-122"/>
                  <a:ea typeface="微软雅黑" panose="020B0503020204020204" charset="-122"/>
                  <a:cs typeface="微软雅黑" panose="020B0503020204020204" charset="-122"/>
                  <a:sym typeface="+mn-ea"/>
                </a:rPr>
                <a:t>检测量大、人手紧张、监管</a:t>
              </a:r>
              <a:r>
                <a:rPr lang="zh-CN" altLang="en-US">
                  <a:solidFill>
                    <a:schemeClr val="bg1"/>
                  </a:solidFill>
                  <a:latin typeface="微软雅黑" panose="020B0503020204020204" charset="-122"/>
                  <a:ea typeface="微软雅黑" panose="020B0503020204020204" charset="-122"/>
                  <a:cs typeface="微软雅黑" panose="020B0503020204020204" charset="-122"/>
                  <a:sym typeface="+mn-ea"/>
                </a:rPr>
                <a:t>越来越严</a:t>
              </a:r>
              <a:r>
                <a:rPr lang="en-US">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a:solidFill>
                    <a:schemeClr val="bg1"/>
                  </a:solidFill>
                  <a:latin typeface="微软雅黑" panose="020B0503020204020204" charset="-122"/>
                  <a:ea typeface="微软雅黑" panose="020B0503020204020204" charset="-122"/>
                  <a:cs typeface="微软雅黑" panose="020B0503020204020204" charset="-122"/>
                  <a:sym typeface="+mn-ea"/>
                </a:rPr>
                <a:t>所以</a:t>
              </a:r>
              <a:r>
                <a:rPr lang="en-US">
                  <a:solidFill>
                    <a:schemeClr val="bg1"/>
                  </a:solidFill>
                  <a:latin typeface="微软雅黑" panose="020B0503020204020204" charset="-122"/>
                  <a:ea typeface="微软雅黑" panose="020B0503020204020204" charset="-122"/>
                  <a:cs typeface="微软雅黑" panose="020B0503020204020204" charset="-122"/>
                  <a:sym typeface="+mn-ea"/>
                </a:rPr>
                <a:t>人工</a:t>
              </a:r>
              <a:r>
                <a:rPr lang="zh-CN" altLang="en-US">
                  <a:solidFill>
                    <a:schemeClr val="bg1"/>
                  </a:solidFill>
                  <a:latin typeface="微软雅黑" panose="020B0503020204020204" charset="-122"/>
                  <a:ea typeface="微软雅黑" panose="020B0503020204020204" charset="-122"/>
                  <a:cs typeface="微软雅黑" panose="020B0503020204020204" charset="-122"/>
                  <a:sym typeface="+mn-ea"/>
                </a:rPr>
                <a:t>操作</a:t>
              </a:r>
              <a:r>
                <a:rPr lang="en-US">
                  <a:solidFill>
                    <a:schemeClr val="bg1"/>
                  </a:solidFill>
                  <a:latin typeface="微软雅黑" panose="020B0503020204020204" charset="-122"/>
                  <a:ea typeface="微软雅黑" panose="020B0503020204020204" charset="-122"/>
                  <a:cs typeface="微软雅黑" panose="020B0503020204020204" charset="-122"/>
                  <a:sym typeface="+mn-ea"/>
                </a:rPr>
                <a:t>换成机器自动化已是必然选择。</a:t>
              </a:r>
              <a:endParaRPr lang="en-US">
                <a:solidFill>
                  <a:schemeClr val="bg1"/>
                </a:solidFill>
                <a:latin typeface="微软雅黑" panose="020B0503020204020204" charset="-122"/>
                <a:ea typeface="微软雅黑" panose="020B0503020204020204" charset="-122"/>
                <a:cs typeface="微软雅黑" panose="020B0503020204020204" charset="-122"/>
                <a:sym typeface="+mn-ea"/>
              </a:endParaRPr>
            </a:p>
          </p:txBody>
        </p:sp>
      </p:gr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15" name="" descr="&lt;Slide style={{ position: 'relative', width: '1280px', height: '720px', overflow: 'hidden', background: '#ffffff', fontFamily: 'Microsoft YaHei, Arial, sans-serif', color: '#333333' }}&gt;&#10;  &lt;Box style={{ position: 'absolute', top: 20, left: 60, right: 60, height: 80, display: 'flex', flexDirection: 'row', alignItems: 'center', borderBottom: '2px solid #1F4E79' }}&gt;&#10;    &lt;Text style={{ fontSize: 34, fontWeight: 'bold', color: '#1F4E79' }}&gt;政策背景&lt;/Text&gt;&#10;    &lt;Text style={{ fontSize: 18, color: '#8899AA', marginLeft: 20, letterSpacing: 2 }}&gt;新药典、严监管、数智化三重驱动&lt;/Text&gt;&#10;  &lt;/Box&gt;&#10;  &lt;Box style={{ position: 'absolute', top: 120, left: 60, right: 60, bottom: 60, display: 'flex', flexDirection: 'row', gap: 32 }}&gt;&#10;    &lt;Box style={{ width: 540, display: 'flex', flexDirection: 'column', gap: 18, justifyContent: 'center' }}&gt;&#10;      &lt;Box style={{ display: 'flex', flexDirection: 'row', alignItems: 'flex-start', gap: 16 }}&gt;&#10;        &lt;Box style={{ width: 56, height: 56, borderRadius: 28, background: '#1F4E79', display: 'flex', justifyContent: 'center', alignItems: 'center', flexShrink: 0 }}&gt;&#10;          &lt;Text style={{ fontSize: 14, color: '#ffffff', fontWeight: 'bold' }}&gt;2025&lt;/Text&gt;&#10;        &lt;/Box&gt;&#10;        &lt;Box style={{ flex: 1, paddingBottom: 18, borderBottom: '1px dashed #D1D5DB' }}&gt;&#10;          &lt;Text style={{ fontSize: 21, fontWeight: 'bold', color: '#1F4E79', marginBottom: 6 }}&gt;新药典实施&lt;/Text&gt;&#10;          &lt;Text style={{ fontSize: 17, color: '#333333', lineHeight: 1.6 }}&gt;2025 年版《中国药典》已于 2025 年 10 月 1 日起施行；0831 干燥失重、0832 水分测定、0841 炽灼残渣等通则对恒重判定（两次称量差 ≤ 0.3mg）提出严格要求。&lt;/Text&gt;&#10;        &lt;/Box&gt;&#10;      &lt;/Box&gt;&#10;      &lt;Box style={{ display: 'flex', flexDirection: 'row', alignItems: 'flex-start', gap: 16 }}&gt;&#10;        &lt;Box style={{ width: 56, height: 56, borderRadius: 28, background: '#2E74B5', display: 'flex', justifyContent: 'center', alignItems: 'center', flexShrink: 0 }}&gt;&#10;          &lt;Text style={{ fontSize: 14, color: '#ffffff', fontWeight: 'bold' }}&gt;GMP&lt;/Text&gt;&#10;        &lt;/Box&gt;&#10;        &lt;Box style={{ flex: 1, paddingBottom: 18, borderBottom: '1px dashed #D1D5DB' }}&gt;&#10;          &lt;Text style={{ fontSize: 21, fontWeight: 'bold', color: '#1F4E79', marginBottom: 6 }}&gt;全生命周期监管加严&lt;/Text&gt;&#10;          &lt;Text style={{ fontSize: 17, color: '#333333', lineHeight: 1.6 }}&gt;集采中选品种实行 GMP 全覆盖检查与全覆盖抽检，已有 15 个品种因不符合 GMP 或抽检不合格被取消中选资格；仿制药一致性评价常态化推进。&lt;/Text&gt;&#10;        &lt;/Box&gt;&#10;      &lt;/Box&gt;&#10;      &lt;Box style={{ display: 'flex', flexDirection: 'row', alignItems: 'flex-start', gap: 16 }}&gt;&#10;        &lt;Box style={{ width: 56, height: 56, borderRadius: 28, background: '#00A0B0', display: 'flex', justifyContent: 'center', alignItems: 'center', flexShrink: 0 }}&gt;&#10;          &lt;Text style={{ fontSize: 14, color: '#ffffff', fontWeight: 'bold' }}&gt;数字化&lt;/Text&gt;&#10;        &lt;/Box&gt;&#10;        &lt;Box style={{ flex: 1 }}&gt;&#10;          &lt;Text style={{ fontSize: 21, fontWeight: 'bold', color: '#1F4E79', marginBottom: 6 }}&gt;数智化转型&lt;/Text&gt;&#10;          &lt;Text style={{ fontSize: 17, color: '#333333', lineHeight: 1.6 }}&gt;《医药工业数智化转型实施方案（2025—2030 年）》推动研发、生产、供应链全流程数字化升级，QC 实验室自动化是关键一环。&lt;/Text&gt;&#10;        &lt;/Box&gt;&#10;      &lt;/Box&gt;&#10;    &lt;/Box&gt;&#10;    &lt;Box style={{ flex: 1, display: 'flex', flexDirection: 'column', gap: 20, justifyContent: 'center' }}&gt;&#10;      &lt;Box style={{ padding: 24, background: '#1F4E79', borderRadius: 12 }}&gt;&#10;        &lt;Text style={{ fontSize: 22, fontWeight: 'bold', color: '#ffffff', marginBottom: 12 }}&gt;全球趋势：QC 实验室现代化带来可量化收益&lt;/Text&gt;&#10;        &lt;Text style={{ fontSize: 17, color: '#F5F7FA', lineHeight: 1.6, marginBottom: 16 }}&gt;德勤 2025 年制药 QC 实验室现代化调研显示：&lt;/Text&gt;&#10;        &lt;Box style={{ display: 'flex', flexDirection: 'row', gap: 12 }}&gt;&#10;          &lt;Box style={{ flex: 1, background: 'rgba(255,255,255,0.12)', borderRadius: 8, padding: 14, alignItems: 'center' }}&gt;&#10;            &lt;Text style={{ fontSize: 36, fontWeight: 'bold', color: '#00A0B0' }}&gt;50%&lt;/Text&gt;&#10;            &lt;Text style={{ fontSize: 15, color: '#F5F7FA', textAlign: 'center' }}&gt;错误与偏差减少&lt;/Text&gt;&#10;          &lt;/Box&gt;&#10;          &lt;Box style={{ flex: 1, background: 'rgba(255,255,255,0.12)', borderRadius: 8, padding: 14, alignItems: 'center' }}&gt;&#10;            &lt;Text style={{ fontSize: 36, fontWeight: 'bold', color: '#00A0B0' }}&gt;45%&lt;/Text&gt;&#10;            &lt;Text style={{ fontSize: 15, color: '#F5F7FA', textAlign: 'center' }}&gt;合规性提升&lt;/Text&gt;&#10;          &lt;/Box&gt;&#10;          &lt;Box style={{ flex: 1, background: 'rgba(255,255,255,0.12)', borderRadius: 8, padding: 14, alignItems: 'center' }}&gt;&#10;            &lt;Text style={{ fontSize: 36, fontWeight: 'bold', color: '#00A0B0' }}&gt;43%&lt;/Text&gt;&#10;            &lt;Text style={{ fontSize: 15, color: '#F5F7FA', textAlign: 'center' }}&gt;检测周期缩短&lt;/Text&gt;&#10;          &lt;/Box&gt;&#10;        &lt;/Box&gt;&#10;      &lt;/Box&gt;&#10;      &lt;Box style={{ padding: 20, background: '#F5F7FA', borderRadius: 8, borderLeft: '4px solid #00A0B0' }}&gt;&#10;        &lt;Text style={{ fontSize: 19, fontWeight: 'bold', color: '#1F4E79', marginBottom: 8 }}&gt;结论&lt;/Text&gt;&#10;        &lt;Text style={{ fontSize: 17, color: '#333333', lineHeight: 1.6 }}&gt;检测量大、人手紧张、监管趋严——人工操作换成机器自动化已成必然选择。&lt;/Text&gt;&#10;      &lt;/Box&gt;&#10;    &lt;/Box&gt;&#10;  &lt;/Box&gt;&#10;  &lt;Box style={{ position: 'absolute', bottom: 20, left: 60, right: 60, height: 20, display: 'flex', flexDirection: 'row', justifyContent: 'space-between', alignItems: 'center' }}&gt;&#10;    &lt;Text style={{ fontSize: 13, color: '#8899AA' }}&gt;兰光集成式检测系统解决方案&lt;/Text&gt;&#10;    &lt;Text style={{ fontSize: 13, color: '#8899AA' }}&gt;05 / 37&lt;/Text&gt;&#10;  &lt;/Box&gt;&#10;&lt;/Slide&gt;&#10;"/>
        <p:cNvGrpSpPr/>
        <p:nvPr/>
      </p:nvGrpSpPr>
      <p:grpSpPr>
        <a:xfrm>
          <a:off x="0" y="0"/>
          <a:ext cx="0" cy="0"/>
          <a:chOff x="0" y="0"/>
          <a:chExt cx="0" cy="0"/>
        </a:xfrm>
      </p:grpSpPr>
      <p:sp>
        <p:nvSpPr>
          <p:cNvPr id="383" name="矩形 382"/>
          <p:cNvSpPr/>
          <p:nvPr/>
        </p:nvSpPr>
        <p:spPr>
          <a:xfrm>
            <a:off x="7949565" y="1437005"/>
            <a:ext cx="3799840" cy="237680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3"/>
              </a:solidFill>
            </a:endParaRPr>
          </a:p>
        </p:txBody>
      </p:sp>
      <p:sp>
        <p:nvSpPr>
          <p:cNvPr id="210" name="矩形 209"/>
          <p:cNvSpPr/>
          <p:nvPr/>
        </p:nvSpPr>
        <p:spPr>
          <a:xfrm>
            <a:off x="7949565" y="3876675"/>
            <a:ext cx="3799840" cy="265112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3"/>
              </a:solidFill>
            </a:endParaRPr>
          </a:p>
        </p:txBody>
      </p:sp>
      <p:sp>
        <p:nvSpPr>
          <p:cNvPr id="2" name="标题 1"/>
          <p:cNvSpPr>
            <a:spLocks noGrp="1"/>
          </p:cNvSpPr>
          <p:nvPr>
            <p:ph type="title"/>
          </p:nvPr>
        </p:nvSpPr>
        <p:spPr/>
        <p:txBody>
          <a:bodyPr/>
          <a:p>
            <a:pPr algn="l"/>
            <a:r>
              <a:rPr lang="zh-CN" altLang="en-US"/>
              <a:t>政策层面</a:t>
            </a:r>
            <a:r>
              <a:rPr lang="en-US" altLang="zh-CN"/>
              <a:t>——</a:t>
            </a:r>
            <a:r>
              <a:rPr lang="zh-CN" altLang="en-US"/>
              <a:t>新药典、严监管、数智化三重驱动</a:t>
            </a:r>
            <a:br>
              <a:rPr lang="zh-CN" altLang="en-US"/>
            </a:br>
            <a:endParaRPr lang="zh-CN" altLang="en-US"/>
          </a:p>
        </p:txBody>
      </p:sp>
      <p:sp>
        <p:nvSpPr>
          <p:cNvPr id="10" name="矩形 9"/>
          <p:cNvSpPr/>
          <p:nvPr>
            <p:custDataLst>
              <p:tags r:id="rId1"/>
            </p:custDataLst>
          </p:nvPr>
        </p:nvSpPr>
        <p:spPr>
          <a:xfrm flipH="1">
            <a:off x="397510" y="4713605"/>
            <a:ext cx="5760000" cy="17932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ea typeface="+mj-ea"/>
              <a:cs typeface="+mn-cs"/>
            </a:endParaRPr>
          </a:p>
        </p:txBody>
      </p:sp>
      <p:sp>
        <p:nvSpPr>
          <p:cNvPr id="38" name="矩形 37"/>
          <p:cNvSpPr/>
          <p:nvPr>
            <p:custDataLst>
              <p:tags r:id="rId2"/>
            </p:custDataLst>
          </p:nvPr>
        </p:nvSpPr>
        <p:spPr>
          <a:xfrm flipH="1">
            <a:off x="397510" y="981075"/>
            <a:ext cx="5760000" cy="17932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ea typeface="+mj-ea"/>
              <a:cs typeface="+mn-cs"/>
            </a:endParaRPr>
          </a:p>
        </p:txBody>
      </p:sp>
      <p:sp>
        <p:nvSpPr>
          <p:cNvPr id="39" name="矩形 38"/>
          <p:cNvSpPr/>
          <p:nvPr>
            <p:custDataLst>
              <p:tags r:id="rId3"/>
            </p:custDataLst>
          </p:nvPr>
        </p:nvSpPr>
        <p:spPr>
          <a:xfrm flipH="1">
            <a:off x="397510" y="2844800"/>
            <a:ext cx="5760000" cy="17932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ea typeface="+mj-ea"/>
              <a:cs typeface="+mn-cs"/>
            </a:endParaRPr>
          </a:p>
        </p:txBody>
      </p:sp>
      <p:sp>
        <p:nvSpPr>
          <p:cNvPr id="45" name="等腰三角形 44"/>
          <p:cNvSpPr/>
          <p:nvPr/>
        </p:nvSpPr>
        <p:spPr>
          <a:xfrm rot="5400000">
            <a:off x="3623945" y="3578701"/>
            <a:ext cx="5525770" cy="351155"/>
          </a:xfrm>
          <a:prstGeom prst="triangl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ea typeface="+mj-ea"/>
              <a:cs typeface="+mn-cs"/>
            </a:endParaRPr>
          </a:p>
        </p:txBody>
      </p:sp>
      <p:sp>
        <p:nvSpPr>
          <p:cNvPr id="56" name="矩形 55"/>
          <p:cNvSpPr/>
          <p:nvPr/>
        </p:nvSpPr>
        <p:spPr>
          <a:xfrm>
            <a:off x="6614795" y="991394"/>
            <a:ext cx="879475" cy="5525770"/>
          </a:xfrm>
          <a:prstGeom prst="rect">
            <a:avLst/>
          </a:prstGeom>
          <a:solidFill>
            <a:srgbClr val="FFC20F"/>
          </a:solidFill>
          <a:ln w="12700">
            <a:solidFill>
              <a:srgbClr val="FCC800">
                <a:alpha val="60000"/>
              </a:srgbClr>
            </a:solidFill>
            <a:prstDash val="solid"/>
          </a:ln>
        </p:spPr>
        <p:txBody>
          <a:bodyPr vert="mongolianVert" rtlCol="0" anchor="ctr" anchorCtr="0">
            <a:noAutofit/>
          </a:bodyPr>
          <a:lstStyle/>
          <a:p>
            <a:pPr lvl="0" algn="ctr">
              <a:buClrTx/>
              <a:buSzTx/>
              <a:buFontTx/>
            </a:pPr>
            <a:r>
              <a:rPr sz="2400" b="1">
                <a:solidFill>
                  <a:schemeClr val="tx1">
                    <a:lumMod val="75000"/>
                    <a:lumOff val="25000"/>
                  </a:schemeClr>
                </a:solidFill>
                <a:latin typeface="微软雅黑 Light" panose="020B0502040204020203" charset="-122"/>
                <a:ea typeface="微软雅黑 Light" panose="020B0502040204020203" charset="-122"/>
                <a:sym typeface="+mn-ea"/>
              </a:rPr>
              <a:t>实验室自动化升级</a:t>
            </a:r>
            <a:endParaRPr sz="2400" b="1">
              <a:solidFill>
                <a:schemeClr val="tx1">
                  <a:lumMod val="75000"/>
                  <a:lumOff val="25000"/>
                </a:schemeClr>
              </a:solidFill>
              <a:latin typeface="微软雅黑 Light" panose="020B0502040204020203" charset="-122"/>
              <a:ea typeface="微软雅黑 Light" panose="020B0502040204020203" charset="-122"/>
              <a:sym typeface="+mn-ea"/>
            </a:endParaRPr>
          </a:p>
        </p:txBody>
      </p:sp>
      <p:sp>
        <p:nvSpPr>
          <p:cNvPr id="11" name="矩形: 圆角 14"/>
          <p:cNvSpPr/>
          <p:nvPr>
            <p:custDataLst>
              <p:tags r:id="rId4"/>
            </p:custDataLst>
          </p:nvPr>
        </p:nvSpPr>
        <p:spPr>
          <a:xfrm>
            <a:off x="3833984" y="6155226"/>
            <a:ext cx="2238032" cy="237147"/>
          </a:xfrm>
          <a:prstGeom prst="roundRect">
            <a:avLst/>
          </a:prstGeom>
          <a:solidFill>
            <a:srgbClr val="FCC800">
              <a:alpha val="67000"/>
            </a:srgbClr>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800" noProof="0" dirty="0">
                <a:ln>
                  <a:noFill/>
                </a:ln>
                <a:solidFill>
                  <a:schemeClr val="bg1"/>
                </a:solidFill>
                <a:effectLst/>
                <a:uLnTx/>
                <a:uFillTx/>
                <a:latin typeface="微软雅黑 Light" panose="020B0502040204020203" charset="-122"/>
                <a:ea typeface="微软雅黑 Light" panose="020B0502040204020203" charset="-122"/>
                <a:cs typeface="微软雅黑 Light" panose="020B0502040204020203" charset="-122"/>
                <a:sym typeface="+mn-ea"/>
              </a:rPr>
              <a:t>来源：国家工业和信息化部等七部门</a:t>
            </a:r>
            <a:r>
              <a:rPr lang="zh-CN" altLang="en-US" sz="800" noProof="0" dirty="0">
                <a:ln>
                  <a:noFill/>
                </a:ln>
                <a:solidFill>
                  <a:schemeClr val="bg1"/>
                </a:solidFill>
                <a:effectLst/>
                <a:uLnTx/>
                <a:uFillTx/>
                <a:latin typeface="微软雅黑 Light" panose="020B0502040204020203" charset="-122"/>
                <a:ea typeface="微软雅黑 Light" panose="020B0502040204020203" charset="-122"/>
                <a:cs typeface="微软雅黑 Light" panose="020B0502040204020203" charset="-122"/>
                <a:sym typeface="+mn-ea"/>
              </a:rPr>
              <a:t>联合印发</a:t>
            </a:r>
            <a:endParaRPr lang="zh-CN" altLang="en-US" sz="800" noProof="0" dirty="0">
              <a:ln>
                <a:noFill/>
              </a:ln>
              <a:solidFill>
                <a:schemeClr val="bg1"/>
              </a:solidFill>
              <a:effectLst/>
              <a:uLnTx/>
              <a:uFillTx/>
              <a:latin typeface="微软雅黑 Light" panose="020B0502040204020203" charset="-122"/>
              <a:ea typeface="微软雅黑 Light" panose="020B0502040204020203" charset="-122"/>
              <a:cs typeface="微软雅黑 Light" panose="020B0502040204020203" charset="-122"/>
              <a:sym typeface="+mn-ea"/>
            </a:endParaRPr>
          </a:p>
        </p:txBody>
      </p:sp>
      <p:sp>
        <p:nvSpPr>
          <p:cNvPr id="13" name="文本框 12"/>
          <p:cNvSpPr txBox="1"/>
          <p:nvPr>
            <p:custDataLst>
              <p:tags r:id="rId5"/>
            </p:custDataLst>
          </p:nvPr>
        </p:nvSpPr>
        <p:spPr>
          <a:xfrm>
            <a:off x="998855" y="4808855"/>
            <a:ext cx="5149215" cy="1198880"/>
          </a:xfrm>
          <a:prstGeom prst="rect">
            <a:avLst/>
          </a:prstGeom>
          <a:noFill/>
        </p:spPr>
        <p:txBody>
          <a:bodyPr wrap="square" rtlCol="0" anchor="t">
            <a:spAutoFit/>
          </a:bodyPr>
          <a:p>
            <a:pPr lvl="0" indent="0" algn="l" fontAlgn="auto">
              <a:lnSpc>
                <a:spcPct val="150000"/>
              </a:lnSpc>
              <a:buClrTx/>
              <a:buSzTx/>
              <a:buFontTx/>
            </a:pPr>
            <a:r>
              <a:rPr lang="zh-CN" altLang="en-US"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《医药工业数智化转型实施方案（2025—2030年）》推动研发、生产、供应链全流程数字化升级，</a:t>
            </a:r>
            <a:r>
              <a:rPr lang="en-US" altLang="zh-CN"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QC</a:t>
            </a:r>
            <a:r>
              <a:rPr lang="zh-CN" altLang="en-US"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实验室自动化是其中关键一环。</a:t>
            </a:r>
            <a:endParaRPr lang="zh-CN" altLang="en-US" sz="1600">
              <a:solidFill>
                <a:srgbClr val="333333"/>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30" name="矩形 29"/>
          <p:cNvSpPr/>
          <p:nvPr>
            <p:custDataLst>
              <p:tags r:id="rId6"/>
            </p:custDataLst>
          </p:nvPr>
        </p:nvSpPr>
        <p:spPr>
          <a:xfrm flipH="1">
            <a:off x="427990" y="981075"/>
            <a:ext cx="450215" cy="1800225"/>
          </a:xfrm>
          <a:prstGeom prst="rect">
            <a:avLst/>
          </a:prstGeom>
          <a:solidFill>
            <a:schemeClr val="tx1">
              <a:alpha val="7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b="1" noProof="0" dirty="0">
                <a:ln>
                  <a:noFill/>
                </a:ln>
                <a:solidFill>
                  <a:schemeClr val="bg1"/>
                </a:solidFill>
                <a:effectLst/>
                <a:uLnTx/>
                <a:uFillTx/>
                <a:latin typeface="微软雅黑" panose="020B0503020204020204" charset="-122"/>
                <a:ea typeface="微软雅黑" panose="020B0503020204020204" charset="-122"/>
                <a:sym typeface="+mn-ea"/>
              </a:rPr>
              <a:t>新药典</a:t>
            </a:r>
            <a:endParaRPr lang="zh-CN" altLang="en-US" b="1" noProof="0" dirty="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32" name="矩形 31"/>
          <p:cNvSpPr/>
          <p:nvPr>
            <p:custDataLst>
              <p:tags r:id="rId7"/>
            </p:custDataLst>
          </p:nvPr>
        </p:nvSpPr>
        <p:spPr>
          <a:xfrm flipH="1">
            <a:off x="427990" y="2847340"/>
            <a:ext cx="450215" cy="1800225"/>
          </a:xfrm>
          <a:prstGeom prst="rect">
            <a:avLst/>
          </a:prstGeom>
          <a:solidFill>
            <a:schemeClr val="tx1">
              <a:alpha val="7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b="1" noProof="0" dirty="0">
                <a:ln>
                  <a:noFill/>
                </a:ln>
                <a:solidFill>
                  <a:schemeClr val="bg1"/>
                </a:solidFill>
                <a:effectLst/>
                <a:uLnTx/>
                <a:uFillTx/>
                <a:latin typeface="微软雅黑" panose="020B0503020204020204" charset="-122"/>
                <a:ea typeface="微软雅黑" panose="020B0503020204020204" charset="-122"/>
                <a:sym typeface="+mn-ea"/>
              </a:rPr>
              <a:t>严监管</a:t>
            </a:r>
            <a:endParaRPr lang="zh-CN" altLang="en-US" b="1" noProof="0" dirty="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33" name="矩形 32"/>
          <p:cNvSpPr/>
          <p:nvPr>
            <p:custDataLst>
              <p:tags r:id="rId8"/>
            </p:custDataLst>
          </p:nvPr>
        </p:nvSpPr>
        <p:spPr>
          <a:xfrm flipH="1">
            <a:off x="427990" y="4713605"/>
            <a:ext cx="450215" cy="1800225"/>
          </a:xfrm>
          <a:prstGeom prst="rect">
            <a:avLst/>
          </a:prstGeom>
          <a:solidFill>
            <a:schemeClr val="tx1">
              <a:alpha val="7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b="1" noProof="0" dirty="0">
                <a:ln>
                  <a:noFill/>
                </a:ln>
                <a:solidFill>
                  <a:schemeClr val="bg1"/>
                </a:solidFill>
                <a:effectLst/>
                <a:uLnTx/>
                <a:uFillTx/>
                <a:latin typeface="微软雅黑" panose="020B0503020204020204" charset="-122"/>
                <a:ea typeface="微软雅黑" panose="020B0503020204020204" charset="-122"/>
                <a:sym typeface="+mn-ea"/>
              </a:rPr>
              <a:t>数智化</a:t>
            </a:r>
            <a:endParaRPr lang="zh-CN" altLang="en-US" b="1" noProof="0" dirty="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16" name="等腰三角形 15"/>
          <p:cNvSpPr/>
          <p:nvPr>
            <p:custDataLst>
              <p:tags r:id="rId9"/>
            </p:custDataLst>
          </p:nvPr>
        </p:nvSpPr>
        <p:spPr>
          <a:xfrm rot="5400000">
            <a:off x="793750" y="5564505"/>
            <a:ext cx="266700" cy="97790"/>
          </a:xfrm>
          <a:prstGeom prst="triangle">
            <a:avLst/>
          </a:prstGeom>
          <a:solidFill>
            <a:schemeClr val="tx1">
              <a:alpha val="7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b="1" noProof="0" dirty="0">
              <a:ln>
                <a:noFill/>
              </a:ln>
              <a:solidFill>
                <a:schemeClr val="bg1">
                  <a:alpha val="76000"/>
                </a:schemeClr>
              </a:solidFill>
              <a:effectLst/>
              <a:uLnTx/>
              <a:uFillTx/>
              <a:ea typeface="+mj-ea"/>
              <a:sym typeface="+mn-ea"/>
            </a:endParaRPr>
          </a:p>
        </p:txBody>
      </p:sp>
      <p:sp>
        <p:nvSpPr>
          <p:cNvPr id="17" name="等腰三角形 16"/>
          <p:cNvSpPr/>
          <p:nvPr>
            <p:custDataLst>
              <p:tags r:id="rId10"/>
            </p:custDataLst>
          </p:nvPr>
        </p:nvSpPr>
        <p:spPr>
          <a:xfrm rot="5400000">
            <a:off x="793750" y="3698240"/>
            <a:ext cx="266700" cy="97790"/>
          </a:xfrm>
          <a:prstGeom prst="triangle">
            <a:avLst/>
          </a:prstGeom>
          <a:solidFill>
            <a:schemeClr val="tx1">
              <a:alpha val="7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b="1" noProof="0" dirty="0">
              <a:ln>
                <a:noFill/>
              </a:ln>
              <a:solidFill>
                <a:schemeClr val="bg1">
                  <a:alpha val="76000"/>
                </a:schemeClr>
              </a:solidFill>
              <a:effectLst/>
              <a:uLnTx/>
              <a:uFillTx/>
              <a:ea typeface="+mj-ea"/>
              <a:sym typeface="+mn-ea"/>
            </a:endParaRPr>
          </a:p>
        </p:txBody>
      </p:sp>
      <p:sp>
        <p:nvSpPr>
          <p:cNvPr id="18" name="等腰三角形 17"/>
          <p:cNvSpPr/>
          <p:nvPr>
            <p:custDataLst>
              <p:tags r:id="rId11"/>
            </p:custDataLst>
          </p:nvPr>
        </p:nvSpPr>
        <p:spPr>
          <a:xfrm rot="5400000">
            <a:off x="793750" y="1831975"/>
            <a:ext cx="266700" cy="97790"/>
          </a:xfrm>
          <a:prstGeom prst="triangle">
            <a:avLst/>
          </a:prstGeom>
          <a:solidFill>
            <a:schemeClr val="tx1">
              <a:alpha val="7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b="1" noProof="0" dirty="0">
              <a:ln>
                <a:noFill/>
              </a:ln>
              <a:solidFill>
                <a:schemeClr val="bg1">
                  <a:alpha val="76000"/>
                </a:schemeClr>
              </a:solidFill>
              <a:effectLst/>
              <a:uLnTx/>
              <a:uFillTx/>
              <a:ea typeface="+mj-ea"/>
              <a:sym typeface="+mn-ea"/>
            </a:endParaRPr>
          </a:p>
        </p:txBody>
      </p:sp>
      <p:sp>
        <p:nvSpPr>
          <p:cNvPr id="22" name="文本框 21"/>
          <p:cNvSpPr txBox="1"/>
          <p:nvPr>
            <p:custDataLst>
              <p:tags r:id="rId12"/>
            </p:custDataLst>
          </p:nvPr>
        </p:nvSpPr>
        <p:spPr>
          <a:xfrm>
            <a:off x="998855" y="2940050"/>
            <a:ext cx="5163820" cy="1198880"/>
          </a:xfrm>
          <a:prstGeom prst="rect">
            <a:avLst/>
          </a:prstGeom>
          <a:noFill/>
        </p:spPr>
        <p:txBody>
          <a:bodyPr wrap="square" rtlCol="0" anchor="t">
            <a:spAutoFit/>
          </a:bodyPr>
          <a:p>
            <a:pPr lvl="0" indent="0" algn="l" fontAlgn="auto">
              <a:lnSpc>
                <a:spcPct val="150000"/>
              </a:lnSpc>
              <a:buClrTx/>
              <a:buSzTx/>
              <a:buFontTx/>
            </a:pPr>
            <a:r>
              <a:rPr lang="en-US"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集采中选品种实行</a:t>
            </a:r>
            <a:r>
              <a:rPr lang="en-US" sz="1600" b="1">
                <a:solidFill>
                  <a:srgbClr val="EEB900"/>
                </a:solidFill>
                <a:latin typeface="微软雅黑 Light" panose="020B0502040204020203" charset="-122"/>
                <a:ea typeface="微软雅黑 Light" panose="020B0502040204020203" charset="-122"/>
                <a:cs typeface="微软雅黑 Light" panose="020B0502040204020203" charset="-122"/>
                <a:sym typeface="+mn-ea"/>
              </a:rPr>
              <a:t>GMP全覆盖检查与全覆盖抽检</a:t>
            </a:r>
            <a:r>
              <a:rPr lang="en-US"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a:t>
            </a:r>
            <a:r>
              <a:rPr lang="zh-CN" altLang="en-US"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15个国家集采药品因为生产不符合</a:t>
            </a:r>
            <a:r>
              <a:rPr lang="en-US" altLang="zh-CN"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GMP</a:t>
            </a:r>
            <a:r>
              <a:rPr lang="zh-CN" altLang="en-US"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要求或抽检不符合规定而被取消中选资格。</a:t>
            </a:r>
            <a:endParaRPr lang="zh-CN" altLang="en-US" sz="1600">
              <a:solidFill>
                <a:srgbClr val="333333"/>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21" name="矩形: 圆角 14"/>
          <p:cNvSpPr/>
          <p:nvPr>
            <p:custDataLst>
              <p:tags r:id="rId13"/>
            </p:custDataLst>
          </p:nvPr>
        </p:nvSpPr>
        <p:spPr>
          <a:xfrm>
            <a:off x="3758419" y="4286422"/>
            <a:ext cx="2313597" cy="237147"/>
          </a:xfrm>
          <a:prstGeom prst="roundRect">
            <a:avLst/>
          </a:prstGeom>
          <a:solidFill>
            <a:srgbClr val="FCC800">
              <a:alpha val="67000"/>
            </a:srgbClr>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800" noProof="0" dirty="0">
                <a:ln>
                  <a:noFill/>
                </a:ln>
                <a:solidFill>
                  <a:schemeClr val="bg1"/>
                </a:solidFill>
                <a:effectLst/>
                <a:uLnTx/>
                <a:uFillTx/>
                <a:latin typeface="微软雅黑 Light" panose="020B0502040204020203" charset="-122"/>
                <a:ea typeface="微软雅黑 Light" panose="020B0502040204020203" charset="-122"/>
                <a:cs typeface="微软雅黑 Light" panose="020B0502040204020203" charset="-122"/>
                <a:sym typeface="+mn-ea"/>
              </a:rPr>
              <a:t>来源：国务院政策例行吹风会，2026年4月15日</a:t>
            </a:r>
            <a:endParaRPr lang="zh-CN" altLang="en-US" sz="800" noProof="0" dirty="0">
              <a:ln>
                <a:noFill/>
              </a:ln>
              <a:solidFill>
                <a:schemeClr val="bg1"/>
              </a:solidFill>
              <a:effectLst/>
              <a:uLnTx/>
              <a:uFillTx/>
              <a:latin typeface="微软雅黑 Light" panose="020B0502040204020203" charset="-122"/>
              <a:ea typeface="微软雅黑 Light" panose="020B0502040204020203" charset="-122"/>
              <a:cs typeface="微软雅黑 Light" panose="020B0502040204020203" charset="-122"/>
              <a:sym typeface="+mn-ea"/>
            </a:endParaRPr>
          </a:p>
        </p:txBody>
      </p:sp>
      <p:sp>
        <p:nvSpPr>
          <p:cNvPr id="29" name="文本框 28"/>
          <p:cNvSpPr txBox="1"/>
          <p:nvPr>
            <p:custDataLst>
              <p:tags r:id="rId14"/>
            </p:custDataLst>
          </p:nvPr>
        </p:nvSpPr>
        <p:spPr>
          <a:xfrm>
            <a:off x="998855" y="1076325"/>
            <a:ext cx="5160645" cy="975995"/>
          </a:xfrm>
          <a:prstGeom prst="rect">
            <a:avLst/>
          </a:prstGeom>
          <a:noFill/>
        </p:spPr>
        <p:txBody>
          <a:bodyPr wrap="square" rtlCol="0" anchor="t">
            <a:spAutoFit/>
          </a:bodyPr>
          <a:p>
            <a:pPr indent="0" fontAlgn="auto">
              <a:lnSpc>
                <a:spcPct val="120000"/>
              </a:lnSpc>
            </a:pPr>
            <a:r>
              <a:rPr lang="en-US"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2025 </a:t>
            </a:r>
            <a:r>
              <a:rPr lang="zh-CN"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年版《中国药典》已于</a:t>
            </a:r>
            <a:r>
              <a:rPr lang="en-US"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2025</a:t>
            </a:r>
            <a:r>
              <a:rPr lang="zh-CN"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年</a:t>
            </a:r>
            <a:r>
              <a:rPr lang="en-US"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10</a:t>
            </a:r>
            <a:r>
              <a:rPr lang="zh-CN"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月</a:t>
            </a:r>
            <a:r>
              <a:rPr lang="en-US"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1</a:t>
            </a:r>
            <a:r>
              <a:rPr lang="zh-CN"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日起施行。</a:t>
            </a:r>
            <a:endParaRPr lang="zh-CN" sz="1600">
              <a:solidFill>
                <a:srgbClr val="333333"/>
              </a:solidFill>
              <a:latin typeface="微软雅黑 Light" panose="020B0502040204020203" charset="-122"/>
              <a:ea typeface="微软雅黑 Light" panose="020B0502040204020203" charset="-122"/>
              <a:cs typeface="微软雅黑 Light" panose="020B0502040204020203" charset="-122"/>
              <a:sym typeface="+mn-ea"/>
            </a:endParaRPr>
          </a:p>
          <a:p>
            <a:pPr indent="0" fontAlgn="auto">
              <a:lnSpc>
                <a:spcPct val="120000"/>
              </a:lnSpc>
            </a:pPr>
            <a:r>
              <a:rPr lang="en-US"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0831</a:t>
            </a:r>
            <a:r>
              <a:rPr lang="zh-CN"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干燥失重、</a:t>
            </a:r>
            <a:r>
              <a:rPr lang="en-US"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0832</a:t>
            </a:r>
            <a:r>
              <a:rPr lang="zh-CN"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水分测定、</a:t>
            </a:r>
            <a:r>
              <a:rPr lang="en-US"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0841</a:t>
            </a:r>
            <a:r>
              <a:rPr lang="zh-CN"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炽灼残渣等通则对</a:t>
            </a:r>
            <a:r>
              <a:rPr lang="zh-CN" sz="1600" b="1">
                <a:solidFill>
                  <a:srgbClr val="EEB900"/>
                </a:solidFill>
                <a:latin typeface="微软雅黑 Light" panose="020B0502040204020203" charset="-122"/>
                <a:ea typeface="微软雅黑 Light" panose="020B0502040204020203" charset="-122"/>
                <a:cs typeface="微软雅黑 Light" panose="020B0502040204020203" charset="-122"/>
                <a:sym typeface="+mn-ea"/>
              </a:rPr>
              <a:t>恒重判定（两次称量差</a:t>
            </a:r>
            <a:r>
              <a:rPr lang="en-US" sz="1600" b="1">
                <a:solidFill>
                  <a:srgbClr val="EEB900"/>
                </a:solidFill>
                <a:latin typeface="微软雅黑 Light" panose="020B0502040204020203" charset="-122"/>
                <a:ea typeface="微软雅黑 Light" panose="020B0502040204020203" charset="-122"/>
                <a:cs typeface="微软雅黑 Light" panose="020B0502040204020203" charset="-122"/>
                <a:sym typeface="+mn-ea"/>
              </a:rPr>
              <a:t>＜</a:t>
            </a:r>
            <a:r>
              <a:rPr lang="en-US" sz="1600" b="1">
                <a:solidFill>
                  <a:srgbClr val="EEB900"/>
                </a:solidFill>
                <a:latin typeface="微软雅黑 Light" panose="020B0502040204020203" charset="-122"/>
                <a:ea typeface="微软雅黑 Light" panose="020B0502040204020203" charset="-122"/>
                <a:cs typeface="微软雅黑 Light" panose="020B0502040204020203" charset="-122"/>
                <a:sym typeface="+mn-ea"/>
              </a:rPr>
              <a:t>0.3mg</a:t>
            </a:r>
            <a:r>
              <a:rPr lang="zh-CN" sz="1600" b="1">
                <a:solidFill>
                  <a:srgbClr val="EEB900"/>
                </a:solidFill>
                <a:latin typeface="微软雅黑 Light" panose="020B0502040204020203" charset="-122"/>
                <a:ea typeface="微软雅黑 Light" panose="020B0502040204020203" charset="-122"/>
                <a:cs typeface="微软雅黑 Light" panose="020B0502040204020203" charset="-122"/>
                <a:sym typeface="+mn-ea"/>
              </a:rPr>
              <a:t>）</a:t>
            </a:r>
            <a:r>
              <a:rPr lang="zh-CN" sz="1600">
                <a:solidFill>
                  <a:srgbClr val="333333"/>
                </a:solidFill>
                <a:latin typeface="微软雅黑 Light" panose="020B0502040204020203" charset="-122"/>
                <a:ea typeface="微软雅黑 Light" panose="020B0502040204020203" charset="-122"/>
                <a:cs typeface="微软雅黑 Light" panose="020B0502040204020203" charset="-122"/>
                <a:sym typeface="+mn-ea"/>
              </a:rPr>
              <a:t>提出严格要求。</a:t>
            </a:r>
            <a:endParaRPr lang="zh-CN" altLang="en-US" sz="1600">
              <a:solidFill>
                <a:srgbClr val="333333"/>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31" name="矩形: 圆角 14"/>
          <p:cNvSpPr/>
          <p:nvPr>
            <p:custDataLst>
              <p:tags r:id="rId15"/>
            </p:custDataLst>
          </p:nvPr>
        </p:nvSpPr>
        <p:spPr>
          <a:xfrm>
            <a:off x="3788264" y="2427777"/>
            <a:ext cx="2283752" cy="237147"/>
          </a:xfrm>
          <a:prstGeom prst="roundRect">
            <a:avLst/>
          </a:prstGeom>
          <a:solidFill>
            <a:srgbClr val="FCC800">
              <a:alpha val="67000"/>
            </a:srgbClr>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800">
                <a:solidFill>
                  <a:schemeClr val="bg1"/>
                </a:solidFill>
                <a:latin typeface="微软雅黑 Light" panose="020B0502040204020203" charset="-122"/>
                <a:ea typeface="微软雅黑 Light" panose="020B0502040204020203" charset="-122"/>
                <a:cs typeface="微软雅黑 Light" panose="020B0502040204020203" charset="-122"/>
                <a:sym typeface="+mn-ea"/>
              </a:rPr>
              <a:t>来源：国家药监局2025年第29号、第32号公告</a:t>
            </a:r>
            <a:endParaRPr lang="zh-CN" altLang="en-US" sz="800" noProof="0" dirty="0">
              <a:ln>
                <a:noFill/>
              </a:ln>
              <a:solidFill>
                <a:schemeClr val="bg1"/>
              </a:solidFill>
              <a:effectLst/>
              <a:uLnTx/>
              <a:uFillTx/>
              <a:latin typeface="微软雅黑 Light" panose="020B0502040204020203" charset="-122"/>
              <a:ea typeface="微软雅黑 Light" panose="020B0502040204020203" charset="-122"/>
              <a:cs typeface="微软雅黑 Light" panose="020B0502040204020203" charset="-122"/>
              <a:sym typeface="+mn-ea"/>
            </a:endParaRPr>
          </a:p>
        </p:txBody>
      </p:sp>
      <p:sp>
        <p:nvSpPr>
          <p:cNvPr id="43" name="等腰三角形 42"/>
          <p:cNvSpPr/>
          <p:nvPr/>
        </p:nvSpPr>
        <p:spPr>
          <a:xfrm rot="16200000" flipH="1">
            <a:off x="4958715" y="3568541"/>
            <a:ext cx="5525770" cy="351155"/>
          </a:xfrm>
          <a:prstGeom prst="triangl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ea typeface="+mj-ea"/>
              <a:cs typeface="+mn-cs"/>
            </a:endParaRPr>
          </a:p>
        </p:txBody>
      </p:sp>
      <p:sp>
        <p:nvSpPr>
          <p:cNvPr id="46" name="矩形 45"/>
          <p:cNvSpPr/>
          <p:nvPr/>
        </p:nvSpPr>
        <p:spPr>
          <a:xfrm flipH="1">
            <a:off x="7948930" y="991235"/>
            <a:ext cx="3810635" cy="45021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zh-CN" altLang="en-US" b="1">
                <a:solidFill>
                  <a:prstClr val="white"/>
                </a:solidFill>
                <a:latin typeface="微软雅黑" panose="020B0503020204020204" charset="-122"/>
                <a:ea typeface="微软雅黑" panose="020B0503020204020204" charset="-122"/>
              </a:rPr>
              <a:t>全球趋势</a:t>
            </a:r>
            <a:endParaRPr lang="zh-CN" altLang="en-US" b="1">
              <a:solidFill>
                <a:prstClr val="white"/>
              </a:solidFill>
              <a:latin typeface="微软雅黑" panose="020B0503020204020204" charset="-122"/>
              <a:ea typeface="微软雅黑" panose="020B0503020204020204" charset="-122"/>
            </a:endParaRPr>
          </a:p>
        </p:txBody>
      </p:sp>
      <p:grpSp>
        <p:nvGrpSpPr>
          <p:cNvPr id="384" name="组合 383"/>
          <p:cNvGrpSpPr/>
          <p:nvPr/>
        </p:nvGrpSpPr>
        <p:grpSpPr>
          <a:xfrm>
            <a:off x="7998460" y="2098675"/>
            <a:ext cx="3702050" cy="981595"/>
            <a:chOff x="12519" y="2970"/>
            <a:chExt cx="5986" cy="1587"/>
          </a:xfrm>
        </p:grpSpPr>
        <p:grpSp>
          <p:nvGrpSpPr>
            <p:cNvPr id="51" name="组合 50"/>
            <p:cNvGrpSpPr/>
            <p:nvPr/>
          </p:nvGrpSpPr>
          <p:grpSpPr>
            <a:xfrm>
              <a:off x="12519" y="2970"/>
              <a:ext cx="5986" cy="1580"/>
              <a:chOff x="12519" y="2358"/>
              <a:chExt cx="6536" cy="2128"/>
            </a:xfrm>
            <a:gradFill>
              <a:gsLst>
                <a:gs pos="0">
                  <a:srgbClr val="FF9E3F"/>
                </a:gs>
                <a:gs pos="100000">
                  <a:srgbClr val="FFC20F"/>
                </a:gs>
              </a:gsLst>
              <a:lin ang="2700000" scaled="0"/>
            </a:gradFill>
          </p:grpSpPr>
          <p:sp>
            <p:nvSpPr>
              <p:cNvPr id="47" name="矩形 46"/>
              <p:cNvSpPr/>
              <p:nvPr/>
            </p:nvSpPr>
            <p:spPr>
              <a:xfrm>
                <a:off x="12519" y="2364"/>
                <a:ext cx="2124" cy="212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ea typeface="+mj-ea"/>
                  <a:cs typeface="+mn-cs"/>
                </a:endParaRPr>
              </a:p>
            </p:txBody>
          </p:sp>
          <p:sp>
            <p:nvSpPr>
              <p:cNvPr id="48" name="矩形 47"/>
              <p:cNvSpPr/>
              <p:nvPr/>
            </p:nvSpPr>
            <p:spPr>
              <a:xfrm>
                <a:off x="14725" y="2364"/>
                <a:ext cx="2124" cy="212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ea typeface="+mj-ea"/>
                  <a:cs typeface="+mn-cs"/>
                </a:endParaRPr>
              </a:p>
            </p:txBody>
          </p:sp>
          <p:sp>
            <p:nvSpPr>
              <p:cNvPr id="49" name="矩形 48"/>
              <p:cNvSpPr/>
              <p:nvPr/>
            </p:nvSpPr>
            <p:spPr>
              <a:xfrm>
                <a:off x="16931" y="2358"/>
                <a:ext cx="2124" cy="212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ea typeface="+mj-ea"/>
                  <a:cs typeface="+mn-cs"/>
                </a:endParaRPr>
              </a:p>
            </p:txBody>
          </p:sp>
        </p:grpSp>
        <p:grpSp>
          <p:nvGrpSpPr>
            <p:cNvPr id="54" name="组合 53"/>
            <p:cNvGrpSpPr/>
            <p:nvPr/>
          </p:nvGrpSpPr>
          <p:grpSpPr>
            <a:xfrm>
              <a:off x="12519" y="3103"/>
              <a:ext cx="1947" cy="1454"/>
              <a:chOff x="12519" y="3103"/>
              <a:chExt cx="1947" cy="1454"/>
            </a:xfrm>
          </p:grpSpPr>
          <p:sp>
            <p:nvSpPr>
              <p:cNvPr id="60" name="文本框 59"/>
              <p:cNvSpPr txBox="1"/>
              <p:nvPr/>
            </p:nvSpPr>
            <p:spPr>
              <a:xfrm>
                <a:off x="12519" y="3614"/>
                <a:ext cx="1942" cy="94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a:ln>
                      <a:noFill/>
                    </a:ln>
                    <a:solidFill>
                      <a:schemeClr val="bg1"/>
                    </a:solidFill>
                    <a:effectLst/>
                    <a:uLnTx/>
                    <a:uFillTx/>
                    <a:ea typeface="+mj-ea"/>
                    <a:cs typeface="+mn-cs"/>
                  </a:rPr>
                  <a:t>50%</a:t>
                </a:r>
                <a:endParaRPr kumimoji="0" lang="en-US" altLang="zh-CN" sz="3200" b="1" i="0" u="none" strike="noStrike" kern="1200" cap="none" spc="0" normalizeH="0" baseline="0" noProof="0" dirty="0">
                  <a:ln>
                    <a:noFill/>
                  </a:ln>
                  <a:solidFill>
                    <a:schemeClr val="bg1"/>
                  </a:solidFill>
                  <a:effectLst/>
                  <a:uLnTx/>
                  <a:uFillTx/>
                  <a:ea typeface="+mj-ea"/>
                  <a:cs typeface="+mn-cs"/>
                </a:endParaRPr>
              </a:p>
            </p:txBody>
          </p:sp>
          <p:sp>
            <p:nvSpPr>
              <p:cNvPr id="61" name="文本框 60"/>
              <p:cNvSpPr txBox="1"/>
              <p:nvPr/>
            </p:nvSpPr>
            <p:spPr>
              <a:xfrm>
                <a:off x="12519" y="3103"/>
                <a:ext cx="1947" cy="510"/>
              </a:xfrm>
              <a:prstGeom prst="rect">
                <a:avLst/>
              </a:prstGeom>
              <a:noFill/>
            </p:spPr>
            <p:txBody>
              <a:bodyPr wrap="square" lIns="36195" rIns="3619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sz="1200">
                    <a:solidFill>
                      <a:schemeClr val="bg1"/>
                    </a:solidFill>
                    <a:latin typeface="微软雅黑" panose="020B0503020204020204" charset="-122"/>
                    <a:ea typeface="微软雅黑" panose="020B0503020204020204" charset="-122"/>
                    <a:sym typeface="+mn-ea"/>
                  </a:rPr>
                  <a:t>错误与偏差</a:t>
                </a:r>
                <a:r>
                  <a:rPr lang="zh-CN" sz="1200">
                    <a:solidFill>
                      <a:schemeClr val="bg1"/>
                    </a:solidFill>
                    <a:latin typeface="微软雅黑" panose="020B0503020204020204" charset="-122"/>
                    <a:ea typeface="微软雅黑" panose="020B0503020204020204" charset="-122"/>
                    <a:sym typeface="+mn-ea"/>
                  </a:rPr>
                  <a:t>减少</a:t>
                </a:r>
                <a:endParaRPr lang="zh-CN" sz="1200">
                  <a:solidFill>
                    <a:schemeClr val="bg1"/>
                  </a:solidFill>
                  <a:latin typeface="微软雅黑" panose="020B0503020204020204" charset="-122"/>
                  <a:ea typeface="微软雅黑" panose="020B0503020204020204" charset="-122"/>
                  <a:sym typeface="+mn-ea"/>
                </a:endParaRPr>
              </a:p>
            </p:txBody>
          </p:sp>
        </p:grpSp>
        <p:grpSp>
          <p:nvGrpSpPr>
            <p:cNvPr id="55" name="组合 54"/>
            <p:cNvGrpSpPr/>
            <p:nvPr/>
          </p:nvGrpSpPr>
          <p:grpSpPr>
            <a:xfrm>
              <a:off x="14543" y="3103"/>
              <a:ext cx="1947" cy="1454"/>
              <a:chOff x="12519" y="3103"/>
              <a:chExt cx="1947" cy="1454"/>
            </a:xfrm>
          </p:grpSpPr>
          <p:sp>
            <p:nvSpPr>
              <p:cNvPr id="58" name="文本框 57"/>
              <p:cNvSpPr txBox="1"/>
              <p:nvPr/>
            </p:nvSpPr>
            <p:spPr>
              <a:xfrm>
                <a:off x="12519" y="3614"/>
                <a:ext cx="1942" cy="94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a:ln>
                      <a:noFill/>
                    </a:ln>
                    <a:solidFill>
                      <a:schemeClr val="bg1"/>
                    </a:solidFill>
                    <a:effectLst/>
                    <a:uLnTx/>
                    <a:uFillTx/>
                    <a:ea typeface="+mj-ea"/>
                    <a:cs typeface="+mn-cs"/>
                  </a:rPr>
                  <a:t>45%</a:t>
                </a:r>
                <a:endParaRPr kumimoji="0" lang="en-US" altLang="zh-CN" sz="3200" b="1" i="0" u="none" strike="noStrike" kern="1200" cap="none" spc="0" normalizeH="0" baseline="0" noProof="0" dirty="0">
                  <a:ln>
                    <a:noFill/>
                  </a:ln>
                  <a:solidFill>
                    <a:schemeClr val="bg1"/>
                  </a:solidFill>
                  <a:effectLst/>
                  <a:uLnTx/>
                  <a:uFillTx/>
                  <a:ea typeface="+mj-ea"/>
                  <a:cs typeface="+mn-cs"/>
                </a:endParaRPr>
              </a:p>
            </p:txBody>
          </p:sp>
          <p:sp>
            <p:nvSpPr>
              <p:cNvPr id="59" name="文本框 58"/>
              <p:cNvSpPr txBox="1"/>
              <p:nvPr/>
            </p:nvSpPr>
            <p:spPr>
              <a:xfrm>
                <a:off x="12519" y="3103"/>
                <a:ext cx="1947" cy="510"/>
              </a:xfrm>
              <a:prstGeom prst="rect">
                <a:avLst/>
              </a:prstGeom>
              <a:noFill/>
            </p:spPr>
            <p:txBody>
              <a:bodyPr wrap="squar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sz="1200">
                    <a:solidFill>
                      <a:srgbClr val="F5F7FA"/>
                    </a:solidFill>
                    <a:latin typeface="微软雅黑" panose="020B0503020204020204" charset="-122"/>
                    <a:ea typeface="微软雅黑" panose="020B0503020204020204" charset="-122"/>
                    <a:sym typeface="+mn-ea"/>
                  </a:rPr>
                  <a:t>合规性</a:t>
                </a:r>
                <a:r>
                  <a:rPr lang="zh-CN" sz="1200">
                    <a:solidFill>
                      <a:srgbClr val="F5F7FA"/>
                    </a:solidFill>
                    <a:latin typeface="微软雅黑" panose="020B0503020204020204" charset="-122"/>
                    <a:ea typeface="微软雅黑" panose="020B0503020204020204" charset="-122"/>
                    <a:sym typeface="+mn-ea"/>
                  </a:rPr>
                  <a:t>提升</a:t>
                </a:r>
                <a:endParaRPr lang="zh-CN" sz="1200">
                  <a:solidFill>
                    <a:srgbClr val="F5F7FA"/>
                  </a:solidFill>
                  <a:latin typeface="微软雅黑" panose="020B0503020204020204" charset="-122"/>
                  <a:ea typeface="微软雅黑" panose="020B0503020204020204" charset="-122"/>
                  <a:sym typeface="+mn-ea"/>
                </a:endParaRPr>
              </a:p>
            </p:txBody>
          </p:sp>
        </p:grpSp>
        <p:grpSp>
          <p:nvGrpSpPr>
            <p:cNvPr id="62" name="组合 61"/>
            <p:cNvGrpSpPr/>
            <p:nvPr/>
          </p:nvGrpSpPr>
          <p:grpSpPr>
            <a:xfrm>
              <a:off x="16555" y="3103"/>
              <a:ext cx="1947" cy="1454"/>
              <a:chOff x="12519" y="3103"/>
              <a:chExt cx="1947" cy="1454"/>
            </a:xfrm>
          </p:grpSpPr>
          <p:sp>
            <p:nvSpPr>
              <p:cNvPr id="63" name="文本框 62"/>
              <p:cNvSpPr txBox="1"/>
              <p:nvPr/>
            </p:nvSpPr>
            <p:spPr>
              <a:xfrm>
                <a:off x="12519" y="3614"/>
                <a:ext cx="1942" cy="94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a:ln>
                      <a:noFill/>
                    </a:ln>
                    <a:solidFill>
                      <a:schemeClr val="bg1"/>
                    </a:solidFill>
                    <a:effectLst/>
                    <a:uLnTx/>
                    <a:uFillTx/>
                    <a:ea typeface="+mj-ea"/>
                    <a:cs typeface="+mn-cs"/>
                  </a:rPr>
                  <a:t>43%</a:t>
                </a:r>
                <a:endParaRPr kumimoji="0" lang="en-US" altLang="zh-CN" sz="3200" b="1" i="0" u="none" strike="noStrike" kern="1200" cap="none" spc="0" normalizeH="0" baseline="0" noProof="0" dirty="0">
                  <a:ln>
                    <a:noFill/>
                  </a:ln>
                  <a:solidFill>
                    <a:schemeClr val="bg1"/>
                  </a:solidFill>
                  <a:effectLst/>
                  <a:uLnTx/>
                  <a:uFillTx/>
                  <a:ea typeface="+mj-ea"/>
                  <a:cs typeface="+mn-cs"/>
                </a:endParaRPr>
              </a:p>
            </p:txBody>
          </p:sp>
          <p:sp>
            <p:nvSpPr>
              <p:cNvPr id="64" name="文本框 63"/>
              <p:cNvSpPr txBox="1"/>
              <p:nvPr/>
            </p:nvSpPr>
            <p:spPr>
              <a:xfrm>
                <a:off x="12519" y="3103"/>
                <a:ext cx="1947" cy="510"/>
              </a:xfrm>
              <a:prstGeom prst="rect">
                <a:avLst/>
              </a:prstGeom>
              <a:noFill/>
            </p:spPr>
            <p:txBody>
              <a:bodyPr wrap="squar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sz="1200">
                    <a:solidFill>
                      <a:srgbClr val="F5F7FA"/>
                    </a:solidFill>
                    <a:latin typeface="微软雅黑" panose="020B0503020204020204" charset="-122"/>
                    <a:ea typeface="微软雅黑" panose="020B0503020204020204" charset="-122"/>
                    <a:sym typeface="+mn-ea"/>
                  </a:rPr>
                  <a:t>检测周期</a:t>
                </a:r>
                <a:r>
                  <a:rPr lang="zh-CN" sz="1200">
                    <a:solidFill>
                      <a:srgbClr val="F5F7FA"/>
                    </a:solidFill>
                    <a:latin typeface="微软雅黑" panose="020B0503020204020204" charset="-122"/>
                    <a:ea typeface="微软雅黑" panose="020B0503020204020204" charset="-122"/>
                    <a:sym typeface="+mn-ea"/>
                  </a:rPr>
                  <a:t>缩短</a:t>
                </a:r>
                <a:endParaRPr lang="zh-CN" sz="1200">
                  <a:solidFill>
                    <a:srgbClr val="F5F7FA"/>
                  </a:solidFill>
                  <a:latin typeface="微软雅黑" panose="020B0503020204020204" charset="-122"/>
                  <a:ea typeface="微软雅黑" panose="020B0503020204020204" charset="-122"/>
                  <a:sym typeface="+mn-ea"/>
                </a:endParaRPr>
              </a:p>
            </p:txBody>
          </p:sp>
        </p:grpSp>
      </p:grpSp>
      <p:sp>
        <p:nvSpPr>
          <p:cNvPr id="65" name="文本框 64"/>
          <p:cNvSpPr txBox="1"/>
          <p:nvPr/>
        </p:nvSpPr>
        <p:spPr>
          <a:xfrm>
            <a:off x="7948930" y="1511300"/>
            <a:ext cx="3810000" cy="444500"/>
          </a:xfrm>
          <a:prstGeom prst="rect">
            <a:avLst/>
          </a:prstGeom>
          <a:noFill/>
        </p:spPr>
        <p:txBody>
          <a:bodyPr wrap="square" rtlCol="0" anchor="ctr" anchorCtr="0">
            <a:noAutofit/>
          </a:bodyPr>
          <a:p>
            <a:pPr>
              <a:lnSpc>
                <a:spcPct val="100000"/>
              </a:lnSpc>
            </a:pPr>
            <a:r>
              <a:rPr lang="zh-CN" sz="1200">
                <a:solidFill>
                  <a:schemeClr val="tx1">
                    <a:lumMod val="75000"/>
                    <a:lumOff val="25000"/>
                  </a:schemeClr>
                </a:solidFill>
                <a:latin typeface="微软雅黑" panose="020B0503020204020204" charset="-122"/>
                <a:ea typeface="微软雅黑" panose="020B0503020204020204" charset="-122"/>
                <a:sym typeface="+mn-ea"/>
              </a:rPr>
              <a:t>德勤</a:t>
            </a:r>
            <a:r>
              <a:rPr lang="en-US" sz="1200">
                <a:solidFill>
                  <a:schemeClr val="tx1">
                    <a:lumMod val="75000"/>
                    <a:lumOff val="25000"/>
                  </a:schemeClr>
                </a:solidFill>
                <a:latin typeface="微软雅黑" panose="020B0503020204020204" charset="-122"/>
                <a:ea typeface="微软雅黑" panose="020B0503020204020204" charset="-122"/>
                <a:sym typeface="+mn-ea"/>
              </a:rPr>
              <a:t>2025</a:t>
            </a:r>
            <a:r>
              <a:rPr lang="zh-CN" sz="1200">
                <a:solidFill>
                  <a:schemeClr val="tx1">
                    <a:lumMod val="75000"/>
                    <a:lumOff val="25000"/>
                  </a:schemeClr>
                </a:solidFill>
                <a:latin typeface="微软雅黑" panose="020B0503020204020204" charset="-122"/>
                <a:ea typeface="微软雅黑" panose="020B0503020204020204" charset="-122"/>
                <a:sym typeface="+mn-ea"/>
              </a:rPr>
              <a:t>年</a:t>
            </a:r>
            <a:r>
              <a:rPr lang="en-US" sz="1200">
                <a:solidFill>
                  <a:schemeClr val="tx1">
                    <a:lumMod val="75000"/>
                    <a:lumOff val="25000"/>
                  </a:schemeClr>
                </a:solidFill>
                <a:latin typeface="微软雅黑" panose="020B0503020204020204" charset="-122"/>
                <a:ea typeface="微软雅黑" panose="020B0503020204020204" charset="-122"/>
                <a:sym typeface="+mn-ea"/>
              </a:rPr>
              <a:t>QC</a:t>
            </a:r>
            <a:r>
              <a:rPr lang="zh-CN" sz="1200">
                <a:solidFill>
                  <a:schemeClr val="tx1">
                    <a:lumMod val="75000"/>
                    <a:lumOff val="25000"/>
                  </a:schemeClr>
                </a:solidFill>
                <a:latin typeface="微软雅黑" panose="020B0503020204020204" charset="-122"/>
                <a:ea typeface="微软雅黑" panose="020B0503020204020204" charset="-122"/>
                <a:sym typeface="+mn-ea"/>
              </a:rPr>
              <a:t>实验室现代化调研显示：</a:t>
            </a:r>
            <a:endParaRPr lang="zh-CN" altLang="en-US" sz="1200">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66" name="矩形: 圆角 14"/>
          <p:cNvSpPr/>
          <p:nvPr>
            <p:custDataLst>
              <p:tags r:id="rId16"/>
            </p:custDataLst>
          </p:nvPr>
        </p:nvSpPr>
        <p:spPr>
          <a:xfrm>
            <a:off x="9105900" y="3453130"/>
            <a:ext cx="2567940" cy="276860"/>
          </a:xfrm>
          <a:prstGeom prst="roundRect">
            <a:avLst/>
          </a:prstGeom>
          <a:solidFill>
            <a:srgbClr val="FCC800">
              <a:alpha val="67000"/>
            </a:srgbClr>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800">
                <a:solidFill>
                  <a:schemeClr val="bg1"/>
                </a:solidFill>
                <a:latin typeface="微软雅黑 Light" panose="020B0502040204020203" charset="-122"/>
                <a:ea typeface="微软雅黑 Light" panose="020B0502040204020203" charset="-122"/>
                <a:cs typeface="微软雅黑 Light" panose="020B0502040204020203" charset="-122"/>
                <a:sym typeface="+mn-ea"/>
              </a:rPr>
              <a:t>来源：</a:t>
            </a:r>
            <a:r>
              <a:rPr lang="en-US" altLang="zh-CN" sz="800">
                <a:solidFill>
                  <a:schemeClr val="bg1"/>
                </a:solidFill>
                <a:latin typeface="微软雅黑 Light" panose="020B0502040204020203" charset="-122"/>
                <a:ea typeface="微软雅黑 Light" panose="020B0502040204020203" charset="-122"/>
                <a:cs typeface="微软雅黑 Light" panose="020B0502040204020203" charset="-122"/>
                <a:sym typeface="+mn-ea"/>
              </a:rPr>
              <a:t>Deloitte《Pharma's QC lab of the future》2025</a:t>
            </a:r>
            <a:endParaRPr lang="en-US" altLang="zh-CN" sz="8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grpSp>
        <p:nvGrpSpPr>
          <p:cNvPr id="385" name="组合 384"/>
          <p:cNvGrpSpPr/>
          <p:nvPr/>
        </p:nvGrpSpPr>
        <p:grpSpPr>
          <a:xfrm>
            <a:off x="7947025" y="4365625"/>
            <a:ext cx="3726815" cy="1000760"/>
            <a:chOff x="12515" y="7115"/>
            <a:chExt cx="5869" cy="1576"/>
          </a:xfrm>
        </p:grpSpPr>
        <p:sp>
          <p:nvSpPr>
            <p:cNvPr id="75" name="文本框 74"/>
            <p:cNvSpPr txBox="1"/>
            <p:nvPr/>
          </p:nvSpPr>
          <p:spPr>
            <a:xfrm>
              <a:off x="12515" y="7354"/>
              <a:ext cx="1945" cy="1098"/>
            </a:xfrm>
            <a:prstGeom prst="rect">
              <a:avLst/>
            </a:prstGeom>
            <a:noFill/>
          </p:spPr>
          <p:txBody>
            <a:bodyPr wrap="square" lIns="36195" rIns="36195" rtlCol="0" anchor="ctr" anchorCtr="0">
              <a:noAutofit/>
            </a:bodyPr>
            <a:p>
              <a:pPr lvl="0" algn="ctr">
                <a:lnSpc>
                  <a:spcPct val="120000"/>
                </a:lnSpc>
                <a:buClrTx/>
                <a:buSzTx/>
                <a:buFontTx/>
              </a:pPr>
              <a:r>
                <a:rPr lang="en-US" sz="1400" b="1">
                  <a:solidFill>
                    <a:srgbClr val="333333"/>
                  </a:solidFill>
                  <a:latin typeface="微软雅黑" panose="020B0503020204020204" charset="-122"/>
                  <a:ea typeface="微软雅黑" panose="020B0503020204020204" charset="-122"/>
                  <a:cs typeface="微软雅黑" panose="020B0503020204020204" charset="-122"/>
                  <a:sym typeface="+mn-ea"/>
                </a:rPr>
                <a:t>单台</a:t>
              </a:r>
              <a:endParaRPr lang="en-US" sz="1400" b="1">
                <a:solidFill>
                  <a:srgbClr val="333333"/>
                </a:solidFill>
                <a:latin typeface="微软雅黑" panose="020B0503020204020204" charset="-122"/>
                <a:ea typeface="微软雅黑" panose="020B0503020204020204" charset="-122"/>
                <a:cs typeface="微软雅黑" panose="020B0503020204020204" charset="-122"/>
                <a:sym typeface="+mn-ea"/>
              </a:endParaRPr>
            </a:p>
            <a:p>
              <a:pPr lvl="0" algn="ctr">
                <a:lnSpc>
                  <a:spcPct val="120000"/>
                </a:lnSpc>
                <a:buClrTx/>
                <a:buSzTx/>
                <a:buFontTx/>
              </a:pPr>
              <a:r>
                <a:rPr lang="en-US" sz="1400" b="1">
                  <a:solidFill>
                    <a:srgbClr val="333333"/>
                  </a:solidFill>
                  <a:latin typeface="微软雅黑" panose="020B0503020204020204" charset="-122"/>
                  <a:ea typeface="微软雅黑" panose="020B0503020204020204" charset="-122"/>
                  <a:cs typeface="微软雅黑" panose="020B0503020204020204" charset="-122"/>
                  <a:sym typeface="+mn-ea"/>
                </a:rPr>
                <a:t>设备精度</a:t>
              </a:r>
              <a:endParaRPr lang="en-US" sz="1400" b="1">
                <a:solidFill>
                  <a:srgbClr val="333333"/>
                </a:solidFill>
                <a:latin typeface="微软雅黑" panose="020B0503020204020204" charset="-122"/>
                <a:ea typeface="微软雅黑" panose="020B0503020204020204" charset="-122"/>
                <a:cs typeface="微软雅黑" panose="020B0503020204020204" charset="-122"/>
                <a:sym typeface="+mn-ea"/>
              </a:endParaRPr>
            </a:p>
          </p:txBody>
        </p:sp>
        <p:sp>
          <p:nvSpPr>
            <p:cNvPr id="76" name="文本框 75"/>
            <p:cNvSpPr txBox="1"/>
            <p:nvPr/>
          </p:nvSpPr>
          <p:spPr>
            <a:xfrm>
              <a:off x="16434" y="7115"/>
              <a:ext cx="1950" cy="1576"/>
            </a:xfrm>
            <a:prstGeom prst="rect">
              <a:avLst/>
            </a:prstGeom>
            <a:noFill/>
          </p:spPr>
          <p:txBody>
            <a:bodyPr wrap="square" lIns="36195" rIns="36195" rtlCol="0" anchor="ctr" anchorCtr="0">
              <a:noAutofit/>
            </a:bodyPr>
            <a:p>
              <a:pPr lvl="0" algn="ctr">
                <a:lnSpc>
                  <a:spcPct val="120000"/>
                </a:lnSpc>
                <a:buClrTx/>
                <a:buSzTx/>
                <a:buFontTx/>
              </a:pPr>
              <a:r>
                <a:rPr lang="zh-CN" altLang="en-US" sz="1400" b="1">
                  <a:solidFill>
                    <a:srgbClr val="333333"/>
                  </a:solidFill>
                  <a:latin typeface="微软雅黑" panose="020B0503020204020204" charset="-122"/>
                  <a:ea typeface="微软雅黑" panose="020B0503020204020204" charset="-122"/>
                  <a:cs typeface="微软雅黑" panose="020B0503020204020204" charset="-122"/>
                  <a:sym typeface="+mn-ea"/>
                </a:rPr>
                <a:t>端到端</a:t>
              </a:r>
              <a:endParaRPr lang="en-US" sz="1400" b="1">
                <a:solidFill>
                  <a:srgbClr val="333333"/>
                </a:solidFill>
                <a:latin typeface="微软雅黑" panose="020B0503020204020204" charset="-122"/>
                <a:ea typeface="微软雅黑" panose="020B0503020204020204" charset="-122"/>
                <a:cs typeface="微软雅黑" panose="020B0503020204020204" charset="-122"/>
                <a:sym typeface="+mn-ea"/>
              </a:endParaRPr>
            </a:p>
            <a:p>
              <a:pPr lvl="0" algn="ctr">
                <a:lnSpc>
                  <a:spcPct val="120000"/>
                </a:lnSpc>
                <a:buClrTx/>
                <a:buSzTx/>
                <a:buFontTx/>
              </a:pPr>
              <a:r>
                <a:rPr lang="en-US" sz="1400" b="1">
                  <a:solidFill>
                    <a:srgbClr val="333333"/>
                  </a:solidFill>
                  <a:latin typeface="微软雅黑" panose="020B0503020204020204" charset="-122"/>
                  <a:ea typeface="微软雅黑" panose="020B0503020204020204" charset="-122"/>
                  <a:cs typeface="微软雅黑" panose="020B0503020204020204" charset="-122"/>
                  <a:sym typeface="+mn-ea"/>
                </a:rPr>
                <a:t>工作流连通性</a:t>
              </a:r>
              <a:endParaRPr lang="en-US" sz="1400" b="1">
                <a:solidFill>
                  <a:srgbClr val="333333"/>
                </a:solidFill>
                <a:latin typeface="微软雅黑" panose="020B0503020204020204" charset="-122"/>
                <a:ea typeface="微软雅黑" panose="020B0503020204020204" charset="-122"/>
                <a:cs typeface="微软雅黑" panose="020B0503020204020204" charset="-122"/>
                <a:sym typeface="+mn-ea"/>
              </a:endParaRPr>
            </a:p>
            <a:p>
              <a:pPr lvl="0" algn="ctr">
                <a:lnSpc>
                  <a:spcPct val="120000"/>
                </a:lnSpc>
                <a:buClrTx/>
                <a:buSzTx/>
                <a:buFontTx/>
              </a:pPr>
              <a:r>
                <a:rPr lang="en-US" sz="1400" b="1">
                  <a:solidFill>
                    <a:srgbClr val="333333"/>
                  </a:solidFill>
                  <a:latin typeface="微软雅黑" panose="020B0503020204020204" charset="-122"/>
                  <a:ea typeface="微软雅黑" panose="020B0503020204020204" charset="-122"/>
                  <a:cs typeface="微软雅黑" panose="020B0503020204020204" charset="-122"/>
                  <a:sym typeface="+mn-ea"/>
                </a:rPr>
                <a:t>数据合规性</a:t>
              </a:r>
              <a:endParaRPr lang="en-US" sz="1400" b="1">
                <a:solidFill>
                  <a:srgbClr val="333333"/>
                </a:solidFill>
                <a:latin typeface="微软雅黑" panose="020B0503020204020204" charset="-122"/>
                <a:ea typeface="微软雅黑" panose="020B0503020204020204" charset="-122"/>
                <a:cs typeface="微软雅黑" panose="020B0503020204020204" charset="-122"/>
                <a:sym typeface="+mn-ea"/>
              </a:endParaRPr>
            </a:p>
          </p:txBody>
        </p:sp>
        <p:grpSp>
          <p:nvGrpSpPr>
            <p:cNvPr id="80" name="组合 79"/>
            <p:cNvGrpSpPr/>
            <p:nvPr/>
          </p:nvGrpSpPr>
          <p:grpSpPr>
            <a:xfrm rot="0">
              <a:off x="14460" y="7574"/>
              <a:ext cx="1676" cy="658"/>
              <a:chOff x="8035223" y="1875774"/>
              <a:chExt cx="1064111" cy="417541"/>
            </a:xfrm>
            <a:gradFill>
              <a:gsLst>
                <a:gs pos="0">
                  <a:srgbClr val="FCC800"/>
                </a:gs>
                <a:gs pos="100000">
                  <a:srgbClr val="E69200"/>
                </a:gs>
              </a:gsLst>
              <a:lin ang="0" scaled="0"/>
            </a:gradFill>
          </p:grpSpPr>
          <p:sp>
            <p:nvSpPr>
              <p:cNvPr id="81" name="任意多边形: 形状 138"/>
              <p:cNvSpPr/>
              <p:nvPr/>
            </p:nvSpPr>
            <p:spPr>
              <a:xfrm>
                <a:off x="9052876" y="2061288"/>
                <a:ext cx="46458" cy="46458"/>
              </a:xfrm>
              <a:custGeom>
                <a:avLst/>
                <a:gdLst>
                  <a:gd name="connsiteX0" fmla="*/ 23229 w 46458"/>
                  <a:gd name="connsiteY0" fmla="*/ 0 h 46458"/>
                  <a:gd name="connsiteX1" fmla="*/ 0 w 46458"/>
                  <a:gd name="connsiteY1" fmla="*/ 23229 h 46458"/>
                  <a:gd name="connsiteX2" fmla="*/ 23229 w 46458"/>
                  <a:gd name="connsiteY2" fmla="*/ 46459 h 46458"/>
                  <a:gd name="connsiteX3" fmla="*/ 46459 w 46458"/>
                  <a:gd name="connsiteY3" fmla="*/ 23229 h 46458"/>
                  <a:gd name="connsiteX4" fmla="*/ 23229 w 46458"/>
                  <a:gd name="connsiteY4" fmla="*/ 0 h 46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58" h="46458">
                    <a:moveTo>
                      <a:pt x="23229" y="0"/>
                    </a:moveTo>
                    <a:cubicBezTo>
                      <a:pt x="10384" y="0"/>
                      <a:pt x="0" y="10384"/>
                      <a:pt x="0" y="23229"/>
                    </a:cubicBezTo>
                    <a:cubicBezTo>
                      <a:pt x="0" y="36075"/>
                      <a:pt x="10384" y="46459"/>
                      <a:pt x="23229" y="46459"/>
                    </a:cubicBezTo>
                    <a:cubicBezTo>
                      <a:pt x="36075" y="46459"/>
                      <a:pt x="46459" y="36075"/>
                      <a:pt x="46459" y="23229"/>
                    </a:cubicBezTo>
                    <a:cubicBezTo>
                      <a:pt x="46459" y="10384"/>
                      <a:pt x="36075" y="0"/>
                      <a:pt x="2322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82" name="任意多边形: 形状 140"/>
              <p:cNvSpPr/>
              <p:nvPr/>
            </p:nvSpPr>
            <p:spPr>
              <a:xfrm>
                <a:off x="8996354" y="1999468"/>
                <a:ext cx="45388" cy="45388"/>
              </a:xfrm>
              <a:custGeom>
                <a:avLst/>
                <a:gdLst>
                  <a:gd name="connsiteX0" fmla="*/ 22694 w 45388"/>
                  <a:gd name="connsiteY0" fmla="*/ 0 h 45388"/>
                  <a:gd name="connsiteX1" fmla="*/ 0 w 45388"/>
                  <a:gd name="connsiteY1" fmla="*/ 22694 h 45388"/>
                  <a:gd name="connsiteX2" fmla="*/ 22694 w 45388"/>
                  <a:gd name="connsiteY2" fmla="*/ 45388 h 45388"/>
                  <a:gd name="connsiteX3" fmla="*/ 45388 w 45388"/>
                  <a:gd name="connsiteY3" fmla="*/ 22694 h 45388"/>
                  <a:gd name="connsiteX4" fmla="*/ 22694 w 45388"/>
                  <a:gd name="connsiteY4" fmla="*/ 0 h 45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88" h="45388">
                    <a:moveTo>
                      <a:pt x="22694" y="0"/>
                    </a:moveTo>
                    <a:cubicBezTo>
                      <a:pt x="10170" y="0"/>
                      <a:pt x="0" y="10170"/>
                      <a:pt x="0" y="22694"/>
                    </a:cubicBezTo>
                    <a:cubicBezTo>
                      <a:pt x="0" y="35219"/>
                      <a:pt x="10170" y="45388"/>
                      <a:pt x="22694" y="45388"/>
                    </a:cubicBezTo>
                    <a:cubicBezTo>
                      <a:pt x="35219" y="45388"/>
                      <a:pt x="45388" y="35219"/>
                      <a:pt x="45388" y="22694"/>
                    </a:cubicBezTo>
                    <a:cubicBezTo>
                      <a:pt x="45388" y="10170"/>
                      <a:pt x="35219" y="0"/>
                      <a:pt x="2269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83" name="任意多边形: 形状 141"/>
              <p:cNvSpPr/>
              <p:nvPr/>
            </p:nvSpPr>
            <p:spPr>
              <a:xfrm>
                <a:off x="8996354" y="2061823"/>
                <a:ext cx="45388" cy="45388"/>
              </a:xfrm>
              <a:custGeom>
                <a:avLst/>
                <a:gdLst>
                  <a:gd name="connsiteX0" fmla="*/ 22694 w 45388"/>
                  <a:gd name="connsiteY0" fmla="*/ 0 h 45388"/>
                  <a:gd name="connsiteX1" fmla="*/ 0 w 45388"/>
                  <a:gd name="connsiteY1" fmla="*/ 22694 h 45388"/>
                  <a:gd name="connsiteX2" fmla="*/ 22694 w 45388"/>
                  <a:gd name="connsiteY2" fmla="*/ 45388 h 45388"/>
                  <a:gd name="connsiteX3" fmla="*/ 45388 w 45388"/>
                  <a:gd name="connsiteY3" fmla="*/ 22694 h 45388"/>
                  <a:gd name="connsiteX4" fmla="*/ 22694 w 45388"/>
                  <a:gd name="connsiteY4" fmla="*/ 0 h 45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88" h="45388">
                    <a:moveTo>
                      <a:pt x="22694" y="0"/>
                    </a:moveTo>
                    <a:cubicBezTo>
                      <a:pt x="10170" y="0"/>
                      <a:pt x="0" y="10170"/>
                      <a:pt x="0" y="22694"/>
                    </a:cubicBezTo>
                    <a:cubicBezTo>
                      <a:pt x="0" y="35219"/>
                      <a:pt x="10170" y="45388"/>
                      <a:pt x="22694" y="45388"/>
                    </a:cubicBezTo>
                    <a:cubicBezTo>
                      <a:pt x="35219" y="45388"/>
                      <a:pt x="45388" y="35219"/>
                      <a:pt x="45388" y="22694"/>
                    </a:cubicBezTo>
                    <a:cubicBezTo>
                      <a:pt x="45388" y="10170"/>
                      <a:pt x="35219" y="0"/>
                      <a:pt x="2269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84" name="任意多边形: 形状 142"/>
              <p:cNvSpPr/>
              <p:nvPr/>
            </p:nvSpPr>
            <p:spPr>
              <a:xfrm>
                <a:off x="8996354" y="2124179"/>
                <a:ext cx="45388" cy="45388"/>
              </a:xfrm>
              <a:custGeom>
                <a:avLst/>
                <a:gdLst>
                  <a:gd name="connsiteX0" fmla="*/ 22694 w 45388"/>
                  <a:gd name="connsiteY0" fmla="*/ 0 h 45388"/>
                  <a:gd name="connsiteX1" fmla="*/ 0 w 45388"/>
                  <a:gd name="connsiteY1" fmla="*/ 22694 h 45388"/>
                  <a:gd name="connsiteX2" fmla="*/ 22694 w 45388"/>
                  <a:gd name="connsiteY2" fmla="*/ 45388 h 45388"/>
                  <a:gd name="connsiteX3" fmla="*/ 45388 w 45388"/>
                  <a:gd name="connsiteY3" fmla="*/ 22694 h 45388"/>
                  <a:gd name="connsiteX4" fmla="*/ 22694 w 45388"/>
                  <a:gd name="connsiteY4" fmla="*/ 0 h 45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88" h="45388">
                    <a:moveTo>
                      <a:pt x="22694" y="0"/>
                    </a:moveTo>
                    <a:cubicBezTo>
                      <a:pt x="10170" y="0"/>
                      <a:pt x="0" y="10170"/>
                      <a:pt x="0" y="22694"/>
                    </a:cubicBezTo>
                    <a:cubicBezTo>
                      <a:pt x="0" y="35219"/>
                      <a:pt x="10170" y="45388"/>
                      <a:pt x="22694" y="45388"/>
                    </a:cubicBezTo>
                    <a:cubicBezTo>
                      <a:pt x="35219" y="45388"/>
                      <a:pt x="45388" y="35219"/>
                      <a:pt x="45388" y="22694"/>
                    </a:cubicBezTo>
                    <a:cubicBezTo>
                      <a:pt x="45388" y="10170"/>
                      <a:pt x="35219" y="0"/>
                      <a:pt x="2269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85" name="任意多边形: 形状 143"/>
              <p:cNvSpPr/>
              <p:nvPr/>
            </p:nvSpPr>
            <p:spPr>
              <a:xfrm>
                <a:off x="8939779" y="1937594"/>
                <a:ext cx="44317" cy="44317"/>
              </a:xfrm>
              <a:custGeom>
                <a:avLst/>
                <a:gdLst>
                  <a:gd name="connsiteX0" fmla="*/ 22159 w 44317"/>
                  <a:gd name="connsiteY0" fmla="*/ 0 h 44317"/>
                  <a:gd name="connsiteX1" fmla="*/ 0 w 44317"/>
                  <a:gd name="connsiteY1" fmla="*/ 22159 h 44317"/>
                  <a:gd name="connsiteX2" fmla="*/ 22159 w 44317"/>
                  <a:gd name="connsiteY2" fmla="*/ 44318 h 44317"/>
                  <a:gd name="connsiteX3" fmla="*/ 44318 w 44317"/>
                  <a:gd name="connsiteY3" fmla="*/ 22159 h 44317"/>
                  <a:gd name="connsiteX4" fmla="*/ 22159 w 44317"/>
                  <a:gd name="connsiteY4" fmla="*/ 0 h 44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17" h="44317">
                    <a:moveTo>
                      <a:pt x="22159" y="0"/>
                    </a:moveTo>
                    <a:cubicBezTo>
                      <a:pt x="9902" y="0"/>
                      <a:pt x="0" y="9902"/>
                      <a:pt x="0" y="22159"/>
                    </a:cubicBezTo>
                    <a:cubicBezTo>
                      <a:pt x="0" y="34416"/>
                      <a:pt x="9902" y="44318"/>
                      <a:pt x="22159" y="44318"/>
                    </a:cubicBezTo>
                    <a:cubicBezTo>
                      <a:pt x="34416" y="44318"/>
                      <a:pt x="44318" y="34416"/>
                      <a:pt x="44318" y="22159"/>
                    </a:cubicBezTo>
                    <a:cubicBezTo>
                      <a:pt x="44318" y="9902"/>
                      <a:pt x="34416" y="0"/>
                      <a:pt x="2215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86" name="任意多边形: 形状 144"/>
              <p:cNvSpPr/>
              <p:nvPr/>
            </p:nvSpPr>
            <p:spPr>
              <a:xfrm>
                <a:off x="8939779" y="2000003"/>
                <a:ext cx="44317" cy="44317"/>
              </a:xfrm>
              <a:custGeom>
                <a:avLst/>
                <a:gdLst>
                  <a:gd name="connsiteX0" fmla="*/ 22159 w 44317"/>
                  <a:gd name="connsiteY0" fmla="*/ 0 h 44317"/>
                  <a:gd name="connsiteX1" fmla="*/ 0 w 44317"/>
                  <a:gd name="connsiteY1" fmla="*/ 22159 h 44317"/>
                  <a:gd name="connsiteX2" fmla="*/ 22159 w 44317"/>
                  <a:gd name="connsiteY2" fmla="*/ 44318 h 44317"/>
                  <a:gd name="connsiteX3" fmla="*/ 44318 w 44317"/>
                  <a:gd name="connsiteY3" fmla="*/ 22159 h 44317"/>
                  <a:gd name="connsiteX4" fmla="*/ 22159 w 44317"/>
                  <a:gd name="connsiteY4" fmla="*/ 0 h 44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17" h="44317">
                    <a:moveTo>
                      <a:pt x="22159" y="0"/>
                    </a:moveTo>
                    <a:cubicBezTo>
                      <a:pt x="9902" y="0"/>
                      <a:pt x="0" y="9902"/>
                      <a:pt x="0" y="22159"/>
                    </a:cubicBezTo>
                    <a:cubicBezTo>
                      <a:pt x="0" y="34416"/>
                      <a:pt x="9902" y="44318"/>
                      <a:pt x="22159" y="44318"/>
                    </a:cubicBezTo>
                    <a:cubicBezTo>
                      <a:pt x="34416" y="44318"/>
                      <a:pt x="44318" y="34416"/>
                      <a:pt x="44318" y="22159"/>
                    </a:cubicBezTo>
                    <a:cubicBezTo>
                      <a:pt x="44318" y="9902"/>
                      <a:pt x="34416" y="0"/>
                      <a:pt x="2215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87" name="任意多边形: 形状 145"/>
              <p:cNvSpPr/>
              <p:nvPr/>
            </p:nvSpPr>
            <p:spPr>
              <a:xfrm>
                <a:off x="8939779" y="2062359"/>
                <a:ext cx="44317" cy="44317"/>
              </a:xfrm>
              <a:custGeom>
                <a:avLst/>
                <a:gdLst>
                  <a:gd name="connsiteX0" fmla="*/ 22159 w 44317"/>
                  <a:gd name="connsiteY0" fmla="*/ 0 h 44317"/>
                  <a:gd name="connsiteX1" fmla="*/ 0 w 44317"/>
                  <a:gd name="connsiteY1" fmla="*/ 22159 h 44317"/>
                  <a:gd name="connsiteX2" fmla="*/ 22159 w 44317"/>
                  <a:gd name="connsiteY2" fmla="*/ 44318 h 44317"/>
                  <a:gd name="connsiteX3" fmla="*/ 44318 w 44317"/>
                  <a:gd name="connsiteY3" fmla="*/ 22159 h 44317"/>
                  <a:gd name="connsiteX4" fmla="*/ 22159 w 44317"/>
                  <a:gd name="connsiteY4" fmla="*/ 0 h 44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17" h="44317">
                    <a:moveTo>
                      <a:pt x="22159" y="0"/>
                    </a:moveTo>
                    <a:cubicBezTo>
                      <a:pt x="9902" y="0"/>
                      <a:pt x="0" y="9902"/>
                      <a:pt x="0" y="22159"/>
                    </a:cubicBezTo>
                    <a:cubicBezTo>
                      <a:pt x="0" y="34416"/>
                      <a:pt x="9902" y="44318"/>
                      <a:pt x="22159" y="44318"/>
                    </a:cubicBezTo>
                    <a:cubicBezTo>
                      <a:pt x="34416" y="44318"/>
                      <a:pt x="44318" y="34416"/>
                      <a:pt x="44318" y="22159"/>
                    </a:cubicBezTo>
                    <a:cubicBezTo>
                      <a:pt x="44318" y="9902"/>
                      <a:pt x="34416" y="0"/>
                      <a:pt x="2215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88" name="任意多边形: 形状 148"/>
              <p:cNvSpPr/>
              <p:nvPr/>
            </p:nvSpPr>
            <p:spPr>
              <a:xfrm>
                <a:off x="8939779" y="2124768"/>
                <a:ext cx="44317" cy="44317"/>
              </a:xfrm>
              <a:custGeom>
                <a:avLst/>
                <a:gdLst>
                  <a:gd name="connsiteX0" fmla="*/ 22159 w 44317"/>
                  <a:gd name="connsiteY0" fmla="*/ 0 h 44317"/>
                  <a:gd name="connsiteX1" fmla="*/ 0 w 44317"/>
                  <a:gd name="connsiteY1" fmla="*/ 22159 h 44317"/>
                  <a:gd name="connsiteX2" fmla="*/ 22159 w 44317"/>
                  <a:gd name="connsiteY2" fmla="*/ 44318 h 44317"/>
                  <a:gd name="connsiteX3" fmla="*/ 44318 w 44317"/>
                  <a:gd name="connsiteY3" fmla="*/ 22159 h 44317"/>
                  <a:gd name="connsiteX4" fmla="*/ 22159 w 44317"/>
                  <a:gd name="connsiteY4" fmla="*/ 0 h 44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17" h="44317">
                    <a:moveTo>
                      <a:pt x="22159" y="0"/>
                    </a:moveTo>
                    <a:cubicBezTo>
                      <a:pt x="9902" y="0"/>
                      <a:pt x="0" y="9902"/>
                      <a:pt x="0" y="22159"/>
                    </a:cubicBezTo>
                    <a:cubicBezTo>
                      <a:pt x="0" y="34416"/>
                      <a:pt x="9902" y="44318"/>
                      <a:pt x="22159" y="44318"/>
                    </a:cubicBezTo>
                    <a:cubicBezTo>
                      <a:pt x="34416" y="44318"/>
                      <a:pt x="44318" y="34416"/>
                      <a:pt x="44318" y="22159"/>
                    </a:cubicBezTo>
                    <a:cubicBezTo>
                      <a:pt x="44318" y="9902"/>
                      <a:pt x="34416" y="0"/>
                      <a:pt x="2215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89" name="任意多边形: 形状 149"/>
              <p:cNvSpPr/>
              <p:nvPr/>
            </p:nvSpPr>
            <p:spPr>
              <a:xfrm>
                <a:off x="8939779" y="2187123"/>
                <a:ext cx="44317" cy="44317"/>
              </a:xfrm>
              <a:custGeom>
                <a:avLst/>
                <a:gdLst>
                  <a:gd name="connsiteX0" fmla="*/ 22159 w 44317"/>
                  <a:gd name="connsiteY0" fmla="*/ 0 h 44317"/>
                  <a:gd name="connsiteX1" fmla="*/ 0 w 44317"/>
                  <a:gd name="connsiteY1" fmla="*/ 22159 h 44317"/>
                  <a:gd name="connsiteX2" fmla="*/ 22159 w 44317"/>
                  <a:gd name="connsiteY2" fmla="*/ 44318 h 44317"/>
                  <a:gd name="connsiteX3" fmla="*/ 44318 w 44317"/>
                  <a:gd name="connsiteY3" fmla="*/ 22159 h 44317"/>
                  <a:gd name="connsiteX4" fmla="*/ 22159 w 44317"/>
                  <a:gd name="connsiteY4" fmla="*/ 0 h 44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17" h="44317">
                    <a:moveTo>
                      <a:pt x="22159" y="0"/>
                    </a:moveTo>
                    <a:cubicBezTo>
                      <a:pt x="9902" y="0"/>
                      <a:pt x="0" y="9902"/>
                      <a:pt x="0" y="22159"/>
                    </a:cubicBezTo>
                    <a:cubicBezTo>
                      <a:pt x="0" y="34416"/>
                      <a:pt x="9902" y="44318"/>
                      <a:pt x="22159" y="44318"/>
                    </a:cubicBezTo>
                    <a:cubicBezTo>
                      <a:pt x="34416" y="44318"/>
                      <a:pt x="44318" y="34416"/>
                      <a:pt x="44318" y="22159"/>
                    </a:cubicBezTo>
                    <a:cubicBezTo>
                      <a:pt x="44318" y="9902"/>
                      <a:pt x="34416" y="0"/>
                      <a:pt x="2215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90" name="任意多边形: 形状 150"/>
              <p:cNvSpPr/>
              <p:nvPr/>
            </p:nvSpPr>
            <p:spPr>
              <a:xfrm>
                <a:off x="8883258" y="1875774"/>
                <a:ext cx="43247" cy="43247"/>
              </a:xfrm>
              <a:custGeom>
                <a:avLst/>
                <a:gdLst>
                  <a:gd name="connsiteX0" fmla="*/ 21624 w 43247"/>
                  <a:gd name="connsiteY0" fmla="*/ 0 h 43247"/>
                  <a:gd name="connsiteX1" fmla="*/ 0 w 43247"/>
                  <a:gd name="connsiteY1" fmla="*/ 21624 h 43247"/>
                  <a:gd name="connsiteX2" fmla="*/ 21624 w 43247"/>
                  <a:gd name="connsiteY2" fmla="*/ 43247 h 43247"/>
                  <a:gd name="connsiteX3" fmla="*/ 43247 w 43247"/>
                  <a:gd name="connsiteY3" fmla="*/ 21624 h 43247"/>
                  <a:gd name="connsiteX4" fmla="*/ 21624 w 43247"/>
                  <a:gd name="connsiteY4" fmla="*/ 0 h 4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47" h="43247">
                    <a:moveTo>
                      <a:pt x="21624" y="0"/>
                    </a:moveTo>
                    <a:cubicBezTo>
                      <a:pt x="9688" y="0"/>
                      <a:pt x="0" y="9688"/>
                      <a:pt x="0" y="21624"/>
                    </a:cubicBezTo>
                    <a:cubicBezTo>
                      <a:pt x="0" y="33560"/>
                      <a:pt x="9688" y="43247"/>
                      <a:pt x="21624" y="43247"/>
                    </a:cubicBezTo>
                    <a:cubicBezTo>
                      <a:pt x="33560" y="43247"/>
                      <a:pt x="43247" y="33560"/>
                      <a:pt x="43247" y="21624"/>
                    </a:cubicBezTo>
                    <a:cubicBezTo>
                      <a:pt x="43247" y="9688"/>
                      <a:pt x="33560" y="0"/>
                      <a:pt x="2162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91" name="任意多边形: 形状 151"/>
              <p:cNvSpPr/>
              <p:nvPr/>
            </p:nvSpPr>
            <p:spPr>
              <a:xfrm>
                <a:off x="8883258" y="1938129"/>
                <a:ext cx="43247" cy="43247"/>
              </a:xfrm>
              <a:custGeom>
                <a:avLst/>
                <a:gdLst>
                  <a:gd name="connsiteX0" fmla="*/ 21624 w 43247"/>
                  <a:gd name="connsiteY0" fmla="*/ 0 h 43247"/>
                  <a:gd name="connsiteX1" fmla="*/ 0 w 43247"/>
                  <a:gd name="connsiteY1" fmla="*/ 21624 h 43247"/>
                  <a:gd name="connsiteX2" fmla="*/ 21624 w 43247"/>
                  <a:gd name="connsiteY2" fmla="*/ 43247 h 43247"/>
                  <a:gd name="connsiteX3" fmla="*/ 43247 w 43247"/>
                  <a:gd name="connsiteY3" fmla="*/ 21624 h 43247"/>
                  <a:gd name="connsiteX4" fmla="*/ 21624 w 43247"/>
                  <a:gd name="connsiteY4" fmla="*/ 0 h 4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47" h="43247">
                    <a:moveTo>
                      <a:pt x="21624" y="0"/>
                    </a:moveTo>
                    <a:cubicBezTo>
                      <a:pt x="9688" y="0"/>
                      <a:pt x="0" y="9688"/>
                      <a:pt x="0" y="21624"/>
                    </a:cubicBezTo>
                    <a:cubicBezTo>
                      <a:pt x="0" y="33560"/>
                      <a:pt x="9688" y="43247"/>
                      <a:pt x="21624" y="43247"/>
                    </a:cubicBezTo>
                    <a:cubicBezTo>
                      <a:pt x="33560" y="43247"/>
                      <a:pt x="43247" y="33560"/>
                      <a:pt x="43247" y="21624"/>
                    </a:cubicBezTo>
                    <a:cubicBezTo>
                      <a:pt x="43247" y="9688"/>
                      <a:pt x="33560" y="0"/>
                      <a:pt x="2162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92" name="任意多边形: 形状 156"/>
              <p:cNvSpPr/>
              <p:nvPr/>
            </p:nvSpPr>
            <p:spPr>
              <a:xfrm>
                <a:off x="8883258" y="2000538"/>
                <a:ext cx="43247" cy="43247"/>
              </a:xfrm>
              <a:custGeom>
                <a:avLst/>
                <a:gdLst>
                  <a:gd name="connsiteX0" fmla="*/ 21624 w 43247"/>
                  <a:gd name="connsiteY0" fmla="*/ 0 h 43247"/>
                  <a:gd name="connsiteX1" fmla="*/ 0 w 43247"/>
                  <a:gd name="connsiteY1" fmla="*/ 21624 h 43247"/>
                  <a:gd name="connsiteX2" fmla="*/ 21624 w 43247"/>
                  <a:gd name="connsiteY2" fmla="*/ 43247 h 43247"/>
                  <a:gd name="connsiteX3" fmla="*/ 43247 w 43247"/>
                  <a:gd name="connsiteY3" fmla="*/ 21624 h 43247"/>
                  <a:gd name="connsiteX4" fmla="*/ 21624 w 43247"/>
                  <a:gd name="connsiteY4" fmla="*/ 0 h 4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47" h="43247">
                    <a:moveTo>
                      <a:pt x="21624" y="0"/>
                    </a:moveTo>
                    <a:cubicBezTo>
                      <a:pt x="9688" y="0"/>
                      <a:pt x="0" y="9688"/>
                      <a:pt x="0" y="21624"/>
                    </a:cubicBezTo>
                    <a:cubicBezTo>
                      <a:pt x="0" y="33560"/>
                      <a:pt x="9688" y="43247"/>
                      <a:pt x="21624" y="43247"/>
                    </a:cubicBezTo>
                    <a:cubicBezTo>
                      <a:pt x="33560" y="43247"/>
                      <a:pt x="43247" y="33560"/>
                      <a:pt x="43247" y="21624"/>
                    </a:cubicBezTo>
                    <a:cubicBezTo>
                      <a:pt x="43247" y="9688"/>
                      <a:pt x="33560" y="0"/>
                      <a:pt x="2162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93" name="任意多边形: 形状 157"/>
              <p:cNvSpPr/>
              <p:nvPr/>
            </p:nvSpPr>
            <p:spPr>
              <a:xfrm>
                <a:off x="8883258" y="2062894"/>
                <a:ext cx="43247" cy="43247"/>
              </a:xfrm>
              <a:custGeom>
                <a:avLst/>
                <a:gdLst>
                  <a:gd name="connsiteX0" fmla="*/ 43247 w 43247"/>
                  <a:gd name="connsiteY0" fmla="*/ 21624 h 43247"/>
                  <a:gd name="connsiteX1" fmla="*/ 21624 w 43247"/>
                  <a:gd name="connsiteY1" fmla="*/ 43247 h 43247"/>
                  <a:gd name="connsiteX2" fmla="*/ 0 w 43247"/>
                  <a:gd name="connsiteY2" fmla="*/ 21624 h 43247"/>
                  <a:gd name="connsiteX3" fmla="*/ 21624 w 43247"/>
                  <a:gd name="connsiteY3" fmla="*/ 0 h 43247"/>
                  <a:gd name="connsiteX4" fmla="*/ 43247 w 43247"/>
                  <a:gd name="connsiteY4" fmla="*/ 21624 h 4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47" h="43247">
                    <a:moveTo>
                      <a:pt x="43247" y="21624"/>
                    </a:moveTo>
                    <a:cubicBezTo>
                      <a:pt x="43247" y="33566"/>
                      <a:pt x="33566" y="43247"/>
                      <a:pt x="21624" y="43247"/>
                    </a:cubicBezTo>
                    <a:cubicBezTo>
                      <a:pt x="9681" y="43247"/>
                      <a:pt x="0" y="33566"/>
                      <a:pt x="0" y="21624"/>
                    </a:cubicBezTo>
                    <a:cubicBezTo>
                      <a:pt x="0" y="9681"/>
                      <a:pt x="9681" y="0"/>
                      <a:pt x="21624" y="0"/>
                    </a:cubicBezTo>
                    <a:cubicBezTo>
                      <a:pt x="33566" y="0"/>
                      <a:pt x="43247" y="9681"/>
                      <a:pt x="43247" y="21624"/>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94" name="任意多边形: 形状 158"/>
              <p:cNvSpPr/>
              <p:nvPr/>
            </p:nvSpPr>
            <p:spPr>
              <a:xfrm>
                <a:off x="8883258" y="2125303"/>
                <a:ext cx="43247" cy="43247"/>
              </a:xfrm>
              <a:custGeom>
                <a:avLst/>
                <a:gdLst>
                  <a:gd name="connsiteX0" fmla="*/ 21624 w 43247"/>
                  <a:gd name="connsiteY0" fmla="*/ 0 h 43247"/>
                  <a:gd name="connsiteX1" fmla="*/ 0 w 43247"/>
                  <a:gd name="connsiteY1" fmla="*/ 21624 h 43247"/>
                  <a:gd name="connsiteX2" fmla="*/ 21624 w 43247"/>
                  <a:gd name="connsiteY2" fmla="*/ 43247 h 43247"/>
                  <a:gd name="connsiteX3" fmla="*/ 43247 w 43247"/>
                  <a:gd name="connsiteY3" fmla="*/ 21624 h 43247"/>
                  <a:gd name="connsiteX4" fmla="*/ 21624 w 43247"/>
                  <a:gd name="connsiteY4" fmla="*/ 0 h 4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47" h="43247">
                    <a:moveTo>
                      <a:pt x="21624" y="0"/>
                    </a:moveTo>
                    <a:cubicBezTo>
                      <a:pt x="9688" y="0"/>
                      <a:pt x="0" y="9688"/>
                      <a:pt x="0" y="21624"/>
                    </a:cubicBezTo>
                    <a:cubicBezTo>
                      <a:pt x="0" y="33560"/>
                      <a:pt x="9688" y="43247"/>
                      <a:pt x="21624" y="43247"/>
                    </a:cubicBezTo>
                    <a:cubicBezTo>
                      <a:pt x="33560" y="43247"/>
                      <a:pt x="43247" y="33560"/>
                      <a:pt x="43247" y="21624"/>
                    </a:cubicBezTo>
                    <a:cubicBezTo>
                      <a:pt x="43247" y="9688"/>
                      <a:pt x="33560" y="0"/>
                      <a:pt x="2162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95" name="任意多边形: 形状 159"/>
              <p:cNvSpPr/>
              <p:nvPr/>
            </p:nvSpPr>
            <p:spPr>
              <a:xfrm>
                <a:off x="8883258" y="2187658"/>
                <a:ext cx="43247" cy="43247"/>
              </a:xfrm>
              <a:custGeom>
                <a:avLst/>
                <a:gdLst>
                  <a:gd name="connsiteX0" fmla="*/ 21624 w 43247"/>
                  <a:gd name="connsiteY0" fmla="*/ 0 h 43247"/>
                  <a:gd name="connsiteX1" fmla="*/ 0 w 43247"/>
                  <a:gd name="connsiteY1" fmla="*/ 21624 h 43247"/>
                  <a:gd name="connsiteX2" fmla="*/ 21624 w 43247"/>
                  <a:gd name="connsiteY2" fmla="*/ 43247 h 43247"/>
                  <a:gd name="connsiteX3" fmla="*/ 43247 w 43247"/>
                  <a:gd name="connsiteY3" fmla="*/ 21624 h 43247"/>
                  <a:gd name="connsiteX4" fmla="*/ 21624 w 43247"/>
                  <a:gd name="connsiteY4" fmla="*/ 0 h 4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47" h="43247">
                    <a:moveTo>
                      <a:pt x="21624" y="0"/>
                    </a:moveTo>
                    <a:cubicBezTo>
                      <a:pt x="9688" y="0"/>
                      <a:pt x="0" y="9688"/>
                      <a:pt x="0" y="21624"/>
                    </a:cubicBezTo>
                    <a:cubicBezTo>
                      <a:pt x="0" y="33560"/>
                      <a:pt x="9688" y="43247"/>
                      <a:pt x="21624" y="43247"/>
                    </a:cubicBezTo>
                    <a:cubicBezTo>
                      <a:pt x="33560" y="43247"/>
                      <a:pt x="43247" y="33560"/>
                      <a:pt x="43247" y="21624"/>
                    </a:cubicBezTo>
                    <a:cubicBezTo>
                      <a:pt x="43247" y="9688"/>
                      <a:pt x="33560" y="0"/>
                      <a:pt x="2162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96" name="任意多边形: 形状 160"/>
              <p:cNvSpPr/>
              <p:nvPr/>
            </p:nvSpPr>
            <p:spPr>
              <a:xfrm>
                <a:off x="8883258" y="2250068"/>
                <a:ext cx="43247" cy="43247"/>
              </a:xfrm>
              <a:custGeom>
                <a:avLst/>
                <a:gdLst>
                  <a:gd name="connsiteX0" fmla="*/ 21624 w 43247"/>
                  <a:gd name="connsiteY0" fmla="*/ 0 h 43247"/>
                  <a:gd name="connsiteX1" fmla="*/ 0 w 43247"/>
                  <a:gd name="connsiteY1" fmla="*/ 21624 h 43247"/>
                  <a:gd name="connsiteX2" fmla="*/ 21624 w 43247"/>
                  <a:gd name="connsiteY2" fmla="*/ 43247 h 43247"/>
                  <a:gd name="connsiteX3" fmla="*/ 43247 w 43247"/>
                  <a:gd name="connsiteY3" fmla="*/ 21624 h 43247"/>
                  <a:gd name="connsiteX4" fmla="*/ 21624 w 43247"/>
                  <a:gd name="connsiteY4" fmla="*/ 0 h 4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47" h="43247">
                    <a:moveTo>
                      <a:pt x="21624" y="0"/>
                    </a:moveTo>
                    <a:cubicBezTo>
                      <a:pt x="9688" y="0"/>
                      <a:pt x="0" y="9688"/>
                      <a:pt x="0" y="21624"/>
                    </a:cubicBezTo>
                    <a:cubicBezTo>
                      <a:pt x="0" y="33560"/>
                      <a:pt x="9688" y="43247"/>
                      <a:pt x="21624" y="43247"/>
                    </a:cubicBezTo>
                    <a:cubicBezTo>
                      <a:pt x="33560" y="43247"/>
                      <a:pt x="43247" y="33560"/>
                      <a:pt x="43247" y="21624"/>
                    </a:cubicBezTo>
                    <a:cubicBezTo>
                      <a:pt x="43247" y="9688"/>
                      <a:pt x="33560" y="0"/>
                      <a:pt x="2162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97" name="任意多边形: 形状 161"/>
              <p:cNvSpPr/>
              <p:nvPr/>
            </p:nvSpPr>
            <p:spPr>
              <a:xfrm>
                <a:off x="8826683" y="1876309"/>
                <a:ext cx="42176" cy="42176"/>
              </a:xfrm>
              <a:custGeom>
                <a:avLst/>
                <a:gdLst>
                  <a:gd name="connsiteX0" fmla="*/ 21088 w 42176"/>
                  <a:gd name="connsiteY0" fmla="*/ 0 h 42176"/>
                  <a:gd name="connsiteX1" fmla="*/ 0 w 42176"/>
                  <a:gd name="connsiteY1" fmla="*/ 21088 h 42176"/>
                  <a:gd name="connsiteX2" fmla="*/ 21088 w 42176"/>
                  <a:gd name="connsiteY2" fmla="*/ 42177 h 42176"/>
                  <a:gd name="connsiteX3" fmla="*/ 42177 w 42176"/>
                  <a:gd name="connsiteY3" fmla="*/ 21088 h 42176"/>
                  <a:gd name="connsiteX4" fmla="*/ 21088 w 42176"/>
                  <a:gd name="connsiteY4" fmla="*/ 0 h 42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76" h="42176">
                    <a:moveTo>
                      <a:pt x="21088" y="0"/>
                    </a:moveTo>
                    <a:cubicBezTo>
                      <a:pt x="9474" y="0"/>
                      <a:pt x="0" y="9420"/>
                      <a:pt x="0" y="21088"/>
                    </a:cubicBezTo>
                    <a:cubicBezTo>
                      <a:pt x="0" y="32757"/>
                      <a:pt x="9420" y="42177"/>
                      <a:pt x="21088" y="42177"/>
                    </a:cubicBezTo>
                    <a:cubicBezTo>
                      <a:pt x="32757" y="42177"/>
                      <a:pt x="42177" y="32757"/>
                      <a:pt x="42177" y="21088"/>
                    </a:cubicBezTo>
                    <a:cubicBezTo>
                      <a:pt x="42177" y="9420"/>
                      <a:pt x="32757" y="0"/>
                      <a:pt x="21088"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98" name="任意多边形: 形状 162"/>
              <p:cNvSpPr/>
              <p:nvPr/>
            </p:nvSpPr>
            <p:spPr>
              <a:xfrm>
                <a:off x="8826683" y="1938718"/>
                <a:ext cx="42176" cy="42176"/>
              </a:xfrm>
              <a:custGeom>
                <a:avLst/>
                <a:gdLst>
                  <a:gd name="connsiteX0" fmla="*/ 21088 w 42176"/>
                  <a:gd name="connsiteY0" fmla="*/ 0 h 42176"/>
                  <a:gd name="connsiteX1" fmla="*/ 0 w 42176"/>
                  <a:gd name="connsiteY1" fmla="*/ 21088 h 42176"/>
                  <a:gd name="connsiteX2" fmla="*/ 21088 w 42176"/>
                  <a:gd name="connsiteY2" fmla="*/ 42177 h 42176"/>
                  <a:gd name="connsiteX3" fmla="*/ 42177 w 42176"/>
                  <a:gd name="connsiteY3" fmla="*/ 21088 h 42176"/>
                  <a:gd name="connsiteX4" fmla="*/ 21088 w 42176"/>
                  <a:gd name="connsiteY4" fmla="*/ 0 h 42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76" h="42176">
                    <a:moveTo>
                      <a:pt x="21088" y="0"/>
                    </a:moveTo>
                    <a:cubicBezTo>
                      <a:pt x="9474" y="0"/>
                      <a:pt x="0" y="9420"/>
                      <a:pt x="0" y="21088"/>
                    </a:cubicBezTo>
                    <a:cubicBezTo>
                      <a:pt x="0" y="32757"/>
                      <a:pt x="9420" y="42177"/>
                      <a:pt x="21088" y="42177"/>
                    </a:cubicBezTo>
                    <a:cubicBezTo>
                      <a:pt x="32757" y="42177"/>
                      <a:pt x="42177" y="32757"/>
                      <a:pt x="42177" y="21088"/>
                    </a:cubicBezTo>
                    <a:cubicBezTo>
                      <a:pt x="42177" y="9420"/>
                      <a:pt x="32757" y="0"/>
                      <a:pt x="21088"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99" name="任意多边形: 形状 163"/>
              <p:cNvSpPr/>
              <p:nvPr/>
            </p:nvSpPr>
            <p:spPr>
              <a:xfrm>
                <a:off x="8826683" y="2001073"/>
                <a:ext cx="42176" cy="42176"/>
              </a:xfrm>
              <a:custGeom>
                <a:avLst/>
                <a:gdLst>
                  <a:gd name="connsiteX0" fmla="*/ 21088 w 42176"/>
                  <a:gd name="connsiteY0" fmla="*/ 0 h 42176"/>
                  <a:gd name="connsiteX1" fmla="*/ 0 w 42176"/>
                  <a:gd name="connsiteY1" fmla="*/ 21089 h 42176"/>
                  <a:gd name="connsiteX2" fmla="*/ 21088 w 42176"/>
                  <a:gd name="connsiteY2" fmla="*/ 42177 h 42176"/>
                  <a:gd name="connsiteX3" fmla="*/ 42177 w 42176"/>
                  <a:gd name="connsiteY3" fmla="*/ 21089 h 42176"/>
                  <a:gd name="connsiteX4" fmla="*/ 21088 w 42176"/>
                  <a:gd name="connsiteY4" fmla="*/ 0 h 42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76" h="42176">
                    <a:moveTo>
                      <a:pt x="21088" y="0"/>
                    </a:moveTo>
                    <a:cubicBezTo>
                      <a:pt x="9474" y="0"/>
                      <a:pt x="0" y="9420"/>
                      <a:pt x="0" y="21089"/>
                    </a:cubicBezTo>
                    <a:cubicBezTo>
                      <a:pt x="0" y="32757"/>
                      <a:pt x="9420" y="42177"/>
                      <a:pt x="21088" y="42177"/>
                    </a:cubicBezTo>
                    <a:cubicBezTo>
                      <a:pt x="32757" y="42177"/>
                      <a:pt x="42177" y="32757"/>
                      <a:pt x="42177" y="21089"/>
                    </a:cubicBezTo>
                    <a:cubicBezTo>
                      <a:pt x="42177" y="9420"/>
                      <a:pt x="32757" y="0"/>
                      <a:pt x="21088"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01" name="任意多边形: 形状 164"/>
              <p:cNvSpPr/>
              <p:nvPr/>
            </p:nvSpPr>
            <p:spPr>
              <a:xfrm>
                <a:off x="8826683" y="2063429"/>
                <a:ext cx="42176" cy="42176"/>
              </a:xfrm>
              <a:custGeom>
                <a:avLst/>
                <a:gdLst>
                  <a:gd name="connsiteX0" fmla="*/ 42177 w 42176"/>
                  <a:gd name="connsiteY0" fmla="*/ 21088 h 42176"/>
                  <a:gd name="connsiteX1" fmla="*/ 21088 w 42176"/>
                  <a:gd name="connsiteY1" fmla="*/ 42177 h 42176"/>
                  <a:gd name="connsiteX2" fmla="*/ 0 w 42176"/>
                  <a:gd name="connsiteY2" fmla="*/ 21088 h 42176"/>
                  <a:gd name="connsiteX3" fmla="*/ 21088 w 42176"/>
                  <a:gd name="connsiteY3" fmla="*/ 0 h 42176"/>
                  <a:gd name="connsiteX4" fmla="*/ 42177 w 42176"/>
                  <a:gd name="connsiteY4" fmla="*/ 21088 h 42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76" h="42176">
                    <a:moveTo>
                      <a:pt x="42177" y="21088"/>
                    </a:moveTo>
                    <a:cubicBezTo>
                      <a:pt x="42177" y="32735"/>
                      <a:pt x="32735" y="42177"/>
                      <a:pt x="21088" y="42177"/>
                    </a:cubicBezTo>
                    <a:cubicBezTo>
                      <a:pt x="9442" y="42177"/>
                      <a:pt x="0" y="32735"/>
                      <a:pt x="0" y="21088"/>
                    </a:cubicBezTo>
                    <a:cubicBezTo>
                      <a:pt x="0" y="9442"/>
                      <a:pt x="9442" y="0"/>
                      <a:pt x="21088" y="0"/>
                    </a:cubicBezTo>
                    <a:cubicBezTo>
                      <a:pt x="32735" y="0"/>
                      <a:pt x="42177" y="9442"/>
                      <a:pt x="42177" y="21088"/>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02" name="任意多边形: 形状 165"/>
              <p:cNvSpPr/>
              <p:nvPr/>
            </p:nvSpPr>
            <p:spPr>
              <a:xfrm>
                <a:off x="8826683" y="2125838"/>
                <a:ext cx="42176" cy="42176"/>
              </a:xfrm>
              <a:custGeom>
                <a:avLst/>
                <a:gdLst>
                  <a:gd name="connsiteX0" fmla="*/ 21088 w 42176"/>
                  <a:gd name="connsiteY0" fmla="*/ 0 h 42176"/>
                  <a:gd name="connsiteX1" fmla="*/ 0 w 42176"/>
                  <a:gd name="connsiteY1" fmla="*/ 21088 h 42176"/>
                  <a:gd name="connsiteX2" fmla="*/ 21088 w 42176"/>
                  <a:gd name="connsiteY2" fmla="*/ 42177 h 42176"/>
                  <a:gd name="connsiteX3" fmla="*/ 42177 w 42176"/>
                  <a:gd name="connsiteY3" fmla="*/ 21088 h 42176"/>
                  <a:gd name="connsiteX4" fmla="*/ 21088 w 42176"/>
                  <a:gd name="connsiteY4" fmla="*/ 0 h 42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76" h="42176">
                    <a:moveTo>
                      <a:pt x="21088" y="0"/>
                    </a:moveTo>
                    <a:cubicBezTo>
                      <a:pt x="9474" y="0"/>
                      <a:pt x="0" y="9420"/>
                      <a:pt x="0" y="21088"/>
                    </a:cubicBezTo>
                    <a:cubicBezTo>
                      <a:pt x="0" y="32757"/>
                      <a:pt x="9420" y="42177"/>
                      <a:pt x="21088" y="42177"/>
                    </a:cubicBezTo>
                    <a:cubicBezTo>
                      <a:pt x="32757" y="42177"/>
                      <a:pt x="42177" y="32757"/>
                      <a:pt x="42177" y="21088"/>
                    </a:cubicBezTo>
                    <a:cubicBezTo>
                      <a:pt x="42177" y="9420"/>
                      <a:pt x="32757" y="0"/>
                      <a:pt x="21088"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03" name="任意多边形: 形状 166"/>
              <p:cNvSpPr/>
              <p:nvPr/>
            </p:nvSpPr>
            <p:spPr>
              <a:xfrm>
                <a:off x="8826683" y="2188194"/>
                <a:ext cx="42176" cy="42176"/>
              </a:xfrm>
              <a:custGeom>
                <a:avLst/>
                <a:gdLst>
                  <a:gd name="connsiteX0" fmla="*/ 21088 w 42176"/>
                  <a:gd name="connsiteY0" fmla="*/ 0 h 42176"/>
                  <a:gd name="connsiteX1" fmla="*/ 0 w 42176"/>
                  <a:gd name="connsiteY1" fmla="*/ 21089 h 42176"/>
                  <a:gd name="connsiteX2" fmla="*/ 21088 w 42176"/>
                  <a:gd name="connsiteY2" fmla="*/ 42177 h 42176"/>
                  <a:gd name="connsiteX3" fmla="*/ 42177 w 42176"/>
                  <a:gd name="connsiteY3" fmla="*/ 21089 h 42176"/>
                  <a:gd name="connsiteX4" fmla="*/ 21088 w 42176"/>
                  <a:gd name="connsiteY4" fmla="*/ 0 h 42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76" h="42176">
                    <a:moveTo>
                      <a:pt x="21088" y="0"/>
                    </a:moveTo>
                    <a:cubicBezTo>
                      <a:pt x="9474" y="0"/>
                      <a:pt x="0" y="9420"/>
                      <a:pt x="0" y="21089"/>
                    </a:cubicBezTo>
                    <a:cubicBezTo>
                      <a:pt x="0" y="32757"/>
                      <a:pt x="9420" y="42177"/>
                      <a:pt x="21088" y="42177"/>
                    </a:cubicBezTo>
                    <a:cubicBezTo>
                      <a:pt x="32757" y="42177"/>
                      <a:pt x="42177" y="32757"/>
                      <a:pt x="42177" y="21089"/>
                    </a:cubicBezTo>
                    <a:cubicBezTo>
                      <a:pt x="42177" y="9420"/>
                      <a:pt x="32757" y="0"/>
                      <a:pt x="21088"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04" name="任意多边形: 形状 167"/>
              <p:cNvSpPr/>
              <p:nvPr/>
            </p:nvSpPr>
            <p:spPr>
              <a:xfrm>
                <a:off x="8826683" y="2250603"/>
                <a:ext cx="42176" cy="42177"/>
              </a:xfrm>
              <a:custGeom>
                <a:avLst/>
                <a:gdLst>
                  <a:gd name="connsiteX0" fmla="*/ 21088 w 42176"/>
                  <a:gd name="connsiteY0" fmla="*/ 0 h 42177"/>
                  <a:gd name="connsiteX1" fmla="*/ 0 w 42176"/>
                  <a:gd name="connsiteY1" fmla="*/ 21089 h 42177"/>
                  <a:gd name="connsiteX2" fmla="*/ 21088 w 42176"/>
                  <a:gd name="connsiteY2" fmla="*/ 42177 h 42177"/>
                  <a:gd name="connsiteX3" fmla="*/ 42177 w 42176"/>
                  <a:gd name="connsiteY3" fmla="*/ 21089 h 42177"/>
                  <a:gd name="connsiteX4" fmla="*/ 21088 w 42176"/>
                  <a:gd name="connsiteY4" fmla="*/ 0 h 42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76" h="42177">
                    <a:moveTo>
                      <a:pt x="21088" y="0"/>
                    </a:moveTo>
                    <a:cubicBezTo>
                      <a:pt x="9474" y="0"/>
                      <a:pt x="0" y="9420"/>
                      <a:pt x="0" y="21089"/>
                    </a:cubicBezTo>
                    <a:cubicBezTo>
                      <a:pt x="0" y="32757"/>
                      <a:pt x="9420" y="42177"/>
                      <a:pt x="21088" y="42177"/>
                    </a:cubicBezTo>
                    <a:cubicBezTo>
                      <a:pt x="32757" y="42177"/>
                      <a:pt x="42177" y="32757"/>
                      <a:pt x="42177" y="21089"/>
                    </a:cubicBezTo>
                    <a:cubicBezTo>
                      <a:pt x="42177" y="9420"/>
                      <a:pt x="32757" y="0"/>
                      <a:pt x="21088"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05" name="任意多边形: 形状 168"/>
              <p:cNvSpPr/>
              <p:nvPr/>
            </p:nvSpPr>
            <p:spPr>
              <a:xfrm>
                <a:off x="8770215" y="1876844"/>
                <a:ext cx="40999" cy="40999"/>
              </a:xfrm>
              <a:custGeom>
                <a:avLst/>
                <a:gdLst>
                  <a:gd name="connsiteX0" fmla="*/ 20500 w 40999"/>
                  <a:gd name="connsiteY0" fmla="*/ 0 h 40999"/>
                  <a:gd name="connsiteX1" fmla="*/ 0 w 40999"/>
                  <a:gd name="connsiteY1" fmla="*/ 20500 h 40999"/>
                  <a:gd name="connsiteX2" fmla="*/ 20500 w 40999"/>
                  <a:gd name="connsiteY2" fmla="*/ 40999 h 40999"/>
                  <a:gd name="connsiteX3" fmla="*/ 40999 w 40999"/>
                  <a:gd name="connsiteY3" fmla="*/ 20500 h 40999"/>
                  <a:gd name="connsiteX4" fmla="*/ 20500 w 40999"/>
                  <a:gd name="connsiteY4" fmla="*/ 0 h 40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99" h="40999">
                    <a:moveTo>
                      <a:pt x="20500" y="0"/>
                    </a:moveTo>
                    <a:cubicBezTo>
                      <a:pt x="9153" y="0"/>
                      <a:pt x="0" y="9206"/>
                      <a:pt x="0" y="20500"/>
                    </a:cubicBezTo>
                    <a:cubicBezTo>
                      <a:pt x="0" y="31793"/>
                      <a:pt x="9206" y="40999"/>
                      <a:pt x="20500" y="40999"/>
                    </a:cubicBezTo>
                    <a:cubicBezTo>
                      <a:pt x="31793" y="40999"/>
                      <a:pt x="40999" y="31793"/>
                      <a:pt x="40999" y="20500"/>
                    </a:cubicBezTo>
                    <a:cubicBezTo>
                      <a:pt x="40999" y="9206"/>
                      <a:pt x="31793" y="0"/>
                      <a:pt x="20500"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06" name="任意多边形: 形状 169"/>
              <p:cNvSpPr/>
              <p:nvPr/>
            </p:nvSpPr>
            <p:spPr>
              <a:xfrm>
                <a:off x="8770215" y="1939253"/>
                <a:ext cx="40999" cy="40999"/>
              </a:xfrm>
              <a:custGeom>
                <a:avLst/>
                <a:gdLst>
                  <a:gd name="connsiteX0" fmla="*/ 20500 w 40999"/>
                  <a:gd name="connsiteY0" fmla="*/ 0 h 40999"/>
                  <a:gd name="connsiteX1" fmla="*/ 0 w 40999"/>
                  <a:gd name="connsiteY1" fmla="*/ 20500 h 40999"/>
                  <a:gd name="connsiteX2" fmla="*/ 20500 w 40999"/>
                  <a:gd name="connsiteY2" fmla="*/ 40999 h 40999"/>
                  <a:gd name="connsiteX3" fmla="*/ 40999 w 40999"/>
                  <a:gd name="connsiteY3" fmla="*/ 20500 h 40999"/>
                  <a:gd name="connsiteX4" fmla="*/ 20500 w 40999"/>
                  <a:gd name="connsiteY4" fmla="*/ 0 h 40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99" h="40999">
                    <a:moveTo>
                      <a:pt x="20500" y="0"/>
                    </a:moveTo>
                    <a:cubicBezTo>
                      <a:pt x="9153" y="0"/>
                      <a:pt x="0" y="9206"/>
                      <a:pt x="0" y="20500"/>
                    </a:cubicBezTo>
                    <a:cubicBezTo>
                      <a:pt x="0" y="31793"/>
                      <a:pt x="9206" y="40999"/>
                      <a:pt x="20500" y="40999"/>
                    </a:cubicBezTo>
                    <a:cubicBezTo>
                      <a:pt x="31793" y="40999"/>
                      <a:pt x="40999" y="31793"/>
                      <a:pt x="40999" y="20500"/>
                    </a:cubicBezTo>
                    <a:cubicBezTo>
                      <a:pt x="40999" y="9206"/>
                      <a:pt x="31793" y="0"/>
                      <a:pt x="20500"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07" name="任意多边形: 形状 170"/>
              <p:cNvSpPr/>
              <p:nvPr/>
            </p:nvSpPr>
            <p:spPr>
              <a:xfrm>
                <a:off x="8770215" y="2001609"/>
                <a:ext cx="40999" cy="40999"/>
              </a:xfrm>
              <a:custGeom>
                <a:avLst/>
                <a:gdLst>
                  <a:gd name="connsiteX0" fmla="*/ 20500 w 40999"/>
                  <a:gd name="connsiteY0" fmla="*/ 0 h 40999"/>
                  <a:gd name="connsiteX1" fmla="*/ 0 w 40999"/>
                  <a:gd name="connsiteY1" fmla="*/ 20500 h 40999"/>
                  <a:gd name="connsiteX2" fmla="*/ 20500 w 40999"/>
                  <a:gd name="connsiteY2" fmla="*/ 40999 h 40999"/>
                  <a:gd name="connsiteX3" fmla="*/ 40999 w 40999"/>
                  <a:gd name="connsiteY3" fmla="*/ 20500 h 40999"/>
                  <a:gd name="connsiteX4" fmla="*/ 20500 w 40999"/>
                  <a:gd name="connsiteY4" fmla="*/ 0 h 40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99" h="40999">
                    <a:moveTo>
                      <a:pt x="20500" y="0"/>
                    </a:moveTo>
                    <a:cubicBezTo>
                      <a:pt x="9153" y="0"/>
                      <a:pt x="0" y="9206"/>
                      <a:pt x="0" y="20500"/>
                    </a:cubicBezTo>
                    <a:cubicBezTo>
                      <a:pt x="0" y="31793"/>
                      <a:pt x="9206" y="40999"/>
                      <a:pt x="20500" y="40999"/>
                    </a:cubicBezTo>
                    <a:cubicBezTo>
                      <a:pt x="31793" y="40999"/>
                      <a:pt x="40999" y="31793"/>
                      <a:pt x="40999" y="20500"/>
                    </a:cubicBezTo>
                    <a:cubicBezTo>
                      <a:pt x="40999" y="9206"/>
                      <a:pt x="31793" y="0"/>
                      <a:pt x="20500"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08" name="任意多边形: 形状 171"/>
              <p:cNvSpPr/>
              <p:nvPr/>
            </p:nvSpPr>
            <p:spPr>
              <a:xfrm>
                <a:off x="8770215" y="2064018"/>
                <a:ext cx="40999" cy="40999"/>
              </a:xfrm>
              <a:custGeom>
                <a:avLst/>
                <a:gdLst>
                  <a:gd name="connsiteX0" fmla="*/ 40999 w 40999"/>
                  <a:gd name="connsiteY0" fmla="*/ 20500 h 40999"/>
                  <a:gd name="connsiteX1" fmla="*/ 20500 w 40999"/>
                  <a:gd name="connsiteY1" fmla="*/ 40999 h 40999"/>
                  <a:gd name="connsiteX2" fmla="*/ 0 w 40999"/>
                  <a:gd name="connsiteY2" fmla="*/ 20500 h 40999"/>
                  <a:gd name="connsiteX3" fmla="*/ 20500 w 40999"/>
                  <a:gd name="connsiteY3" fmla="*/ 0 h 40999"/>
                  <a:gd name="connsiteX4" fmla="*/ 40999 w 40999"/>
                  <a:gd name="connsiteY4" fmla="*/ 20500 h 40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99" h="40999">
                    <a:moveTo>
                      <a:pt x="40999" y="20500"/>
                    </a:moveTo>
                    <a:cubicBezTo>
                      <a:pt x="40999" y="31821"/>
                      <a:pt x="31821" y="40999"/>
                      <a:pt x="20500" y="40999"/>
                    </a:cubicBezTo>
                    <a:cubicBezTo>
                      <a:pt x="9178" y="40999"/>
                      <a:pt x="0" y="31821"/>
                      <a:pt x="0" y="20500"/>
                    </a:cubicBezTo>
                    <a:cubicBezTo>
                      <a:pt x="0" y="9178"/>
                      <a:pt x="9178" y="0"/>
                      <a:pt x="20500" y="0"/>
                    </a:cubicBezTo>
                    <a:cubicBezTo>
                      <a:pt x="31821" y="0"/>
                      <a:pt x="40999" y="9178"/>
                      <a:pt x="40999" y="2050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09" name="任意多边形: 形状 172"/>
              <p:cNvSpPr/>
              <p:nvPr/>
            </p:nvSpPr>
            <p:spPr>
              <a:xfrm>
                <a:off x="8770215" y="2126373"/>
                <a:ext cx="40999" cy="40999"/>
              </a:xfrm>
              <a:custGeom>
                <a:avLst/>
                <a:gdLst>
                  <a:gd name="connsiteX0" fmla="*/ 20500 w 40999"/>
                  <a:gd name="connsiteY0" fmla="*/ 0 h 40999"/>
                  <a:gd name="connsiteX1" fmla="*/ 0 w 40999"/>
                  <a:gd name="connsiteY1" fmla="*/ 20500 h 40999"/>
                  <a:gd name="connsiteX2" fmla="*/ 20500 w 40999"/>
                  <a:gd name="connsiteY2" fmla="*/ 40999 h 40999"/>
                  <a:gd name="connsiteX3" fmla="*/ 40999 w 40999"/>
                  <a:gd name="connsiteY3" fmla="*/ 20500 h 40999"/>
                  <a:gd name="connsiteX4" fmla="*/ 20500 w 40999"/>
                  <a:gd name="connsiteY4" fmla="*/ 0 h 40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99" h="40999">
                    <a:moveTo>
                      <a:pt x="20500" y="0"/>
                    </a:moveTo>
                    <a:cubicBezTo>
                      <a:pt x="9153" y="0"/>
                      <a:pt x="0" y="9206"/>
                      <a:pt x="0" y="20500"/>
                    </a:cubicBezTo>
                    <a:cubicBezTo>
                      <a:pt x="0" y="31793"/>
                      <a:pt x="9206" y="40999"/>
                      <a:pt x="20500" y="40999"/>
                    </a:cubicBezTo>
                    <a:cubicBezTo>
                      <a:pt x="31793" y="40999"/>
                      <a:pt x="40999" y="31793"/>
                      <a:pt x="40999" y="20500"/>
                    </a:cubicBezTo>
                    <a:cubicBezTo>
                      <a:pt x="40999" y="9206"/>
                      <a:pt x="31793" y="0"/>
                      <a:pt x="20500"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10" name="任意多边形: 形状 173"/>
              <p:cNvSpPr/>
              <p:nvPr/>
            </p:nvSpPr>
            <p:spPr>
              <a:xfrm>
                <a:off x="8770215" y="2188782"/>
                <a:ext cx="40999" cy="40999"/>
              </a:xfrm>
              <a:custGeom>
                <a:avLst/>
                <a:gdLst>
                  <a:gd name="connsiteX0" fmla="*/ 20500 w 40999"/>
                  <a:gd name="connsiteY0" fmla="*/ 0 h 40999"/>
                  <a:gd name="connsiteX1" fmla="*/ 0 w 40999"/>
                  <a:gd name="connsiteY1" fmla="*/ 20500 h 40999"/>
                  <a:gd name="connsiteX2" fmla="*/ 20500 w 40999"/>
                  <a:gd name="connsiteY2" fmla="*/ 40999 h 40999"/>
                  <a:gd name="connsiteX3" fmla="*/ 40999 w 40999"/>
                  <a:gd name="connsiteY3" fmla="*/ 20500 h 40999"/>
                  <a:gd name="connsiteX4" fmla="*/ 20500 w 40999"/>
                  <a:gd name="connsiteY4" fmla="*/ 0 h 40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99" h="40999">
                    <a:moveTo>
                      <a:pt x="20500" y="0"/>
                    </a:moveTo>
                    <a:cubicBezTo>
                      <a:pt x="9153" y="0"/>
                      <a:pt x="0" y="9206"/>
                      <a:pt x="0" y="20500"/>
                    </a:cubicBezTo>
                    <a:cubicBezTo>
                      <a:pt x="0" y="31793"/>
                      <a:pt x="9206" y="40999"/>
                      <a:pt x="20500" y="40999"/>
                    </a:cubicBezTo>
                    <a:cubicBezTo>
                      <a:pt x="31793" y="40999"/>
                      <a:pt x="40999" y="31793"/>
                      <a:pt x="40999" y="20500"/>
                    </a:cubicBezTo>
                    <a:cubicBezTo>
                      <a:pt x="40999" y="9206"/>
                      <a:pt x="31793" y="0"/>
                      <a:pt x="20500"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11" name="任意多边形: 形状 174"/>
              <p:cNvSpPr/>
              <p:nvPr/>
            </p:nvSpPr>
            <p:spPr>
              <a:xfrm>
                <a:off x="8770215" y="2251138"/>
                <a:ext cx="40999" cy="40999"/>
              </a:xfrm>
              <a:custGeom>
                <a:avLst/>
                <a:gdLst>
                  <a:gd name="connsiteX0" fmla="*/ 20500 w 40999"/>
                  <a:gd name="connsiteY0" fmla="*/ 0 h 40999"/>
                  <a:gd name="connsiteX1" fmla="*/ 0 w 40999"/>
                  <a:gd name="connsiteY1" fmla="*/ 20500 h 40999"/>
                  <a:gd name="connsiteX2" fmla="*/ 20500 w 40999"/>
                  <a:gd name="connsiteY2" fmla="*/ 40999 h 40999"/>
                  <a:gd name="connsiteX3" fmla="*/ 40999 w 40999"/>
                  <a:gd name="connsiteY3" fmla="*/ 20500 h 40999"/>
                  <a:gd name="connsiteX4" fmla="*/ 20500 w 40999"/>
                  <a:gd name="connsiteY4" fmla="*/ 0 h 40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99" h="40999">
                    <a:moveTo>
                      <a:pt x="20500" y="0"/>
                    </a:moveTo>
                    <a:cubicBezTo>
                      <a:pt x="9153" y="0"/>
                      <a:pt x="0" y="9206"/>
                      <a:pt x="0" y="20500"/>
                    </a:cubicBezTo>
                    <a:cubicBezTo>
                      <a:pt x="0" y="31793"/>
                      <a:pt x="9206" y="40999"/>
                      <a:pt x="20500" y="40999"/>
                    </a:cubicBezTo>
                    <a:cubicBezTo>
                      <a:pt x="31793" y="40999"/>
                      <a:pt x="40999" y="31793"/>
                      <a:pt x="40999" y="20500"/>
                    </a:cubicBezTo>
                    <a:cubicBezTo>
                      <a:pt x="40999" y="9206"/>
                      <a:pt x="31793" y="0"/>
                      <a:pt x="20500"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12" name="任意多边形: 形状 175"/>
              <p:cNvSpPr/>
              <p:nvPr/>
            </p:nvSpPr>
            <p:spPr>
              <a:xfrm>
                <a:off x="8713640" y="1877379"/>
                <a:ext cx="39928" cy="39928"/>
              </a:xfrm>
              <a:custGeom>
                <a:avLst/>
                <a:gdLst>
                  <a:gd name="connsiteX0" fmla="*/ 19964 w 39928"/>
                  <a:gd name="connsiteY0" fmla="*/ 0 h 39928"/>
                  <a:gd name="connsiteX1" fmla="*/ 0 w 39928"/>
                  <a:gd name="connsiteY1" fmla="*/ 19964 h 39928"/>
                  <a:gd name="connsiteX2" fmla="*/ 19964 w 39928"/>
                  <a:gd name="connsiteY2" fmla="*/ 39929 h 39928"/>
                  <a:gd name="connsiteX3" fmla="*/ 39929 w 39928"/>
                  <a:gd name="connsiteY3" fmla="*/ 19964 h 39928"/>
                  <a:gd name="connsiteX4" fmla="*/ 19964 w 39928"/>
                  <a:gd name="connsiteY4" fmla="*/ 0 h 39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28" h="39928">
                    <a:moveTo>
                      <a:pt x="19964" y="0"/>
                    </a:moveTo>
                    <a:cubicBezTo>
                      <a:pt x="8939" y="0"/>
                      <a:pt x="0" y="8939"/>
                      <a:pt x="0" y="19964"/>
                    </a:cubicBezTo>
                    <a:cubicBezTo>
                      <a:pt x="0" y="30990"/>
                      <a:pt x="8939" y="39929"/>
                      <a:pt x="19964" y="39929"/>
                    </a:cubicBezTo>
                    <a:cubicBezTo>
                      <a:pt x="30990" y="39929"/>
                      <a:pt x="39929" y="30990"/>
                      <a:pt x="39929" y="19964"/>
                    </a:cubicBezTo>
                    <a:cubicBezTo>
                      <a:pt x="39929" y="8939"/>
                      <a:pt x="30990" y="0"/>
                      <a:pt x="1996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13" name="任意多边形: 形状 176"/>
              <p:cNvSpPr/>
              <p:nvPr/>
            </p:nvSpPr>
            <p:spPr>
              <a:xfrm>
                <a:off x="8713640" y="2002144"/>
                <a:ext cx="39928" cy="39928"/>
              </a:xfrm>
              <a:custGeom>
                <a:avLst/>
                <a:gdLst>
                  <a:gd name="connsiteX0" fmla="*/ 19964 w 39928"/>
                  <a:gd name="connsiteY0" fmla="*/ 0 h 39928"/>
                  <a:gd name="connsiteX1" fmla="*/ 0 w 39928"/>
                  <a:gd name="connsiteY1" fmla="*/ 19964 h 39928"/>
                  <a:gd name="connsiteX2" fmla="*/ 19964 w 39928"/>
                  <a:gd name="connsiteY2" fmla="*/ 39929 h 39928"/>
                  <a:gd name="connsiteX3" fmla="*/ 39929 w 39928"/>
                  <a:gd name="connsiteY3" fmla="*/ 19964 h 39928"/>
                  <a:gd name="connsiteX4" fmla="*/ 19964 w 39928"/>
                  <a:gd name="connsiteY4" fmla="*/ 0 h 39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28" h="39928">
                    <a:moveTo>
                      <a:pt x="19964" y="0"/>
                    </a:moveTo>
                    <a:cubicBezTo>
                      <a:pt x="8939" y="0"/>
                      <a:pt x="0" y="8939"/>
                      <a:pt x="0" y="19964"/>
                    </a:cubicBezTo>
                    <a:cubicBezTo>
                      <a:pt x="0" y="30990"/>
                      <a:pt x="8939" y="39929"/>
                      <a:pt x="19964" y="39929"/>
                    </a:cubicBezTo>
                    <a:cubicBezTo>
                      <a:pt x="30990" y="39929"/>
                      <a:pt x="39929" y="30990"/>
                      <a:pt x="39929" y="19964"/>
                    </a:cubicBezTo>
                    <a:cubicBezTo>
                      <a:pt x="39929" y="8939"/>
                      <a:pt x="30990" y="0"/>
                      <a:pt x="1996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14" name="任意多边形: 形状 177"/>
              <p:cNvSpPr/>
              <p:nvPr/>
            </p:nvSpPr>
            <p:spPr>
              <a:xfrm>
                <a:off x="8713640" y="2064553"/>
                <a:ext cx="39928" cy="39928"/>
              </a:xfrm>
              <a:custGeom>
                <a:avLst/>
                <a:gdLst>
                  <a:gd name="connsiteX0" fmla="*/ 19964 w 39928"/>
                  <a:gd name="connsiteY0" fmla="*/ 0 h 39928"/>
                  <a:gd name="connsiteX1" fmla="*/ 0 w 39928"/>
                  <a:gd name="connsiteY1" fmla="*/ 19964 h 39928"/>
                  <a:gd name="connsiteX2" fmla="*/ 19964 w 39928"/>
                  <a:gd name="connsiteY2" fmla="*/ 39929 h 39928"/>
                  <a:gd name="connsiteX3" fmla="*/ 39929 w 39928"/>
                  <a:gd name="connsiteY3" fmla="*/ 19964 h 39928"/>
                  <a:gd name="connsiteX4" fmla="*/ 19964 w 39928"/>
                  <a:gd name="connsiteY4" fmla="*/ 0 h 39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28" h="39928">
                    <a:moveTo>
                      <a:pt x="19964" y="0"/>
                    </a:moveTo>
                    <a:cubicBezTo>
                      <a:pt x="8939" y="0"/>
                      <a:pt x="0" y="8939"/>
                      <a:pt x="0" y="19964"/>
                    </a:cubicBezTo>
                    <a:cubicBezTo>
                      <a:pt x="0" y="30990"/>
                      <a:pt x="8939" y="39929"/>
                      <a:pt x="19964" y="39929"/>
                    </a:cubicBezTo>
                    <a:cubicBezTo>
                      <a:pt x="30990" y="39929"/>
                      <a:pt x="39929" y="30990"/>
                      <a:pt x="39929" y="19964"/>
                    </a:cubicBezTo>
                    <a:cubicBezTo>
                      <a:pt x="39929" y="8939"/>
                      <a:pt x="30990" y="0"/>
                      <a:pt x="1996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15" name="任意多边形: 形状 178"/>
              <p:cNvSpPr/>
              <p:nvPr/>
            </p:nvSpPr>
            <p:spPr>
              <a:xfrm>
                <a:off x="8713640" y="2126909"/>
                <a:ext cx="39928" cy="39928"/>
              </a:xfrm>
              <a:custGeom>
                <a:avLst/>
                <a:gdLst>
                  <a:gd name="connsiteX0" fmla="*/ 19964 w 39928"/>
                  <a:gd name="connsiteY0" fmla="*/ 0 h 39928"/>
                  <a:gd name="connsiteX1" fmla="*/ 0 w 39928"/>
                  <a:gd name="connsiteY1" fmla="*/ 19965 h 39928"/>
                  <a:gd name="connsiteX2" fmla="*/ 19964 w 39928"/>
                  <a:gd name="connsiteY2" fmla="*/ 39929 h 39928"/>
                  <a:gd name="connsiteX3" fmla="*/ 39929 w 39928"/>
                  <a:gd name="connsiteY3" fmla="*/ 19965 h 39928"/>
                  <a:gd name="connsiteX4" fmla="*/ 19964 w 39928"/>
                  <a:gd name="connsiteY4" fmla="*/ 0 h 39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28" h="39928">
                    <a:moveTo>
                      <a:pt x="19964" y="0"/>
                    </a:moveTo>
                    <a:cubicBezTo>
                      <a:pt x="8939" y="0"/>
                      <a:pt x="0" y="8939"/>
                      <a:pt x="0" y="19965"/>
                    </a:cubicBezTo>
                    <a:cubicBezTo>
                      <a:pt x="0" y="30990"/>
                      <a:pt x="8939" y="39929"/>
                      <a:pt x="19964" y="39929"/>
                    </a:cubicBezTo>
                    <a:cubicBezTo>
                      <a:pt x="30990" y="39929"/>
                      <a:pt x="39929" y="30990"/>
                      <a:pt x="39929" y="19965"/>
                    </a:cubicBezTo>
                    <a:cubicBezTo>
                      <a:pt x="39929" y="8939"/>
                      <a:pt x="30990" y="0"/>
                      <a:pt x="1996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16" name="任意多边形: 形状 179"/>
              <p:cNvSpPr/>
              <p:nvPr/>
            </p:nvSpPr>
            <p:spPr>
              <a:xfrm>
                <a:off x="8713640" y="2251673"/>
                <a:ext cx="39928" cy="39928"/>
              </a:xfrm>
              <a:custGeom>
                <a:avLst/>
                <a:gdLst>
                  <a:gd name="connsiteX0" fmla="*/ 19964 w 39928"/>
                  <a:gd name="connsiteY0" fmla="*/ 0 h 39928"/>
                  <a:gd name="connsiteX1" fmla="*/ 0 w 39928"/>
                  <a:gd name="connsiteY1" fmla="*/ 19964 h 39928"/>
                  <a:gd name="connsiteX2" fmla="*/ 19964 w 39928"/>
                  <a:gd name="connsiteY2" fmla="*/ 39929 h 39928"/>
                  <a:gd name="connsiteX3" fmla="*/ 39929 w 39928"/>
                  <a:gd name="connsiteY3" fmla="*/ 19964 h 39928"/>
                  <a:gd name="connsiteX4" fmla="*/ 19964 w 39928"/>
                  <a:gd name="connsiteY4" fmla="*/ 0 h 39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28" h="39928">
                    <a:moveTo>
                      <a:pt x="19964" y="0"/>
                    </a:moveTo>
                    <a:cubicBezTo>
                      <a:pt x="8939" y="0"/>
                      <a:pt x="0" y="8939"/>
                      <a:pt x="0" y="19964"/>
                    </a:cubicBezTo>
                    <a:cubicBezTo>
                      <a:pt x="0" y="30990"/>
                      <a:pt x="8939" y="39929"/>
                      <a:pt x="19964" y="39929"/>
                    </a:cubicBezTo>
                    <a:cubicBezTo>
                      <a:pt x="30990" y="39929"/>
                      <a:pt x="39929" y="30990"/>
                      <a:pt x="39929" y="19964"/>
                    </a:cubicBezTo>
                    <a:cubicBezTo>
                      <a:pt x="39929" y="8939"/>
                      <a:pt x="30990" y="0"/>
                      <a:pt x="1996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17" name="任意多边形: 形状 180"/>
              <p:cNvSpPr/>
              <p:nvPr/>
            </p:nvSpPr>
            <p:spPr>
              <a:xfrm>
                <a:off x="8657119" y="2002733"/>
                <a:ext cx="38858" cy="38858"/>
              </a:xfrm>
              <a:custGeom>
                <a:avLst/>
                <a:gdLst>
                  <a:gd name="connsiteX0" fmla="*/ 19429 w 38858"/>
                  <a:gd name="connsiteY0" fmla="*/ 0 h 38858"/>
                  <a:gd name="connsiteX1" fmla="*/ 0 w 38858"/>
                  <a:gd name="connsiteY1" fmla="*/ 19429 h 38858"/>
                  <a:gd name="connsiteX2" fmla="*/ 19429 w 38858"/>
                  <a:gd name="connsiteY2" fmla="*/ 38859 h 38858"/>
                  <a:gd name="connsiteX3" fmla="*/ 38858 w 38858"/>
                  <a:gd name="connsiteY3" fmla="*/ 19429 h 38858"/>
                  <a:gd name="connsiteX4" fmla="*/ 19429 w 38858"/>
                  <a:gd name="connsiteY4" fmla="*/ 0 h 38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58" h="38858">
                    <a:moveTo>
                      <a:pt x="19429" y="0"/>
                    </a:moveTo>
                    <a:cubicBezTo>
                      <a:pt x="8724" y="0"/>
                      <a:pt x="0" y="8724"/>
                      <a:pt x="0" y="19429"/>
                    </a:cubicBezTo>
                    <a:cubicBezTo>
                      <a:pt x="0" y="30134"/>
                      <a:pt x="8724" y="38859"/>
                      <a:pt x="19429" y="38859"/>
                    </a:cubicBezTo>
                    <a:cubicBezTo>
                      <a:pt x="30134" y="38859"/>
                      <a:pt x="38858" y="30134"/>
                      <a:pt x="38858" y="19429"/>
                    </a:cubicBezTo>
                    <a:cubicBezTo>
                      <a:pt x="38858" y="8724"/>
                      <a:pt x="30134" y="0"/>
                      <a:pt x="1942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18" name="任意多边形: 形状 181"/>
              <p:cNvSpPr/>
              <p:nvPr/>
            </p:nvSpPr>
            <p:spPr>
              <a:xfrm>
                <a:off x="8657119" y="2065088"/>
                <a:ext cx="38858" cy="38858"/>
              </a:xfrm>
              <a:custGeom>
                <a:avLst/>
                <a:gdLst>
                  <a:gd name="connsiteX0" fmla="*/ 19429 w 38858"/>
                  <a:gd name="connsiteY0" fmla="*/ 0 h 38858"/>
                  <a:gd name="connsiteX1" fmla="*/ 0 w 38858"/>
                  <a:gd name="connsiteY1" fmla="*/ 19429 h 38858"/>
                  <a:gd name="connsiteX2" fmla="*/ 19429 w 38858"/>
                  <a:gd name="connsiteY2" fmla="*/ 38859 h 38858"/>
                  <a:gd name="connsiteX3" fmla="*/ 38858 w 38858"/>
                  <a:gd name="connsiteY3" fmla="*/ 19429 h 38858"/>
                  <a:gd name="connsiteX4" fmla="*/ 19429 w 38858"/>
                  <a:gd name="connsiteY4" fmla="*/ 0 h 38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58" h="38858">
                    <a:moveTo>
                      <a:pt x="19429" y="0"/>
                    </a:moveTo>
                    <a:cubicBezTo>
                      <a:pt x="8724" y="0"/>
                      <a:pt x="0" y="8724"/>
                      <a:pt x="0" y="19429"/>
                    </a:cubicBezTo>
                    <a:cubicBezTo>
                      <a:pt x="0" y="30134"/>
                      <a:pt x="8724" y="38859"/>
                      <a:pt x="19429" y="38859"/>
                    </a:cubicBezTo>
                    <a:cubicBezTo>
                      <a:pt x="30134" y="38859"/>
                      <a:pt x="38858" y="30134"/>
                      <a:pt x="38858" y="19429"/>
                    </a:cubicBezTo>
                    <a:cubicBezTo>
                      <a:pt x="38858" y="8724"/>
                      <a:pt x="30134" y="0"/>
                      <a:pt x="1942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19" name="任意多边形: 形状 182"/>
              <p:cNvSpPr/>
              <p:nvPr/>
            </p:nvSpPr>
            <p:spPr>
              <a:xfrm>
                <a:off x="8657119" y="2127444"/>
                <a:ext cx="38858" cy="38858"/>
              </a:xfrm>
              <a:custGeom>
                <a:avLst/>
                <a:gdLst>
                  <a:gd name="connsiteX0" fmla="*/ 19429 w 38858"/>
                  <a:gd name="connsiteY0" fmla="*/ 0 h 38858"/>
                  <a:gd name="connsiteX1" fmla="*/ 0 w 38858"/>
                  <a:gd name="connsiteY1" fmla="*/ 19429 h 38858"/>
                  <a:gd name="connsiteX2" fmla="*/ 19429 w 38858"/>
                  <a:gd name="connsiteY2" fmla="*/ 38858 h 38858"/>
                  <a:gd name="connsiteX3" fmla="*/ 38858 w 38858"/>
                  <a:gd name="connsiteY3" fmla="*/ 19429 h 38858"/>
                  <a:gd name="connsiteX4" fmla="*/ 19429 w 38858"/>
                  <a:gd name="connsiteY4" fmla="*/ 0 h 38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58" h="38858">
                    <a:moveTo>
                      <a:pt x="19429" y="0"/>
                    </a:moveTo>
                    <a:cubicBezTo>
                      <a:pt x="8724" y="0"/>
                      <a:pt x="0" y="8724"/>
                      <a:pt x="0" y="19429"/>
                    </a:cubicBezTo>
                    <a:cubicBezTo>
                      <a:pt x="0" y="30134"/>
                      <a:pt x="8724" y="38858"/>
                      <a:pt x="19429" y="38858"/>
                    </a:cubicBezTo>
                    <a:cubicBezTo>
                      <a:pt x="30134" y="38858"/>
                      <a:pt x="38858" y="30134"/>
                      <a:pt x="38858" y="19429"/>
                    </a:cubicBezTo>
                    <a:cubicBezTo>
                      <a:pt x="38858" y="8724"/>
                      <a:pt x="30134" y="0"/>
                      <a:pt x="1942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20" name="任意多边形: 形状 183"/>
              <p:cNvSpPr/>
              <p:nvPr/>
            </p:nvSpPr>
            <p:spPr>
              <a:xfrm>
                <a:off x="8600597" y="2003268"/>
                <a:ext cx="37788" cy="37788"/>
              </a:xfrm>
              <a:custGeom>
                <a:avLst/>
                <a:gdLst>
                  <a:gd name="connsiteX0" fmla="*/ 18894 w 37788"/>
                  <a:gd name="connsiteY0" fmla="*/ 0 h 37788"/>
                  <a:gd name="connsiteX1" fmla="*/ 0 w 37788"/>
                  <a:gd name="connsiteY1" fmla="*/ 18894 h 37788"/>
                  <a:gd name="connsiteX2" fmla="*/ 18894 w 37788"/>
                  <a:gd name="connsiteY2" fmla="*/ 37788 h 37788"/>
                  <a:gd name="connsiteX3" fmla="*/ 37788 w 37788"/>
                  <a:gd name="connsiteY3" fmla="*/ 18894 h 37788"/>
                  <a:gd name="connsiteX4" fmla="*/ 18894 w 37788"/>
                  <a:gd name="connsiteY4" fmla="*/ 0 h 37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88" h="37788">
                    <a:moveTo>
                      <a:pt x="18894" y="0"/>
                    </a:moveTo>
                    <a:cubicBezTo>
                      <a:pt x="8457" y="0"/>
                      <a:pt x="0" y="8457"/>
                      <a:pt x="0" y="18894"/>
                    </a:cubicBezTo>
                    <a:cubicBezTo>
                      <a:pt x="0" y="29331"/>
                      <a:pt x="8457" y="37788"/>
                      <a:pt x="18894" y="37788"/>
                    </a:cubicBezTo>
                    <a:cubicBezTo>
                      <a:pt x="29331" y="37788"/>
                      <a:pt x="37788" y="29331"/>
                      <a:pt x="37788" y="18894"/>
                    </a:cubicBezTo>
                    <a:cubicBezTo>
                      <a:pt x="37788" y="8457"/>
                      <a:pt x="29331" y="0"/>
                      <a:pt x="1889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21" name="任意多边形: 形状 184"/>
              <p:cNvSpPr/>
              <p:nvPr/>
            </p:nvSpPr>
            <p:spPr>
              <a:xfrm>
                <a:off x="8600597" y="2065623"/>
                <a:ext cx="37788" cy="37788"/>
              </a:xfrm>
              <a:custGeom>
                <a:avLst/>
                <a:gdLst>
                  <a:gd name="connsiteX0" fmla="*/ 18894 w 37788"/>
                  <a:gd name="connsiteY0" fmla="*/ 0 h 37788"/>
                  <a:gd name="connsiteX1" fmla="*/ 0 w 37788"/>
                  <a:gd name="connsiteY1" fmla="*/ 18894 h 37788"/>
                  <a:gd name="connsiteX2" fmla="*/ 18894 w 37788"/>
                  <a:gd name="connsiteY2" fmla="*/ 37788 h 37788"/>
                  <a:gd name="connsiteX3" fmla="*/ 37788 w 37788"/>
                  <a:gd name="connsiteY3" fmla="*/ 18894 h 37788"/>
                  <a:gd name="connsiteX4" fmla="*/ 18894 w 37788"/>
                  <a:gd name="connsiteY4" fmla="*/ 0 h 37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88" h="37788">
                    <a:moveTo>
                      <a:pt x="18894" y="0"/>
                    </a:moveTo>
                    <a:cubicBezTo>
                      <a:pt x="8457" y="0"/>
                      <a:pt x="0" y="8457"/>
                      <a:pt x="0" y="18894"/>
                    </a:cubicBezTo>
                    <a:cubicBezTo>
                      <a:pt x="0" y="29331"/>
                      <a:pt x="8457" y="37788"/>
                      <a:pt x="18894" y="37788"/>
                    </a:cubicBezTo>
                    <a:cubicBezTo>
                      <a:pt x="29331" y="37788"/>
                      <a:pt x="37788" y="29331"/>
                      <a:pt x="37788" y="18894"/>
                    </a:cubicBezTo>
                    <a:cubicBezTo>
                      <a:pt x="37788" y="8457"/>
                      <a:pt x="29331" y="0"/>
                      <a:pt x="1889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22" name="任意多边形: 形状 185"/>
              <p:cNvSpPr/>
              <p:nvPr/>
            </p:nvSpPr>
            <p:spPr>
              <a:xfrm>
                <a:off x="8600597" y="2128033"/>
                <a:ext cx="37788" cy="37788"/>
              </a:xfrm>
              <a:custGeom>
                <a:avLst/>
                <a:gdLst>
                  <a:gd name="connsiteX0" fmla="*/ 18894 w 37788"/>
                  <a:gd name="connsiteY0" fmla="*/ 0 h 37788"/>
                  <a:gd name="connsiteX1" fmla="*/ 0 w 37788"/>
                  <a:gd name="connsiteY1" fmla="*/ 18894 h 37788"/>
                  <a:gd name="connsiteX2" fmla="*/ 18894 w 37788"/>
                  <a:gd name="connsiteY2" fmla="*/ 37788 h 37788"/>
                  <a:gd name="connsiteX3" fmla="*/ 37788 w 37788"/>
                  <a:gd name="connsiteY3" fmla="*/ 18894 h 37788"/>
                  <a:gd name="connsiteX4" fmla="*/ 18894 w 37788"/>
                  <a:gd name="connsiteY4" fmla="*/ 0 h 37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88" h="37788">
                    <a:moveTo>
                      <a:pt x="18894" y="0"/>
                    </a:moveTo>
                    <a:cubicBezTo>
                      <a:pt x="8457" y="0"/>
                      <a:pt x="0" y="8457"/>
                      <a:pt x="0" y="18894"/>
                    </a:cubicBezTo>
                    <a:cubicBezTo>
                      <a:pt x="0" y="29331"/>
                      <a:pt x="8457" y="37788"/>
                      <a:pt x="18894" y="37788"/>
                    </a:cubicBezTo>
                    <a:cubicBezTo>
                      <a:pt x="29331" y="37788"/>
                      <a:pt x="37788" y="29331"/>
                      <a:pt x="37788" y="18894"/>
                    </a:cubicBezTo>
                    <a:cubicBezTo>
                      <a:pt x="37788" y="8457"/>
                      <a:pt x="29331" y="0"/>
                      <a:pt x="1889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23" name="任意多边形: 形状 186"/>
              <p:cNvSpPr/>
              <p:nvPr/>
            </p:nvSpPr>
            <p:spPr>
              <a:xfrm>
                <a:off x="8544022" y="2003803"/>
                <a:ext cx="36717" cy="36717"/>
              </a:xfrm>
              <a:custGeom>
                <a:avLst/>
                <a:gdLst>
                  <a:gd name="connsiteX0" fmla="*/ 18359 w 36717"/>
                  <a:gd name="connsiteY0" fmla="*/ 0 h 36717"/>
                  <a:gd name="connsiteX1" fmla="*/ 0 w 36717"/>
                  <a:gd name="connsiteY1" fmla="*/ 18359 h 36717"/>
                  <a:gd name="connsiteX2" fmla="*/ 18359 w 36717"/>
                  <a:gd name="connsiteY2" fmla="*/ 36718 h 36717"/>
                  <a:gd name="connsiteX3" fmla="*/ 36718 w 36717"/>
                  <a:gd name="connsiteY3" fmla="*/ 18359 h 36717"/>
                  <a:gd name="connsiteX4" fmla="*/ 18359 w 36717"/>
                  <a:gd name="connsiteY4" fmla="*/ 0 h 36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17" h="36717">
                    <a:moveTo>
                      <a:pt x="18359" y="0"/>
                    </a:moveTo>
                    <a:cubicBezTo>
                      <a:pt x="8243" y="0"/>
                      <a:pt x="0" y="8243"/>
                      <a:pt x="0" y="18359"/>
                    </a:cubicBezTo>
                    <a:cubicBezTo>
                      <a:pt x="0" y="28475"/>
                      <a:pt x="8243" y="36718"/>
                      <a:pt x="18359" y="36718"/>
                    </a:cubicBezTo>
                    <a:cubicBezTo>
                      <a:pt x="28475" y="36718"/>
                      <a:pt x="36718" y="28475"/>
                      <a:pt x="36718" y="18359"/>
                    </a:cubicBezTo>
                    <a:cubicBezTo>
                      <a:pt x="36718" y="8243"/>
                      <a:pt x="28475" y="0"/>
                      <a:pt x="1835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24" name="任意多边形: 形状 187"/>
              <p:cNvSpPr/>
              <p:nvPr/>
            </p:nvSpPr>
            <p:spPr>
              <a:xfrm>
                <a:off x="8544022" y="2066159"/>
                <a:ext cx="36717" cy="36717"/>
              </a:xfrm>
              <a:custGeom>
                <a:avLst/>
                <a:gdLst>
                  <a:gd name="connsiteX0" fmla="*/ 18359 w 36717"/>
                  <a:gd name="connsiteY0" fmla="*/ 0 h 36717"/>
                  <a:gd name="connsiteX1" fmla="*/ 0 w 36717"/>
                  <a:gd name="connsiteY1" fmla="*/ 18359 h 36717"/>
                  <a:gd name="connsiteX2" fmla="*/ 18359 w 36717"/>
                  <a:gd name="connsiteY2" fmla="*/ 36718 h 36717"/>
                  <a:gd name="connsiteX3" fmla="*/ 36718 w 36717"/>
                  <a:gd name="connsiteY3" fmla="*/ 18359 h 36717"/>
                  <a:gd name="connsiteX4" fmla="*/ 18359 w 36717"/>
                  <a:gd name="connsiteY4" fmla="*/ 0 h 36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17" h="36717">
                    <a:moveTo>
                      <a:pt x="18359" y="0"/>
                    </a:moveTo>
                    <a:cubicBezTo>
                      <a:pt x="8243" y="0"/>
                      <a:pt x="0" y="8243"/>
                      <a:pt x="0" y="18359"/>
                    </a:cubicBezTo>
                    <a:cubicBezTo>
                      <a:pt x="0" y="28475"/>
                      <a:pt x="8243" y="36718"/>
                      <a:pt x="18359" y="36718"/>
                    </a:cubicBezTo>
                    <a:cubicBezTo>
                      <a:pt x="28475" y="36718"/>
                      <a:pt x="36718" y="28475"/>
                      <a:pt x="36718" y="18359"/>
                    </a:cubicBezTo>
                    <a:cubicBezTo>
                      <a:pt x="36718" y="8243"/>
                      <a:pt x="28475" y="0"/>
                      <a:pt x="1835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25" name="任意多边形: 形状 188"/>
              <p:cNvSpPr/>
              <p:nvPr/>
            </p:nvSpPr>
            <p:spPr>
              <a:xfrm>
                <a:off x="8544022" y="2128568"/>
                <a:ext cx="36717" cy="36717"/>
              </a:xfrm>
              <a:custGeom>
                <a:avLst/>
                <a:gdLst>
                  <a:gd name="connsiteX0" fmla="*/ 18359 w 36717"/>
                  <a:gd name="connsiteY0" fmla="*/ 0 h 36717"/>
                  <a:gd name="connsiteX1" fmla="*/ 0 w 36717"/>
                  <a:gd name="connsiteY1" fmla="*/ 18359 h 36717"/>
                  <a:gd name="connsiteX2" fmla="*/ 18359 w 36717"/>
                  <a:gd name="connsiteY2" fmla="*/ 36718 h 36717"/>
                  <a:gd name="connsiteX3" fmla="*/ 36718 w 36717"/>
                  <a:gd name="connsiteY3" fmla="*/ 18359 h 36717"/>
                  <a:gd name="connsiteX4" fmla="*/ 18359 w 36717"/>
                  <a:gd name="connsiteY4" fmla="*/ 0 h 36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17" h="36717">
                    <a:moveTo>
                      <a:pt x="18359" y="0"/>
                    </a:moveTo>
                    <a:cubicBezTo>
                      <a:pt x="8243" y="0"/>
                      <a:pt x="0" y="8243"/>
                      <a:pt x="0" y="18359"/>
                    </a:cubicBezTo>
                    <a:cubicBezTo>
                      <a:pt x="0" y="28475"/>
                      <a:pt x="8243" y="36718"/>
                      <a:pt x="18359" y="36718"/>
                    </a:cubicBezTo>
                    <a:cubicBezTo>
                      <a:pt x="28475" y="36718"/>
                      <a:pt x="36718" y="28475"/>
                      <a:pt x="36718" y="18359"/>
                    </a:cubicBezTo>
                    <a:cubicBezTo>
                      <a:pt x="36718" y="8243"/>
                      <a:pt x="28475" y="0"/>
                      <a:pt x="1835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26" name="任意多边形: 形状 189"/>
              <p:cNvSpPr/>
              <p:nvPr/>
            </p:nvSpPr>
            <p:spPr>
              <a:xfrm>
                <a:off x="8487501" y="2004338"/>
                <a:ext cx="35647" cy="35647"/>
              </a:xfrm>
              <a:custGeom>
                <a:avLst/>
                <a:gdLst>
                  <a:gd name="connsiteX0" fmla="*/ 17824 w 35647"/>
                  <a:gd name="connsiteY0" fmla="*/ 0 h 35647"/>
                  <a:gd name="connsiteX1" fmla="*/ 0 w 35647"/>
                  <a:gd name="connsiteY1" fmla="*/ 17824 h 35647"/>
                  <a:gd name="connsiteX2" fmla="*/ 17824 w 35647"/>
                  <a:gd name="connsiteY2" fmla="*/ 35647 h 35647"/>
                  <a:gd name="connsiteX3" fmla="*/ 35647 w 35647"/>
                  <a:gd name="connsiteY3" fmla="*/ 17824 h 35647"/>
                  <a:gd name="connsiteX4" fmla="*/ 17824 w 35647"/>
                  <a:gd name="connsiteY4" fmla="*/ 0 h 35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47" h="35647">
                    <a:moveTo>
                      <a:pt x="17824" y="0"/>
                    </a:moveTo>
                    <a:cubicBezTo>
                      <a:pt x="7975" y="0"/>
                      <a:pt x="0" y="7975"/>
                      <a:pt x="0" y="17824"/>
                    </a:cubicBezTo>
                    <a:cubicBezTo>
                      <a:pt x="0" y="27672"/>
                      <a:pt x="7975" y="35647"/>
                      <a:pt x="17824" y="35647"/>
                    </a:cubicBezTo>
                    <a:cubicBezTo>
                      <a:pt x="27672" y="35647"/>
                      <a:pt x="35647" y="27672"/>
                      <a:pt x="35647" y="17824"/>
                    </a:cubicBezTo>
                    <a:cubicBezTo>
                      <a:pt x="35647" y="7975"/>
                      <a:pt x="27672" y="0"/>
                      <a:pt x="1782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27" name="任意多边形: 形状 190"/>
              <p:cNvSpPr/>
              <p:nvPr/>
            </p:nvSpPr>
            <p:spPr>
              <a:xfrm>
                <a:off x="8487501" y="2066694"/>
                <a:ext cx="35647" cy="35647"/>
              </a:xfrm>
              <a:custGeom>
                <a:avLst/>
                <a:gdLst>
                  <a:gd name="connsiteX0" fmla="*/ 17824 w 35647"/>
                  <a:gd name="connsiteY0" fmla="*/ 0 h 35647"/>
                  <a:gd name="connsiteX1" fmla="*/ 0 w 35647"/>
                  <a:gd name="connsiteY1" fmla="*/ 17824 h 35647"/>
                  <a:gd name="connsiteX2" fmla="*/ 17824 w 35647"/>
                  <a:gd name="connsiteY2" fmla="*/ 35647 h 35647"/>
                  <a:gd name="connsiteX3" fmla="*/ 35647 w 35647"/>
                  <a:gd name="connsiteY3" fmla="*/ 17824 h 35647"/>
                  <a:gd name="connsiteX4" fmla="*/ 17824 w 35647"/>
                  <a:gd name="connsiteY4" fmla="*/ 0 h 35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47" h="35647">
                    <a:moveTo>
                      <a:pt x="17824" y="0"/>
                    </a:moveTo>
                    <a:cubicBezTo>
                      <a:pt x="7975" y="0"/>
                      <a:pt x="0" y="7975"/>
                      <a:pt x="0" y="17824"/>
                    </a:cubicBezTo>
                    <a:cubicBezTo>
                      <a:pt x="0" y="27672"/>
                      <a:pt x="7975" y="35647"/>
                      <a:pt x="17824" y="35647"/>
                    </a:cubicBezTo>
                    <a:cubicBezTo>
                      <a:pt x="27672" y="35647"/>
                      <a:pt x="35647" y="27672"/>
                      <a:pt x="35647" y="17824"/>
                    </a:cubicBezTo>
                    <a:cubicBezTo>
                      <a:pt x="35647" y="7975"/>
                      <a:pt x="27672" y="0"/>
                      <a:pt x="1782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28" name="任意多边形: 形状 191"/>
              <p:cNvSpPr/>
              <p:nvPr/>
            </p:nvSpPr>
            <p:spPr>
              <a:xfrm>
                <a:off x="8487501" y="2129103"/>
                <a:ext cx="35647" cy="35647"/>
              </a:xfrm>
              <a:custGeom>
                <a:avLst/>
                <a:gdLst>
                  <a:gd name="connsiteX0" fmla="*/ 17824 w 35647"/>
                  <a:gd name="connsiteY0" fmla="*/ 0 h 35647"/>
                  <a:gd name="connsiteX1" fmla="*/ 0 w 35647"/>
                  <a:gd name="connsiteY1" fmla="*/ 17824 h 35647"/>
                  <a:gd name="connsiteX2" fmla="*/ 17824 w 35647"/>
                  <a:gd name="connsiteY2" fmla="*/ 35647 h 35647"/>
                  <a:gd name="connsiteX3" fmla="*/ 35647 w 35647"/>
                  <a:gd name="connsiteY3" fmla="*/ 17824 h 35647"/>
                  <a:gd name="connsiteX4" fmla="*/ 17824 w 35647"/>
                  <a:gd name="connsiteY4" fmla="*/ 0 h 35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47" h="35647">
                    <a:moveTo>
                      <a:pt x="17824" y="0"/>
                    </a:moveTo>
                    <a:cubicBezTo>
                      <a:pt x="7975" y="0"/>
                      <a:pt x="0" y="7975"/>
                      <a:pt x="0" y="17824"/>
                    </a:cubicBezTo>
                    <a:cubicBezTo>
                      <a:pt x="0" y="27672"/>
                      <a:pt x="7975" y="35647"/>
                      <a:pt x="17824" y="35647"/>
                    </a:cubicBezTo>
                    <a:cubicBezTo>
                      <a:pt x="27672" y="35647"/>
                      <a:pt x="35647" y="27672"/>
                      <a:pt x="35647" y="17824"/>
                    </a:cubicBezTo>
                    <a:cubicBezTo>
                      <a:pt x="35647" y="7975"/>
                      <a:pt x="27672" y="0"/>
                      <a:pt x="1782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29" name="任意多边形: 形状 192"/>
              <p:cNvSpPr/>
              <p:nvPr/>
            </p:nvSpPr>
            <p:spPr>
              <a:xfrm>
                <a:off x="8430979" y="2004874"/>
                <a:ext cx="34469" cy="34469"/>
              </a:xfrm>
              <a:custGeom>
                <a:avLst/>
                <a:gdLst>
                  <a:gd name="connsiteX0" fmla="*/ 17235 w 34469"/>
                  <a:gd name="connsiteY0" fmla="*/ 0 h 34469"/>
                  <a:gd name="connsiteX1" fmla="*/ 0 w 34469"/>
                  <a:gd name="connsiteY1" fmla="*/ 17235 h 34469"/>
                  <a:gd name="connsiteX2" fmla="*/ 17235 w 34469"/>
                  <a:gd name="connsiteY2" fmla="*/ 34470 h 34469"/>
                  <a:gd name="connsiteX3" fmla="*/ 34469 w 34469"/>
                  <a:gd name="connsiteY3" fmla="*/ 17235 h 34469"/>
                  <a:gd name="connsiteX4" fmla="*/ 17235 w 34469"/>
                  <a:gd name="connsiteY4" fmla="*/ 0 h 34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69" h="34469">
                    <a:moveTo>
                      <a:pt x="17235" y="0"/>
                    </a:moveTo>
                    <a:cubicBezTo>
                      <a:pt x="7707" y="0"/>
                      <a:pt x="0" y="7707"/>
                      <a:pt x="0" y="17235"/>
                    </a:cubicBezTo>
                    <a:cubicBezTo>
                      <a:pt x="0" y="26762"/>
                      <a:pt x="7707" y="34470"/>
                      <a:pt x="17235" y="34470"/>
                    </a:cubicBezTo>
                    <a:cubicBezTo>
                      <a:pt x="26762" y="34470"/>
                      <a:pt x="34469" y="26762"/>
                      <a:pt x="34469" y="17235"/>
                    </a:cubicBezTo>
                    <a:cubicBezTo>
                      <a:pt x="34469" y="7707"/>
                      <a:pt x="26762" y="0"/>
                      <a:pt x="17235"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30" name="任意多边形: 形状 193"/>
              <p:cNvSpPr/>
              <p:nvPr/>
            </p:nvSpPr>
            <p:spPr>
              <a:xfrm>
                <a:off x="8430979" y="2067283"/>
                <a:ext cx="34469" cy="34469"/>
              </a:xfrm>
              <a:custGeom>
                <a:avLst/>
                <a:gdLst>
                  <a:gd name="connsiteX0" fmla="*/ 17235 w 34469"/>
                  <a:gd name="connsiteY0" fmla="*/ 0 h 34469"/>
                  <a:gd name="connsiteX1" fmla="*/ 0 w 34469"/>
                  <a:gd name="connsiteY1" fmla="*/ 17235 h 34469"/>
                  <a:gd name="connsiteX2" fmla="*/ 17235 w 34469"/>
                  <a:gd name="connsiteY2" fmla="*/ 34470 h 34469"/>
                  <a:gd name="connsiteX3" fmla="*/ 34469 w 34469"/>
                  <a:gd name="connsiteY3" fmla="*/ 17235 h 34469"/>
                  <a:gd name="connsiteX4" fmla="*/ 17235 w 34469"/>
                  <a:gd name="connsiteY4" fmla="*/ 0 h 34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69" h="34469">
                    <a:moveTo>
                      <a:pt x="17235" y="0"/>
                    </a:moveTo>
                    <a:cubicBezTo>
                      <a:pt x="7707" y="0"/>
                      <a:pt x="0" y="7707"/>
                      <a:pt x="0" y="17235"/>
                    </a:cubicBezTo>
                    <a:cubicBezTo>
                      <a:pt x="0" y="26762"/>
                      <a:pt x="7707" y="34470"/>
                      <a:pt x="17235" y="34470"/>
                    </a:cubicBezTo>
                    <a:cubicBezTo>
                      <a:pt x="26762" y="34470"/>
                      <a:pt x="34469" y="26762"/>
                      <a:pt x="34469" y="17235"/>
                    </a:cubicBezTo>
                    <a:cubicBezTo>
                      <a:pt x="34469" y="7707"/>
                      <a:pt x="26762" y="0"/>
                      <a:pt x="17235"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31" name="任意多边形: 形状 194"/>
              <p:cNvSpPr/>
              <p:nvPr/>
            </p:nvSpPr>
            <p:spPr>
              <a:xfrm>
                <a:off x="8430979" y="2129638"/>
                <a:ext cx="34469" cy="34469"/>
              </a:xfrm>
              <a:custGeom>
                <a:avLst/>
                <a:gdLst>
                  <a:gd name="connsiteX0" fmla="*/ 17235 w 34469"/>
                  <a:gd name="connsiteY0" fmla="*/ 0 h 34469"/>
                  <a:gd name="connsiteX1" fmla="*/ 0 w 34469"/>
                  <a:gd name="connsiteY1" fmla="*/ 17235 h 34469"/>
                  <a:gd name="connsiteX2" fmla="*/ 17235 w 34469"/>
                  <a:gd name="connsiteY2" fmla="*/ 34470 h 34469"/>
                  <a:gd name="connsiteX3" fmla="*/ 34469 w 34469"/>
                  <a:gd name="connsiteY3" fmla="*/ 17235 h 34469"/>
                  <a:gd name="connsiteX4" fmla="*/ 17235 w 34469"/>
                  <a:gd name="connsiteY4" fmla="*/ 0 h 34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69" h="34469">
                    <a:moveTo>
                      <a:pt x="17235" y="0"/>
                    </a:moveTo>
                    <a:cubicBezTo>
                      <a:pt x="7707" y="0"/>
                      <a:pt x="0" y="7707"/>
                      <a:pt x="0" y="17235"/>
                    </a:cubicBezTo>
                    <a:cubicBezTo>
                      <a:pt x="0" y="26762"/>
                      <a:pt x="7707" y="34470"/>
                      <a:pt x="17235" y="34470"/>
                    </a:cubicBezTo>
                    <a:cubicBezTo>
                      <a:pt x="26762" y="34470"/>
                      <a:pt x="34469" y="26762"/>
                      <a:pt x="34469" y="17235"/>
                    </a:cubicBezTo>
                    <a:cubicBezTo>
                      <a:pt x="34469" y="7707"/>
                      <a:pt x="26762" y="0"/>
                      <a:pt x="17235"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32" name="任意多边形: 形状 195"/>
              <p:cNvSpPr/>
              <p:nvPr/>
            </p:nvSpPr>
            <p:spPr>
              <a:xfrm>
                <a:off x="8374458" y="2005409"/>
                <a:ext cx="33399" cy="33399"/>
              </a:xfrm>
              <a:custGeom>
                <a:avLst/>
                <a:gdLst>
                  <a:gd name="connsiteX0" fmla="*/ 16700 w 33399"/>
                  <a:gd name="connsiteY0" fmla="*/ 0 h 33399"/>
                  <a:gd name="connsiteX1" fmla="*/ 0 w 33399"/>
                  <a:gd name="connsiteY1" fmla="*/ 16700 h 33399"/>
                  <a:gd name="connsiteX2" fmla="*/ 16700 w 33399"/>
                  <a:gd name="connsiteY2" fmla="*/ 33399 h 33399"/>
                  <a:gd name="connsiteX3" fmla="*/ 33399 w 33399"/>
                  <a:gd name="connsiteY3" fmla="*/ 16700 h 33399"/>
                  <a:gd name="connsiteX4" fmla="*/ 16700 w 33399"/>
                  <a:gd name="connsiteY4" fmla="*/ 0 h 33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99" h="33399">
                    <a:moveTo>
                      <a:pt x="16700" y="0"/>
                    </a:moveTo>
                    <a:cubicBezTo>
                      <a:pt x="7493" y="0"/>
                      <a:pt x="0" y="7493"/>
                      <a:pt x="0" y="16700"/>
                    </a:cubicBezTo>
                    <a:cubicBezTo>
                      <a:pt x="0" y="25906"/>
                      <a:pt x="7493" y="33399"/>
                      <a:pt x="16700" y="33399"/>
                    </a:cubicBezTo>
                    <a:cubicBezTo>
                      <a:pt x="25906" y="33399"/>
                      <a:pt x="33399" y="25906"/>
                      <a:pt x="33399" y="16700"/>
                    </a:cubicBezTo>
                    <a:cubicBezTo>
                      <a:pt x="33399" y="7493"/>
                      <a:pt x="25906" y="0"/>
                      <a:pt x="16700"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33" name="任意多边形: 形状 196"/>
              <p:cNvSpPr/>
              <p:nvPr/>
            </p:nvSpPr>
            <p:spPr>
              <a:xfrm>
                <a:off x="8374458" y="2067818"/>
                <a:ext cx="33399" cy="33399"/>
              </a:xfrm>
              <a:custGeom>
                <a:avLst/>
                <a:gdLst>
                  <a:gd name="connsiteX0" fmla="*/ 16700 w 33399"/>
                  <a:gd name="connsiteY0" fmla="*/ 0 h 33399"/>
                  <a:gd name="connsiteX1" fmla="*/ 0 w 33399"/>
                  <a:gd name="connsiteY1" fmla="*/ 16700 h 33399"/>
                  <a:gd name="connsiteX2" fmla="*/ 16700 w 33399"/>
                  <a:gd name="connsiteY2" fmla="*/ 33399 h 33399"/>
                  <a:gd name="connsiteX3" fmla="*/ 33399 w 33399"/>
                  <a:gd name="connsiteY3" fmla="*/ 16700 h 33399"/>
                  <a:gd name="connsiteX4" fmla="*/ 16700 w 33399"/>
                  <a:gd name="connsiteY4" fmla="*/ 0 h 33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99" h="33399">
                    <a:moveTo>
                      <a:pt x="16700" y="0"/>
                    </a:moveTo>
                    <a:cubicBezTo>
                      <a:pt x="7493" y="0"/>
                      <a:pt x="0" y="7493"/>
                      <a:pt x="0" y="16700"/>
                    </a:cubicBezTo>
                    <a:cubicBezTo>
                      <a:pt x="0" y="25906"/>
                      <a:pt x="7493" y="33399"/>
                      <a:pt x="16700" y="33399"/>
                    </a:cubicBezTo>
                    <a:cubicBezTo>
                      <a:pt x="25906" y="33399"/>
                      <a:pt x="33399" y="25906"/>
                      <a:pt x="33399" y="16700"/>
                    </a:cubicBezTo>
                    <a:cubicBezTo>
                      <a:pt x="33399" y="7493"/>
                      <a:pt x="25906" y="0"/>
                      <a:pt x="16700"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34" name="任意多边形: 形状 197"/>
              <p:cNvSpPr/>
              <p:nvPr/>
            </p:nvSpPr>
            <p:spPr>
              <a:xfrm>
                <a:off x="8374458" y="2130174"/>
                <a:ext cx="33399" cy="33399"/>
              </a:xfrm>
              <a:custGeom>
                <a:avLst/>
                <a:gdLst>
                  <a:gd name="connsiteX0" fmla="*/ 16700 w 33399"/>
                  <a:gd name="connsiteY0" fmla="*/ 0 h 33399"/>
                  <a:gd name="connsiteX1" fmla="*/ 0 w 33399"/>
                  <a:gd name="connsiteY1" fmla="*/ 16700 h 33399"/>
                  <a:gd name="connsiteX2" fmla="*/ 16700 w 33399"/>
                  <a:gd name="connsiteY2" fmla="*/ 33399 h 33399"/>
                  <a:gd name="connsiteX3" fmla="*/ 33399 w 33399"/>
                  <a:gd name="connsiteY3" fmla="*/ 16700 h 33399"/>
                  <a:gd name="connsiteX4" fmla="*/ 16700 w 33399"/>
                  <a:gd name="connsiteY4" fmla="*/ 0 h 33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99" h="33399">
                    <a:moveTo>
                      <a:pt x="16700" y="0"/>
                    </a:moveTo>
                    <a:cubicBezTo>
                      <a:pt x="7493" y="0"/>
                      <a:pt x="0" y="7493"/>
                      <a:pt x="0" y="16700"/>
                    </a:cubicBezTo>
                    <a:cubicBezTo>
                      <a:pt x="0" y="25906"/>
                      <a:pt x="7493" y="33399"/>
                      <a:pt x="16700" y="33399"/>
                    </a:cubicBezTo>
                    <a:cubicBezTo>
                      <a:pt x="25906" y="33399"/>
                      <a:pt x="33399" y="25906"/>
                      <a:pt x="33399" y="16700"/>
                    </a:cubicBezTo>
                    <a:cubicBezTo>
                      <a:pt x="33399" y="7493"/>
                      <a:pt x="25906" y="0"/>
                      <a:pt x="16700"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35" name="任意多边形: 形状 198"/>
              <p:cNvSpPr/>
              <p:nvPr/>
            </p:nvSpPr>
            <p:spPr>
              <a:xfrm>
                <a:off x="8317883" y="2005944"/>
                <a:ext cx="32328" cy="32328"/>
              </a:xfrm>
              <a:custGeom>
                <a:avLst/>
                <a:gdLst>
                  <a:gd name="connsiteX0" fmla="*/ 16164 w 32328"/>
                  <a:gd name="connsiteY0" fmla="*/ 0 h 32328"/>
                  <a:gd name="connsiteX1" fmla="*/ 0 w 32328"/>
                  <a:gd name="connsiteY1" fmla="*/ 16164 h 32328"/>
                  <a:gd name="connsiteX2" fmla="*/ 16164 w 32328"/>
                  <a:gd name="connsiteY2" fmla="*/ 32329 h 32328"/>
                  <a:gd name="connsiteX3" fmla="*/ 32329 w 32328"/>
                  <a:gd name="connsiteY3" fmla="*/ 16164 h 32328"/>
                  <a:gd name="connsiteX4" fmla="*/ 16164 w 32328"/>
                  <a:gd name="connsiteY4" fmla="*/ 0 h 32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28" h="32328">
                    <a:moveTo>
                      <a:pt x="16164" y="0"/>
                    </a:moveTo>
                    <a:cubicBezTo>
                      <a:pt x="7226" y="0"/>
                      <a:pt x="0" y="7226"/>
                      <a:pt x="0" y="16164"/>
                    </a:cubicBezTo>
                    <a:cubicBezTo>
                      <a:pt x="0" y="25103"/>
                      <a:pt x="7226" y="32329"/>
                      <a:pt x="16164" y="32329"/>
                    </a:cubicBezTo>
                    <a:cubicBezTo>
                      <a:pt x="25103" y="32329"/>
                      <a:pt x="32329" y="25103"/>
                      <a:pt x="32329" y="16164"/>
                    </a:cubicBezTo>
                    <a:cubicBezTo>
                      <a:pt x="32329" y="7226"/>
                      <a:pt x="25103" y="0"/>
                      <a:pt x="1616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36" name="任意多边形: 形状 199"/>
              <p:cNvSpPr/>
              <p:nvPr/>
            </p:nvSpPr>
            <p:spPr>
              <a:xfrm>
                <a:off x="8317883" y="2068353"/>
                <a:ext cx="32328" cy="32328"/>
              </a:xfrm>
              <a:custGeom>
                <a:avLst/>
                <a:gdLst>
                  <a:gd name="connsiteX0" fmla="*/ 16164 w 32328"/>
                  <a:gd name="connsiteY0" fmla="*/ 0 h 32328"/>
                  <a:gd name="connsiteX1" fmla="*/ 0 w 32328"/>
                  <a:gd name="connsiteY1" fmla="*/ 16164 h 32328"/>
                  <a:gd name="connsiteX2" fmla="*/ 16164 w 32328"/>
                  <a:gd name="connsiteY2" fmla="*/ 32329 h 32328"/>
                  <a:gd name="connsiteX3" fmla="*/ 32329 w 32328"/>
                  <a:gd name="connsiteY3" fmla="*/ 16164 h 32328"/>
                  <a:gd name="connsiteX4" fmla="*/ 16164 w 32328"/>
                  <a:gd name="connsiteY4" fmla="*/ 0 h 32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28" h="32328">
                    <a:moveTo>
                      <a:pt x="16164" y="0"/>
                    </a:moveTo>
                    <a:cubicBezTo>
                      <a:pt x="7226" y="0"/>
                      <a:pt x="0" y="7226"/>
                      <a:pt x="0" y="16164"/>
                    </a:cubicBezTo>
                    <a:cubicBezTo>
                      <a:pt x="0" y="25103"/>
                      <a:pt x="7226" y="32329"/>
                      <a:pt x="16164" y="32329"/>
                    </a:cubicBezTo>
                    <a:cubicBezTo>
                      <a:pt x="25103" y="32329"/>
                      <a:pt x="32329" y="25103"/>
                      <a:pt x="32329" y="16164"/>
                    </a:cubicBezTo>
                    <a:cubicBezTo>
                      <a:pt x="32329" y="7226"/>
                      <a:pt x="25103" y="0"/>
                      <a:pt x="1616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37" name="任意多边形: 形状 200"/>
              <p:cNvSpPr/>
              <p:nvPr/>
            </p:nvSpPr>
            <p:spPr>
              <a:xfrm>
                <a:off x="8317883" y="2130709"/>
                <a:ext cx="32328" cy="32328"/>
              </a:xfrm>
              <a:custGeom>
                <a:avLst/>
                <a:gdLst>
                  <a:gd name="connsiteX0" fmla="*/ 16164 w 32328"/>
                  <a:gd name="connsiteY0" fmla="*/ 0 h 32328"/>
                  <a:gd name="connsiteX1" fmla="*/ 0 w 32328"/>
                  <a:gd name="connsiteY1" fmla="*/ 16164 h 32328"/>
                  <a:gd name="connsiteX2" fmla="*/ 16164 w 32328"/>
                  <a:gd name="connsiteY2" fmla="*/ 32329 h 32328"/>
                  <a:gd name="connsiteX3" fmla="*/ 32329 w 32328"/>
                  <a:gd name="connsiteY3" fmla="*/ 16164 h 32328"/>
                  <a:gd name="connsiteX4" fmla="*/ 16164 w 32328"/>
                  <a:gd name="connsiteY4" fmla="*/ 0 h 32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28" h="32328">
                    <a:moveTo>
                      <a:pt x="16164" y="0"/>
                    </a:moveTo>
                    <a:cubicBezTo>
                      <a:pt x="7226" y="0"/>
                      <a:pt x="0" y="7226"/>
                      <a:pt x="0" y="16164"/>
                    </a:cubicBezTo>
                    <a:cubicBezTo>
                      <a:pt x="0" y="25103"/>
                      <a:pt x="7226" y="32329"/>
                      <a:pt x="16164" y="32329"/>
                    </a:cubicBezTo>
                    <a:cubicBezTo>
                      <a:pt x="25103" y="32329"/>
                      <a:pt x="32329" y="25103"/>
                      <a:pt x="32329" y="16164"/>
                    </a:cubicBezTo>
                    <a:cubicBezTo>
                      <a:pt x="32329" y="7226"/>
                      <a:pt x="25103" y="0"/>
                      <a:pt x="1616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38" name="任意多边形: 形状 201"/>
              <p:cNvSpPr/>
              <p:nvPr/>
            </p:nvSpPr>
            <p:spPr>
              <a:xfrm>
                <a:off x="8261362" y="2006533"/>
                <a:ext cx="31258" cy="31258"/>
              </a:xfrm>
              <a:custGeom>
                <a:avLst/>
                <a:gdLst>
                  <a:gd name="connsiteX0" fmla="*/ 15629 w 31258"/>
                  <a:gd name="connsiteY0" fmla="*/ 0 h 31258"/>
                  <a:gd name="connsiteX1" fmla="*/ 0 w 31258"/>
                  <a:gd name="connsiteY1" fmla="*/ 15629 h 31258"/>
                  <a:gd name="connsiteX2" fmla="*/ 15629 w 31258"/>
                  <a:gd name="connsiteY2" fmla="*/ 31258 h 31258"/>
                  <a:gd name="connsiteX3" fmla="*/ 31258 w 31258"/>
                  <a:gd name="connsiteY3" fmla="*/ 15629 h 31258"/>
                  <a:gd name="connsiteX4" fmla="*/ 15629 w 31258"/>
                  <a:gd name="connsiteY4" fmla="*/ 0 h 312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58" h="31258">
                    <a:moveTo>
                      <a:pt x="15629" y="0"/>
                    </a:moveTo>
                    <a:cubicBezTo>
                      <a:pt x="7012" y="0"/>
                      <a:pt x="0" y="7012"/>
                      <a:pt x="0" y="15629"/>
                    </a:cubicBezTo>
                    <a:cubicBezTo>
                      <a:pt x="0" y="24246"/>
                      <a:pt x="7012" y="31258"/>
                      <a:pt x="15629" y="31258"/>
                    </a:cubicBezTo>
                    <a:cubicBezTo>
                      <a:pt x="24246" y="31258"/>
                      <a:pt x="31258" y="24246"/>
                      <a:pt x="31258" y="15629"/>
                    </a:cubicBezTo>
                    <a:cubicBezTo>
                      <a:pt x="31258" y="7012"/>
                      <a:pt x="24246" y="0"/>
                      <a:pt x="1562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40" name="任意多边形: 形状 202"/>
              <p:cNvSpPr/>
              <p:nvPr/>
            </p:nvSpPr>
            <p:spPr>
              <a:xfrm>
                <a:off x="8261362" y="2068888"/>
                <a:ext cx="31258" cy="31258"/>
              </a:xfrm>
              <a:custGeom>
                <a:avLst/>
                <a:gdLst>
                  <a:gd name="connsiteX0" fmla="*/ 15629 w 31258"/>
                  <a:gd name="connsiteY0" fmla="*/ 0 h 31258"/>
                  <a:gd name="connsiteX1" fmla="*/ 0 w 31258"/>
                  <a:gd name="connsiteY1" fmla="*/ 15629 h 31258"/>
                  <a:gd name="connsiteX2" fmla="*/ 15629 w 31258"/>
                  <a:gd name="connsiteY2" fmla="*/ 31258 h 31258"/>
                  <a:gd name="connsiteX3" fmla="*/ 31258 w 31258"/>
                  <a:gd name="connsiteY3" fmla="*/ 15629 h 31258"/>
                  <a:gd name="connsiteX4" fmla="*/ 15629 w 31258"/>
                  <a:gd name="connsiteY4" fmla="*/ 0 h 312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58" h="31258">
                    <a:moveTo>
                      <a:pt x="15629" y="0"/>
                    </a:moveTo>
                    <a:cubicBezTo>
                      <a:pt x="7012" y="0"/>
                      <a:pt x="0" y="7012"/>
                      <a:pt x="0" y="15629"/>
                    </a:cubicBezTo>
                    <a:cubicBezTo>
                      <a:pt x="0" y="24246"/>
                      <a:pt x="7012" y="31258"/>
                      <a:pt x="15629" y="31258"/>
                    </a:cubicBezTo>
                    <a:cubicBezTo>
                      <a:pt x="24246" y="31258"/>
                      <a:pt x="31258" y="24246"/>
                      <a:pt x="31258" y="15629"/>
                    </a:cubicBezTo>
                    <a:cubicBezTo>
                      <a:pt x="31258" y="7012"/>
                      <a:pt x="24246" y="0"/>
                      <a:pt x="1562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47" name="任意多边形: 形状 203"/>
              <p:cNvSpPr/>
              <p:nvPr/>
            </p:nvSpPr>
            <p:spPr>
              <a:xfrm>
                <a:off x="8261362" y="2131298"/>
                <a:ext cx="31258" cy="31258"/>
              </a:xfrm>
              <a:custGeom>
                <a:avLst/>
                <a:gdLst>
                  <a:gd name="connsiteX0" fmla="*/ 15629 w 31258"/>
                  <a:gd name="connsiteY0" fmla="*/ 0 h 31258"/>
                  <a:gd name="connsiteX1" fmla="*/ 0 w 31258"/>
                  <a:gd name="connsiteY1" fmla="*/ 15629 h 31258"/>
                  <a:gd name="connsiteX2" fmla="*/ 15629 w 31258"/>
                  <a:gd name="connsiteY2" fmla="*/ 31258 h 31258"/>
                  <a:gd name="connsiteX3" fmla="*/ 31258 w 31258"/>
                  <a:gd name="connsiteY3" fmla="*/ 15629 h 31258"/>
                  <a:gd name="connsiteX4" fmla="*/ 15629 w 31258"/>
                  <a:gd name="connsiteY4" fmla="*/ 0 h 312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58" h="31258">
                    <a:moveTo>
                      <a:pt x="15629" y="0"/>
                    </a:moveTo>
                    <a:cubicBezTo>
                      <a:pt x="7012" y="0"/>
                      <a:pt x="0" y="7012"/>
                      <a:pt x="0" y="15629"/>
                    </a:cubicBezTo>
                    <a:cubicBezTo>
                      <a:pt x="0" y="24246"/>
                      <a:pt x="7012" y="31258"/>
                      <a:pt x="15629" y="31258"/>
                    </a:cubicBezTo>
                    <a:cubicBezTo>
                      <a:pt x="24246" y="31258"/>
                      <a:pt x="31258" y="24246"/>
                      <a:pt x="31258" y="15629"/>
                    </a:cubicBezTo>
                    <a:cubicBezTo>
                      <a:pt x="31258" y="7012"/>
                      <a:pt x="24246" y="0"/>
                      <a:pt x="1562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48" name="任意多边形: 形状 204"/>
              <p:cNvSpPr/>
              <p:nvPr/>
            </p:nvSpPr>
            <p:spPr>
              <a:xfrm>
                <a:off x="8204840" y="2007068"/>
                <a:ext cx="30187" cy="30187"/>
              </a:xfrm>
              <a:custGeom>
                <a:avLst/>
                <a:gdLst>
                  <a:gd name="connsiteX0" fmla="*/ 15094 w 30187"/>
                  <a:gd name="connsiteY0" fmla="*/ 0 h 30187"/>
                  <a:gd name="connsiteX1" fmla="*/ 0 w 30187"/>
                  <a:gd name="connsiteY1" fmla="*/ 15094 h 30187"/>
                  <a:gd name="connsiteX2" fmla="*/ 15094 w 30187"/>
                  <a:gd name="connsiteY2" fmla="*/ 30188 h 30187"/>
                  <a:gd name="connsiteX3" fmla="*/ 30188 w 30187"/>
                  <a:gd name="connsiteY3" fmla="*/ 15094 h 30187"/>
                  <a:gd name="connsiteX4" fmla="*/ 15094 w 30187"/>
                  <a:gd name="connsiteY4" fmla="*/ 0 h 301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87" h="30187">
                    <a:moveTo>
                      <a:pt x="15094" y="0"/>
                    </a:moveTo>
                    <a:cubicBezTo>
                      <a:pt x="6744" y="0"/>
                      <a:pt x="0" y="6744"/>
                      <a:pt x="0" y="15094"/>
                    </a:cubicBezTo>
                    <a:cubicBezTo>
                      <a:pt x="0" y="23444"/>
                      <a:pt x="6744" y="30188"/>
                      <a:pt x="15094" y="30188"/>
                    </a:cubicBezTo>
                    <a:cubicBezTo>
                      <a:pt x="23444" y="30188"/>
                      <a:pt x="30188" y="23444"/>
                      <a:pt x="30188" y="15094"/>
                    </a:cubicBezTo>
                    <a:cubicBezTo>
                      <a:pt x="30188" y="6744"/>
                      <a:pt x="23444" y="0"/>
                      <a:pt x="1509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53" name="任意多边形: 形状 205"/>
              <p:cNvSpPr/>
              <p:nvPr/>
            </p:nvSpPr>
            <p:spPr>
              <a:xfrm>
                <a:off x="8204840" y="2069424"/>
                <a:ext cx="30187" cy="30187"/>
              </a:xfrm>
              <a:custGeom>
                <a:avLst/>
                <a:gdLst>
                  <a:gd name="connsiteX0" fmla="*/ 15094 w 30187"/>
                  <a:gd name="connsiteY0" fmla="*/ 0 h 30187"/>
                  <a:gd name="connsiteX1" fmla="*/ 0 w 30187"/>
                  <a:gd name="connsiteY1" fmla="*/ 15094 h 30187"/>
                  <a:gd name="connsiteX2" fmla="*/ 15094 w 30187"/>
                  <a:gd name="connsiteY2" fmla="*/ 30188 h 30187"/>
                  <a:gd name="connsiteX3" fmla="*/ 30188 w 30187"/>
                  <a:gd name="connsiteY3" fmla="*/ 15094 h 30187"/>
                  <a:gd name="connsiteX4" fmla="*/ 15094 w 30187"/>
                  <a:gd name="connsiteY4" fmla="*/ 0 h 301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87" h="30187">
                    <a:moveTo>
                      <a:pt x="15094" y="0"/>
                    </a:moveTo>
                    <a:cubicBezTo>
                      <a:pt x="6744" y="0"/>
                      <a:pt x="0" y="6744"/>
                      <a:pt x="0" y="15094"/>
                    </a:cubicBezTo>
                    <a:cubicBezTo>
                      <a:pt x="0" y="23444"/>
                      <a:pt x="6744" y="30188"/>
                      <a:pt x="15094" y="30188"/>
                    </a:cubicBezTo>
                    <a:cubicBezTo>
                      <a:pt x="23444" y="30188"/>
                      <a:pt x="30188" y="23444"/>
                      <a:pt x="30188" y="15094"/>
                    </a:cubicBezTo>
                    <a:cubicBezTo>
                      <a:pt x="30188" y="6744"/>
                      <a:pt x="23444" y="0"/>
                      <a:pt x="1509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54" name="任意多边形: 形状 206"/>
              <p:cNvSpPr/>
              <p:nvPr/>
            </p:nvSpPr>
            <p:spPr>
              <a:xfrm>
                <a:off x="8204840" y="2131833"/>
                <a:ext cx="30187" cy="30187"/>
              </a:xfrm>
              <a:custGeom>
                <a:avLst/>
                <a:gdLst>
                  <a:gd name="connsiteX0" fmla="*/ 15094 w 30187"/>
                  <a:gd name="connsiteY0" fmla="*/ 0 h 30187"/>
                  <a:gd name="connsiteX1" fmla="*/ 0 w 30187"/>
                  <a:gd name="connsiteY1" fmla="*/ 15094 h 30187"/>
                  <a:gd name="connsiteX2" fmla="*/ 15094 w 30187"/>
                  <a:gd name="connsiteY2" fmla="*/ 30188 h 30187"/>
                  <a:gd name="connsiteX3" fmla="*/ 30188 w 30187"/>
                  <a:gd name="connsiteY3" fmla="*/ 15094 h 30187"/>
                  <a:gd name="connsiteX4" fmla="*/ 15094 w 30187"/>
                  <a:gd name="connsiteY4" fmla="*/ 0 h 301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87" h="30187">
                    <a:moveTo>
                      <a:pt x="15094" y="0"/>
                    </a:moveTo>
                    <a:cubicBezTo>
                      <a:pt x="6744" y="0"/>
                      <a:pt x="0" y="6744"/>
                      <a:pt x="0" y="15094"/>
                    </a:cubicBezTo>
                    <a:cubicBezTo>
                      <a:pt x="0" y="23444"/>
                      <a:pt x="6744" y="30188"/>
                      <a:pt x="15094" y="30188"/>
                    </a:cubicBezTo>
                    <a:cubicBezTo>
                      <a:pt x="23444" y="30188"/>
                      <a:pt x="30188" y="23444"/>
                      <a:pt x="30188" y="15094"/>
                    </a:cubicBezTo>
                    <a:cubicBezTo>
                      <a:pt x="30188" y="6744"/>
                      <a:pt x="23444" y="0"/>
                      <a:pt x="15094"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55" name="任意多边形: 形状 207"/>
              <p:cNvSpPr/>
              <p:nvPr/>
            </p:nvSpPr>
            <p:spPr>
              <a:xfrm>
                <a:off x="8148265" y="2007603"/>
                <a:ext cx="29117" cy="29117"/>
              </a:xfrm>
              <a:custGeom>
                <a:avLst/>
                <a:gdLst>
                  <a:gd name="connsiteX0" fmla="*/ 14559 w 29117"/>
                  <a:gd name="connsiteY0" fmla="*/ 0 h 29117"/>
                  <a:gd name="connsiteX1" fmla="*/ 0 w 29117"/>
                  <a:gd name="connsiteY1" fmla="*/ 14559 h 29117"/>
                  <a:gd name="connsiteX2" fmla="*/ 14559 w 29117"/>
                  <a:gd name="connsiteY2" fmla="*/ 29117 h 29117"/>
                  <a:gd name="connsiteX3" fmla="*/ 29117 w 29117"/>
                  <a:gd name="connsiteY3" fmla="*/ 14559 h 29117"/>
                  <a:gd name="connsiteX4" fmla="*/ 14559 w 29117"/>
                  <a:gd name="connsiteY4" fmla="*/ 0 h 29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17" h="29117">
                    <a:moveTo>
                      <a:pt x="14559" y="0"/>
                    </a:moveTo>
                    <a:cubicBezTo>
                      <a:pt x="6530" y="0"/>
                      <a:pt x="0" y="6530"/>
                      <a:pt x="0" y="14559"/>
                    </a:cubicBezTo>
                    <a:cubicBezTo>
                      <a:pt x="0" y="22587"/>
                      <a:pt x="6530" y="29117"/>
                      <a:pt x="14559" y="29117"/>
                    </a:cubicBezTo>
                    <a:cubicBezTo>
                      <a:pt x="22587" y="29117"/>
                      <a:pt x="29117" y="22587"/>
                      <a:pt x="29117" y="14559"/>
                    </a:cubicBezTo>
                    <a:cubicBezTo>
                      <a:pt x="29117" y="6530"/>
                      <a:pt x="22587" y="0"/>
                      <a:pt x="1455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156" name="任意多边形: 形状 208"/>
              <p:cNvSpPr/>
              <p:nvPr/>
            </p:nvSpPr>
            <p:spPr>
              <a:xfrm>
                <a:off x="8148265" y="2069959"/>
                <a:ext cx="29117" cy="29117"/>
              </a:xfrm>
              <a:custGeom>
                <a:avLst/>
                <a:gdLst>
                  <a:gd name="connsiteX0" fmla="*/ 14559 w 29117"/>
                  <a:gd name="connsiteY0" fmla="*/ 0 h 29117"/>
                  <a:gd name="connsiteX1" fmla="*/ 0 w 29117"/>
                  <a:gd name="connsiteY1" fmla="*/ 14559 h 29117"/>
                  <a:gd name="connsiteX2" fmla="*/ 14559 w 29117"/>
                  <a:gd name="connsiteY2" fmla="*/ 29117 h 29117"/>
                  <a:gd name="connsiteX3" fmla="*/ 29117 w 29117"/>
                  <a:gd name="connsiteY3" fmla="*/ 14559 h 29117"/>
                  <a:gd name="connsiteX4" fmla="*/ 14559 w 29117"/>
                  <a:gd name="connsiteY4" fmla="*/ 0 h 29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17" h="29117">
                    <a:moveTo>
                      <a:pt x="14559" y="0"/>
                    </a:moveTo>
                    <a:cubicBezTo>
                      <a:pt x="6530" y="0"/>
                      <a:pt x="0" y="6530"/>
                      <a:pt x="0" y="14559"/>
                    </a:cubicBezTo>
                    <a:cubicBezTo>
                      <a:pt x="0" y="22587"/>
                      <a:pt x="6530" y="29117"/>
                      <a:pt x="14559" y="29117"/>
                    </a:cubicBezTo>
                    <a:cubicBezTo>
                      <a:pt x="22587" y="29117"/>
                      <a:pt x="29117" y="22587"/>
                      <a:pt x="29117" y="14559"/>
                    </a:cubicBezTo>
                    <a:cubicBezTo>
                      <a:pt x="29117" y="6530"/>
                      <a:pt x="22587" y="0"/>
                      <a:pt x="1455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291" name="任意多边形: 形状 209"/>
              <p:cNvSpPr/>
              <p:nvPr/>
            </p:nvSpPr>
            <p:spPr>
              <a:xfrm>
                <a:off x="8148265" y="2132368"/>
                <a:ext cx="29117" cy="29117"/>
              </a:xfrm>
              <a:custGeom>
                <a:avLst/>
                <a:gdLst>
                  <a:gd name="connsiteX0" fmla="*/ 14559 w 29117"/>
                  <a:gd name="connsiteY0" fmla="*/ 0 h 29117"/>
                  <a:gd name="connsiteX1" fmla="*/ 0 w 29117"/>
                  <a:gd name="connsiteY1" fmla="*/ 14559 h 29117"/>
                  <a:gd name="connsiteX2" fmla="*/ 14559 w 29117"/>
                  <a:gd name="connsiteY2" fmla="*/ 29117 h 29117"/>
                  <a:gd name="connsiteX3" fmla="*/ 29117 w 29117"/>
                  <a:gd name="connsiteY3" fmla="*/ 14559 h 29117"/>
                  <a:gd name="connsiteX4" fmla="*/ 14559 w 29117"/>
                  <a:gd name="connsiteY4" fmla="*/ 0 h 29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17" h="29117">
                    <a:moveTo>
                      <a:pt x="14559" y="0"/>
                    </a:moveTo>
                    <a:cubicBezTo>
                      <a:pt x="6530" y="0"/>
                      <a:pt x="0" y="6530"/>
                      <a:pt x="0" y="14559"/>
                    </a:cubicBezTo>
                    <a:cubicBezTo>
                      <a:pt x="0" y="22587"/>
                      <a:pt x="6530" y="29117"/>
                      <a:pt x="14559" y="29117"/>
                    </a:cubicBezTo>
                    <a:cubicBezTo>
                      <a:pt x="22587" y="29117"/>
                      <a:pt x="29117" y="22587"/>
                      <a:pt x="29117" y="14559"/>
                    </a:cubicBezTo>
                    <a:cubicBezTo>
                      <a:pt x="29117" y="6530"/>
                      <a:pt x="22587" y="0"/>
                      <a:pt x="14559"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292" name="任意多边形: 形状 210"/>
              <p:cNvSpPr/>
              <p:nvPr/>
            </p:nvSpPr>
            <p:spPr>
              <a:xfrm>
                <a:off x="8091744" y="2008139"/>
                <a:ext cx="28046" cy="28046"/>
              </a:xfrm>
              <a:custGeom>
                <a:avLst/>
                <a:gdLst>
                  <a:gd name="connsiteX0" fmla="*/ 14023 w 28046"/>
                  <a:gd name="connsiteY0" fmla="*/ 0 h 28046"/>
                  <a:gd name="connsiteX1" fmla="*/ 0 w 28046"/>
                  <a:gd name="connsiteY1" fmla="*/ 14023 h 28046"/>
                  <a:gd name="connsiteX2" fmla="*/ 14023 w 28046"/>
                  <a:gd name="connsiteY2" fmla="*/ 28047 h 28046"/>
                  <a:gd name="connsiteX3" fmla="*/ 28047 w 28046"/>
                  <a:gd name="connsiteY3" fmla="*/ 14023 h 28046"/>
                  <a:gd name="connsiteX4" fmla="*/ 14023 w 28046"/>
                  <a:gd name="connsiteY4" fmla="*/ 0 h 28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46" h="28046">
                    <a:moveTo>
                      <a:pt x="14023" y="0"/>
                    </a:moveTo>
                    <a:cubicBezTo>
                      <a:pt x="6316" y="0"/>
                      <a:pt x="0" y="6262"/>
                      <a:pt x="0" y="14023"/>
                    </a:cubicBezTo>
                    <a:cubicBezTo>
                      <a:pt x="0" y="21784"/>
                      <a:pt x="6262" y="28047"/>
                      <a:pt x="14023" y="28047"/>
                    </a:cubicBezTo>
                    <a:cubicBezTo>
                      <a:pt x="21784" y="28047"/>
                      <a:pt x="28047" y="21784"/>
                      <a:pt x="28047" y="14023"/>
                    </a:cubicBezTo>
                    <a:cubicBezTo>
                      <a:pt x="28047" y="6262"/>
                      <a:pt x="21784" y="0"/>
                      <a:pt x="14023"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293" name="任意多边形: 形状 211"/>
              <p:cNvSpPr/>
              <p:nvPr/>
            </p:nvSpPr>
            <p:spPr>
              <a:xfrm>
                <a:off x="8091744" y="2070548"/>
                <a:ext cx="28046" cy="28046"/>
              </a:xfrm>
              <a:custGeom>
                <a:avLst/>
                <a:gdLst>
                  <a:gd name="connsiteX0" fmla="*/ 14023 w 28046"/>
                  <a:gd name="connsiteY0" fmla="*/ 0 h 28046"/>
                  <a:gd name="connsiteX1" fmla="*/ 0 w 28046"/>
                  <a:gd name="connsiteY1" fmla="*/ 14023 h 28046"/>
                  <a:gd name="connsiteX2" fmla="*/ 14023 w 28046"/>
                  <a:gd name="connsiteY2" fmla="*/ 28047 h 28046"/>
                  <a:gd name="connsiteX3" fmla="*/ 28047 w 28046"/>
                  <a:gd name="connsiteY3" fmla="*/ 14023 h 28046"/>
                  <a:gd name="connsiteX4" fmla="*/ 14023 w 28046"/>
                  <a:gd name="connsiteY4" fmla="*/ 0 h 28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46" h="28046">
                    <a:moveTo>
                      <a:pt x="14023" y="0"/>
                    </a:moveTo>
                    <a:cubicBezTo>
                      <a:pt x="6316" y="0"/>
                      <a:pt x="0" y="6262"/>
                      <a:pt x="0" y="14023"/>
                    </a:cubicBezTo>
                    <a:cubicBezTo>
                      <a:pt x="0" y="21784"/>
                      <a:pt x="6262" y="28047"/>
                      <a:pt x="14023" y="28047"/>
                    </a:cubicBezTo>
                    <a:cubicBezTo>
                      <a:pt x="21784" y="28047"/>
                      <a:pt x="28047" y="21784"/>
                      <a:pt x="28047" y="14023"/>
                    </a:cubicBezTo>
                    <a:cubicBezTo>
                      <a:pt x="28047" y="6262"/>
                      <a:pt x="21784" y="0"/>
                      <a:pt x="14023"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294" name="任意多边形: 形状 212"/>
              <p:cNvSpPr/>
              <p:nvPr/>
            </p:nvSpPr>
            <p:spPr>
              <a:xfrm>
                <a:off x="8091744" y="2132903"/>
                <a:ext cx="28046" cy="28046"/>
              </a:xfrm>
              <a:custGeom>
                <a:avLst/>
                <a:gdLst>
                  <a:gd name="connsiteX0" fmla="*/ 14023 w 28046"/>
                  <a:gd name="connsiteY0" fmla="*/ 0 h 28046"/>
                  <a:gd name="connsiteX1" fmla="*/ 0 w 28046"/>
                  <a:gd name="connsiteY1" fmla="*/ 14023 h 28046"/>
                  <a:gd name="connsiteX2" fmla="*/ 14023 w 28046"/>
                  <a:gd name="connsiteY2" fmla="*/ 28047 h 28046"/>
                  <a:gd name="connsiteX3" fmla="*/ 28047 w 28046"/>
                  <a:gd name="connsiteY3" fmla="*/ 14023 h 28046"/>
                  <a:gd name="connsiteX4" fmla="*/ 14023 w 28046"/>
                  <a:gd name="connsiteY4" fmla="*/ 0 h 28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46" h="28046">
                    <a:moveTo>
                      <a:pt x="14023" y="0"/>
                    </a:moveTo>
                    <a:cubicBezTo>
                      <a:pt x="6316" y="0"/>
                      <a:pt x="0" y="6262"/>
                      <a:pt x="0" y="14023"/>
                    </a:cubicBezTo>
                    <a:cubicBezTo>
                      <a:pt x="0" y="21784"/>
                      <a:pt x="6262" y="28047"/>
                      <a:pt x="14023" y="28047"/>
                    </a:cubicBezTo>
                    <a:cubicBezTo>
                      <a:pt x="21784" y="28047"/>
                      <a:pt x="28047" y="21784"/>
                      <a:pt x="28047" y="14023"/>
                    </a:cubicBezTo>
                    <a:cubicBezTo>
                      <a:pt x="28047" y="6262"/>
                      <a:pt x="21784" y="0"/>
                      <a:pt x="14023"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295" name="任意多边形: 形状 213"/>
              <p:cNvSpPr/>
              <p:nvPr/>
            </p:nvSpPr>
            <p:spPr>
              <a:xfrm>
                <a:off x="8035223" y="2008674"/>
                <a:ext cx="26869" cy="26869"/>
              </a:xfrm>
              <a:custGeom>
                <a:avLst/>
                <a:gdLst>
                  <a:gd name="connsiteX0" fmla="*/ 13435 w 26869"/>
                  <a:gd name="connsiteY0" fmla="*/ 0 h 26869"/>
                  <a:gd name="connsiteX1" fmla="*/ 0 w 26869"/>
                  <a:gd name="connsiteY1" fmla="*/ 13435 h 26869"/>
                  <a:gd name="connsiteX2" fmla="*/ 13435 w 26869"/>
                  <a:gd name="connsiteY2" fmla="*/ 26869 h 26869"/>
                  <a:gd name="connsiteX3" fmla="*/ 26869 w 26869"/>
                  <a:gd name="connsiteY3" fmla="*/ 13435 h 26869"/>
                  <a:gd name="connsiteX4" fmla="*/ 13435 w 26869"/>
                  <a:gd name="connsiteY4" fmla="*/ 0 h 26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9" h="26869">
                    <a:moveTo>
                      <a:pt x="13435" y="0"/>
                    </a:moveTo>
                    <a:cubicBezTo>
                      <a:pt x="5995" y="0"/>
                      <a:pt x="0" y="6048"/>
                      <a:pt x="0" y="13435"/>
                    </a:cubicBezTo>
                    <a:cubicBezTo>
                      <a:pt x="0" y="20821"/>
                      <a:pt x="6048" y="26869"/>
                      <a:pt x="13435" y="26869"/>
                    </a:cubicBezTo>
                    <a:cubicBezTo>
                      <a:pt x="20821" y="26869"/>
                      <a:pt x="26869" y="20821"/>
                      <a:pt x="26869" y="13435"/>
                    </a:cubicBezTo>
                    <a:cubicBezTo>
                      <a:pt x="26869" y="6048"/>
                      <a:pt x="20821" y="0"/>
                      <a:pt x="13435"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296" name="任意多边形: 形状 214"/>
              <p:cNvSpPr/>
              <p:nvPr/>
            </p:nvSpPr>
            <p:spPr>
              <a:xfrm>
                <a:off x="8035223" y="2071083"/>
                <a:ext cx="26869" cy="26869"/>
              </a:xfrm>
              <a:custGeom>
                <a:avLst/>
                <a:gdLst>
                  <a:gd name="connsiteX0" fmla="*/ 13435 w 26869"/>
                  <a:gd name="connsiteY0" fmla="*/ 0 h 26869"/>
                  <a:gd name="connsiteX1" fmla="*/ 0 w 26869"/>
                  <a:gd name="connsiteY1" fmla="*/ 13435 h 26869"/>
                  <a:gd name="connsiteX2" fmla="*/ 13435 w 26869"/>
                  <a:gd name="connsiteY2" fmla="*/ 26869 h 26869"/>
                  <a:gd name="connsiteX3" fmla="*/ 26869 w 26869"/>
                  <a:gd name="connsiteY3" fmla="*/ 13435 h 26869"/>
                  <a:gd name="connsiteX4" fmla="*/ 13435 w 26869"/>
                  <a:gd name="connsiteY4" fmla="*/ 0 h 26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9" h="26869">
                    <a:moveTo>
                      <a:pt x="13435" y="0"/>
                    </a:moveTo>
                    <a:cubicBezTo>
                      <a:pt x="5995" y="0"/>
                      <a:pt x="0" y="6048"/>
                      <a:pt x="0" y="13435"/>
                    </a:cubicBezTo>
                    <a:cubicBezTo>
                      <a:pt x="0" y="20821"/>
                      <a:pt x="6048" y="26869"/>
                      <a:pt x="13435" y="26869"/>
                    </a:cubicBezTo>
                    <a:cubicBezTo>
                      <a:pt x="20821" y="26869"/>
                      <a:pt x="26869" y="20821"/>
                      <a:pt x="26869" y="13435"/>
                    </a:cubicBezTo>
                    <a:cubicBezTo>
                      <a:pt x="26869" y="6048"/>
                      <a:pt x="20821" y="0"/>
                      <a:pt x="13435"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sp>
            <p:nvSpPr>
              <p:cNvPr id="297" name="任意多边形: 形状 215"/>
              <p:cNvSpPr/>
              <p:nvPr/>
            </p:nvSpPr>
            <p:spPr>
              <a:xfrm>
                <a:off x="8035223" y="2133439"/>
                <a:ext cx="26869" cy="26869"/>
              </a:xfrm>
              <a:custGeom>
                <a:avLst/>
                <a:gdLst>
                  <a:gd name="connsiteX0" fmla="*/ 13435 w 26869"/>
                  <a:gd name="connsiteY0" fmla="*/ 0 h 26869"/>
                  <a:gd name="connsiteX1" fmla="*/ 0 w 26869"/>
                  <a:gd name="connsiteY1" fmla="*/ 13435 h 26869"/>
                  <a:gd name="connsiteX2" fmla="*/ 13435 w 26869"/>
                  <a:gd name="connsiteY2" fmla="*/ 26869 h 26869"/>
                  <a:gd name="connsiteX3" fmla="*/ 26869 w 26869"/>
                  <a:gd name="connsiteY3" fmla="*/ 13435 h 26869"/>
                  <a:gd name="connsiteX4" fmla="*/ 13435 w 26869"/>
                  <a:gd name="connsiteY4" fmla="*/ 0 h 26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9" h="26869">
                    <a:moveTo>
                      <a:pt x="13435" y="0"/>
                    </a:moveTo>
                    <a:cubicBezTo>
                      <a:pt x="5995" y="0"/>
                      <a:pt x="0" y="6048"/>
                      <a:pt x="0" y="13435"/>
                    </a:cubicBezTo>
                    <a:cubicBezTo>
                      <a:pt x="0" y="20821"/>
                      <a:pt x="6048" y="26869"/>
                      <a:pt x="13435" y="26869"/>
                    </a:cubicBezTo>
                    <a:cubicBezTo>
                      <a:pt x="20821" y="26869"/>
                      <a:pt x="26869" y="20821"/>
                      <a:pt x="26869" y="13435"/>
                    </a:cubicBezTo>
                    <a:cubicBezTo>
                      <a:pt x="26869" y="6048"/>
                      <a:pt x="20821" y="0"/>
                      <a:pt x="13435" y="0"/>
                    </a:cubicBezTo>
                    <a:close/>
                  </a:path>
                </a:pathLst>
              </a:custGeom>
              <a:grpFill/>
              <a:ln w="531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ea typeface="微软雅黑" panose="020B0503020204020204" charset="-122"/>
                  <a:cs typeface="+mn-ea"/>
                </a:endParaRPr>
              </a:p>
            </p:txBody>
          </p:sp>
        </p:grpSp>
      </p:grpSp>
      <p:sp>
        <p:nvSpPr>
          <p:cNvPr id="370" name="矩形: 圆角 14"/>
          <p:cNvSpPr/>
          <p:nvPr>
            <p:custDataLst>
              <p:tags r:id="rId17"/>
            </p:custDataLst>
          </p:nvPr>
        </p:nvSpPr>
        <p:spPr>
          <a:xfrm>
            <a:off x="9101455" y="6135370"/>
            <a:ext cx="2567940" cy="276860"/>
          </a:xfrm>
          <a:prstGeom prst="roundRect">
            <a:avLst/>
          </a:prstGeom>
          <a:solidFill>
            <a:srgbClr val="FCC800">
              <a:alpha val="67000"/>
            </a:srgbClr>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800">
                <a:solidFill>
                  <a:schemeClr val="bg1"/>
                </a:solidFill>
                <a:latin typeface="微软雅黑 Light" panose="020B0502040204020203" charset="-122"/>
                <a:ea typeface="微软雅黑 Light" panose="020B0502040204020203" charset="-122"/>
                <a:cs typeface="微软雅黑 Light" panose="020B0502040204020203" charset="-122"/>
                <a:sym typeface="+mn-ea"/>
              </a:rPr>
              <a:t>来源：</a:t>
            </a:r>
            <a:r>
              <a:rPr lang="en-US" altLang="zh-CN" sz="800">
                <a:solidFill>
                  <a:schemeClr val="bg1"/>
                </a:solidFill>
                <a:latin typeface="微软雅黑 Light" panose="020B0502040204020203" charset="-122"/>
                <a:ea typeface="微软雅黑 Light" panose="020B0502040204020203" charset="-122"/>
                <a:cs typeface="微软雅黑 Light" panose="020B0502040204020203" charset="-122"/>
                <a:sym typeface="+mn-ea"/>
              </a:rPr>
              <a:t>Data Bridge</a:t>
            </a:r>
            <a:r>
              <a:rPr lang="zh-CN" altLang="en-US" sz="800">
                <a:solidFill>
                  <a:schemeClr val="bg1"/>
                </a:solidFill>
                <a:latin typeface="微软雅黑 Light" panose="020B0502040204020203" charset="-122"/>
                <a:ea typeface="微软雅黑 Light" panose="020B0502040204020203" charset="-122"/>
                <a:cs typeface="微软雅黑 Light" panose="020B0502040204020203" charset="-122"/>
                <a:sym typeface="+mn-ea"/>
              </a:rPr>
              <a:t>实验室自动化市场报告 2026</a:t>
            </a:r>
            <a:endParaRPr lang="zh-CN" altLang="en-US" sz="8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grpSp>
        <p:nvGrpSpPr>
          <p:cNvPr id="381" name="组合 380"/>
          <p:cNvGrpSpPr/>
          <p:nvPr/>
        </p:nvGrpSpPr>
        <p:grpSpPr>
          <a:xfrm>
            <a:off x="8027988" y="5518785"/>
            <a:ext cx="3642995" cy="361950"/>
            <a:chOff x="12733" y="8008"/>
            <a:chExt cx="6576" cy="570"/>
          </a:xfrm>
        </p:grpSpPr>
        <p:sp>
          <p:nvSpPr>
            <p:cNvPr id="371" name="圆角矩形 370"/>
            <p:cNvSpPr/>
            <p:nvPr/>
          </p:nvSpPr>
          <p:spPr>
            <a:xfrm>
              <a:off x="12733" y="8008"/>
              <a:ext cx="1733" cy="570"/>
            </a:xfrm>
            <a:prstGeom prst="roundRect">
              <a:avLst>
                <a:gd name="adj" fmla="val 52632"/>
              </a:avLst>
            </a:prstGeom>
            <a:solidFill>
              <a:srgbClr val="FFC20F">
                <a:alpha val="12000"/>
              </a:srgbClr>
            </a:solidFill>
            <a:ln w="12700">
              <a:solidFill>
                <a:srgbClr val="FCC800">
                  <a:alpha val="60000"/>
                </a:srgbClr>
              </a:solidFill>
              <a:prstDash val="solid"/>
            </a:ln>
          </p:spPr>
          <p:txBody>
            <a:bodyPr anchor="ctr" anchorCtr="0"/>
            <a:p>
              <a:pPr algn="ctr">
                <a:lnSpc>
                  <a:spcPct val="100000"/>
                </a:lnSpc>
              </a:pPr>
              <a:r>
                <a:rPr lang="zh-CN" sz="1200">
                  <a:solidFill>
                    <a:srgbClr val="FCC800"/>
                  </a:solidFill>
                  <a:latin typeface="微软雅黑 Light" panose="020B0502040204020203" charset="-122"/>
                  <a:ea typeface="微软雅黑 Light" panose="020B0502040204020203" charset="-122"/>
                </a:rPr>
                <a:t>模块化</a:t>
              </a:r>
              <a:endParaRPr lang="zh-CN" sz="1200">
                <a:solidFill>
                  <a:srgbClr val="FCC800"/>
                </a:solidFill>
                <a:latin typeface="微软雅黑 Light" panose="020B0502040204020203" charset="-122"/>
                <a:ea typeface="微软雅黑 Light" panose="020B0502040204020203" charset="-122"/>
              </a:endParaRPr>
            </a:p>
          </p:txBody>
        </p:sp>
        <p:sp>
          <p:nvSpPr>
            <p:cNvPr id="379" name="圆角矩形 378"/>
            <p:cNvSpPr/>
            <p:nvPr/>
          </p:nvSpPr>
          <p:spPr>
            <a:xfrm>
              <a:off x="14609" y="8008"/>
              <a:ext cx="1733" cy="570"/>
            </a:xfrm>
            <a:prstGeom prst="roundRect">
              <a:avLst>
                <a:gd name="adj" fmla="val 52632"/>
              </a:avLst>
            </a:prstGeom>
            <a:solidFill>
              <a:srgbClr val="FFC20F">
                <a:alpha val="12000"/>
              </a:srgbClr>
            </a:solidFill>
            <a:ln w="12700">
              <a:solidFill>
                <a:srgbClr val="FCC800">
                  <a:alpha val="60000"/>
                </a:srgbClr>
              </a:solidFill>
              <a:prstDash val="solid"/>
            </a:ln>
          </p:spPr>
          <p:txBody>
            <a:bodyPr anchor="ctr" anchorCtr="0"/>
            <a:p>
              <a:pPr algn="ctr">
                <a:lnSpc>
                  <a:spcPct val="100000"/>
                </a:lnSpc>
              </a:pPr>
              <a:r>
                <a:rPr lang="zh-CN" altLang="en-US" sz="1200">
                  <a:solidFill>
                    <a:srgbClr val="FCC800"/>
                  </a:solidFill>
                  <a:latin typeface="微软雅黑 Light" panose="020B0502040204020203" charset="-122"/>
                  <a:ea typeface="微软雅黑 Light" panose="020B0502040204020203" charset="-122"/>
                </a:rPr>
                <a:t>可验证</a:t>
              </a:r>
              <a:endParaRPr lang="zh-CN" altLang="en-US" sz="1200">
                <a:solidFill>
                  <a:srgbClr val="FCC800"/>
                </a:solidFill>
                <a:latin typeface="微软雅黑 Light" panose="020B0502040204020203" charset="-122"/>
                <a:ea typeface="微软雅黑 Light" panose="020B0502040204020203" charset="-122"/>
              </a:endParaRPr>
            </a:p>
          </p:txBody>
        </p:sp>
        <p:sp>
          <p:nvSpPr>
            <p:cNvPr id="380" name="圆角矩形 379"/>
            <p:cNvSpPr/>
            <p:nvPr/>
          </p:nvSpPr>
          <p:spPr>
            <a:xfrm>
              <a:off x="16485" y="8008"/>
              <a:ext cx="2824" cy="570"/>
            </a:xfrm>
            <a:prstGeom prst="roundRect">
              <a:avLst>
                <a:gd name="adj" fmla="val 52632"/>
              </a:avLst>
            </a:prstGeom>
            <a:solidFill>
              <a:srgbClr val="FFC20F">
                <a:alpha val="12000"/>
              </a:srgbClr>
            </a:solidFill>
            <a:ln w="12700">
              <a:solidFill>
                <a:srgbClr val="FCC800">
                  <a:alpha val="60000"/>
                </a:srgbClr>
              </a:solidFill>
              <a:prstDash val="solid"/>
            </a:ln>
          </p:spPr>
          <p:txBody>
            <a:bodyPr anchor="ctr" anchorCtr="0"/>
            <a:p>
              <a:pPr algn="ctr">
                <a:lnSpc>
                  <a:spcPct val="100000"/>
                </a:lnSpc>
              </a:pPr>
              <a:r>
                <a:rPr lang="zh-CN" altLang="en-US" sz="1200">
                  <a:solidFill>
                    <a:srgbClr val="FCC800"/>
                  </a:solidFill>
                  <a:latin typeface="微软雅黑 Light" panose="020B0502040204020203" charset="-122"/>
                  <a:ea typeface="微软雅黑 Light" panose="020B0502040204020203" charset="-122"/>
                  <a:cs typeface="微软雅黑 Light" panose="020B0502040204020203" charset="-122"/>
                </a:rPr>
                <a:t>可与</a:t>
              </a:r>
              <a:r>
                <a:rPr lang="en-US" altLang="zh-CN" sz="1200">
                  <a:solidFill>
                    <a:srgbClr val="FCC800"/>
                  </a:solidFill>
                  <a:latin typeface="微软雅黑 Light" panose="020B0502040204020203" charset="-122"/>
                  <a:ea typeface="微软雅黑 Light" panose="020B0502040204020203" charset="-122"/>
                  <a:cs typeface="微软雅黑 Light" panose="020B0502040204020203" charset="-122"/>
                </a:rPr>
                <a:t>LIMS</a:t>
              </a:r>
              <a:r>
                <a:rPr lang="zh-CN" altLang="en-US" sz="1200">
                  <a:solidFill>
                    <a:srgbClr val="FCC800"/>
                  </a:solidFill>
                  <a:latin typeface="微软雅黑 Light" panose="020B0502040204020203" charset="-122"/>
                  <a:ea typeface="微软雅黑 Light" panose="020B0502040204020203" charset="-122"/>
                  <a:cs typeface="微软雅黑 Light" panose="020B0502040204020203" charset="-122"/>
                </a:rPr>
                <a:t>对接</a:t>
              </a:r>
              <a:endParaRPr lang="zh-CN" altLang="en-US" sz="1200">
                <a:solidFill>
                  <a:srgbClr val="FCC800"/>
                </a:solidFill>
                <a:latin typeface="微软雅黑 Light" panose="020B0502040204020203" charset="-122"/>
                <a:ea typeface="微软雅黑 Light" panose="020B0502040204020203" charset="-122"/>
                <a:cs typeface="微软雅黑 Light" panose="020B0502040204020203" charset="-122"/>
              </a:endParaRPr>
            </a:p>
          </p:txBody>
        </p:sp>
      </p:grpSp>
      <p:sp>
        <p:nvSpPr>
          <p:cNvPr id="382" name="文本框 381"/>
          <p:cNvSpPr txBox="1"/>
          <p:nvPr/>
        </p:nvSpPr>
        <p:spPr>
          <a:xfrm>
            <a:off x="7949565" y="4004945"/>
            <a:ext cx="3810000" cy="444500"/>
          </a:xfrm>
          <a:prstGeom prst="rect">
            <a:avLst/>
          </a:prstGeom>
          <a:noFill/>
        </p:spPr>
        <p:txBody>
          <a:bodyPr wrap="square" rtlCol="0" anchor="ctr" anchorCtr="0">
            <a:noAutofit/>
          </a:bodyPr>
          <a:p>
            <a:pPr>
              <a:lnSpc>
                <a:spcPct val="100000"/>
              </a:lnSpc>
            </a:pPr>
            <a:r>
              <a:rPr lang="zh-CN" altLang="en-US" sz="1200">
                <a:solidFill>
                  <a:schemeClr val="tx1">
                    <a:lumMod val="75000"/>
                    <a:lumOff val="25000"/>
                  </a:schemeClr>
                </a:solidFill>
                <a:latin typeface="微软雅黑" panose="020B0503020204020204" charset="-122"/>
                <a:ea typeface="微软雅黑" panose="020B0503020204020204" charset="-122"/>
                <a:sym typeface="+mn-ea"/>
              </a:rPr>
              <a:t>2026</a:t>
            </a:r>
            <a:r>
              <a:rPr lang="en-US" altLang="zh-CN" sz="1200">
                <a:solidFill>
                  <a:schemeClr val="tx1">
                    <a:lumMod val="75000"/>
                    <a:lumOff val="25000"/>
                  </a:schemeClr>
                </a:solidFill>
                <a:latin typeface="微软雅黑" panose="020B0503020204020204" charset="-122"/>
                <a:ea typeface="微软雅黑" panose="020B0503020204020204" charset="-122"/>
                <a:sym typeface="+mn-ea"/>
              </a:rPr>
              <a:t> </a:t>
            </a:r>
            <a:r>
              <a:rPr lang="en-US" altLang="zh-CN" sz="1200">
                <a:solidFill>
                  <a:schemeClr val="tx1">
                    <a:lumMod val="75000"/>
                    <a:lumOff val="25000"/>
                  </a:schemeClr>
                </a:solidFill>
                <a:latin typeface="微软雅黑" panose="020B0503020204020204" charset="-122"/>
                <a:ea typeface="微软雅黑" panose="020B0503020204020204" charset="-122"/>
                <a:sym typeface="+mn-ea"/>
              </a:rPr>
              <a:t>Data Bridge</a:t>
            </a:r>
            <a:r>
              <a:rPr lang="zh-CN" altLang="en-US" sz="1200">
                <a:solidFill>
                  <a:schemeClr val="tx1">
                    <a:lumMod val="75000"/>
                    <a:lumOff val="25000"/>
                  </a:schemeClr>
                </a:solidFill>
                <a:latin typeface="微软雅黑" panose="020B0503020204020204" charset="-122"/>
                <a:ea typeface="微软雅黑" panose="020B0503020204020204" charset="-122"/>
                <a:sym typeface="+mn-ea"/>
              </a:rPr>
              <a:t>实验室自动化市场报告</a:t>
            </a:r>
            <a:r>
              <a:rPr lang="zh-CN" sz="1200">
                <a:solidFill>
                  <a:schemeClr val="tx1">
                    <a:lumMod val="75000"/>
                    <a:lumOff val="25000"/>
                  </a:schemeClr>
                </a:solidFill>
                <a:latin typeface="微软雅黑" panose="020B0503020204020204" charset="-122"/>
                <a:ea typeface="微软雅黑" panose="020B0503020204020204" charset="-122"/>
                <a:sym typeface="+mn-ea"/>
              </a:rPr>
              <a:t>显示：</a:t>
            </a:r>
            <a:endParaRPr lang="zh-CN" altLang="en-US" sz="1200">
              <a:solidFill>
                <a:schemeClr val="tx1">
                  <a:lumMod val="75000"/>
                  <a:lumOff val="25000"/>
                </a:schemeClr>
              </a:solidFill>
              <a:latin typeface="微软雅黑" panose="020B0503020204020204" charset="-122"/>
              <a:ea typeface="微软雅黑" panose="020B0503020204020204" charset="-122"/>
              <a:sym typeface="+mn-ea"/>
            </a:endParaRPr>
          </a:p>
        </p:txBody>
      </p:sp>
    </p:spTree>
    <p:custDataLst>
      <p:tags r:id="rId18"/>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1292225" y="3165475"/>
            <a:ext cx="9608185" cy="1104900"/>
          </a:xfrm>
        </p:spPr>
        <p:txBody>
          <a:bodyPr/>
          <a:lstStyle/>
          <a:p>
            <a:r>
              <a:rPr lang="zh-CN" altLang="en-US">
                <a:solidFill>
                  <a:srgbClr val="FCC800"/>
                </a:solidFill>
                <a:latin typeface="微软雅黑" panose="020B0503020204020204" charset="-122"/>
                <a:ea typeface="微软雅黑" panose="020B0503020204020204" charset="-122"/>
              </a:rPr>
              <a:t>关于</a:t>
            </a:r>
            <a:r>
              <a:rPr lang="en-US" altLang="zh-CN">
                <a:solidFill>
                  <a:srgbClr val="FCC800"/>
                </a:solidFill>
                <a:latin typeface="微软雅黑" panose="020B0503020204020204" charset="-122"/>
                <a:ea typeface="微软雅黑" panose="020B0503020204020204" charset="-122"/>
              </a:rPr>
              <a:t>Labthink</a:t>
            </a:r>
            <a:endParaRPr lang="en-US" altLang="zh-CN">
              <a:solidFill>
                <a:srgbClr val="FCC800"/>
              </a:solidFill>
              <a:latin typeface="微软雅黑" panose="020B0503020204020204" charset="-122"/>
              <a:ea typeface="微软雅黑" panose="020B0503020204020204" charset="-122"/>
            </a:endParaRPr>
          </a:p>
        </p:txBody>
      </p:sp>
      <p:sp>
        <p:nvSpPr>
          <p:cNvPr id="7" name="椭圆 6"/>
          <p:cNvSpPr/>
          <p:nvPr/>
        </p:nvSpPr>
        <p:spPr>
          <a:xfrm>
            <a:off x="5299710" y="1303655"/>
            <a:ext cx="1592580" cy="1592580"/>
          </a:xfrm>
          <a:prstGeom prst="ellipse">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6600" b="1">
              <a:latin typeface="微软雅黑" panose="020B0503020204020204" charset="-122"/>
              <a:ea typeface="微软雅黑" panose="020B0503020204020204" charset="-122"/>
            </a:endParaRPr>
          </a:p>
        </p:txBody>
      </p:sp>
      <p:sp>
        <p:nvSpPr>
          <p:cNvPr id="9" name="tab"/>
          <p:cNvSpPr/>
          <p:nvPr/>
        </p:nvSpPr>
        <p:spPr>
          <a:xfrm>
            <a:off x="5376545" y="4539615"/>
            <a:ext cx="1440000" cy="50800"/>
          </a:xfrm>
          <a:prstGeom prst="rect">
            <a:avLst/>
          </a:prstGeom>
          <a:solidFill>
            <a:srgbClr val="F5B700"/>
          </a:solidFill>
          <a:ln>
            <a:noFill/>
          </a:ln>
        </p:spPr>
      </p:sp>
      <p:grpSp>
        <p:nvGrpSpPr>
          <p:cNvPr id="59" name="组合 58"/>
          <p:cNvGrpSpPr>
            <a:grpSpLocks noChangeAspect="1"/>
          </p:cNvGrpSpPr>
          <p:nvPr/>
        </p:nvGrpSpPr>
        <p:grpSpPr>
          <a:xfrm>
            <a:off x="5768372" y="1629625"/>
            <a:ext cx="655256" cy="900000"/>
            <a:chOff x="2849204" y="833850"/>
            <a:chExt cx="1368619" cy="1879809"/>
          </a:xfrm>
        </p:grpSpPr>
        <p:sp>
          <p:nvSpPr>
            <p:cNvPr id="17" name="任意多边形: 形状 16"/>
            <p:cNvSpPr/>
            <p:nvPr/>
          </p:nvSpPr>
          <p:spPr>
            <a:xfrm>
              <a:off x="2849204" y="838709"/>
              <a:ext cx="1368618" cy="1874950"/>
            </a:xfrm>
            <a:custGeom>
              <a:avLst/>
              <a:gdLst>
                <a:gd name="connsiteX0" fmla="*/ 0 w 1368618"/>
                <a:gd name="connsiteY0" fmla="*/ 1873317 h 1874950"/>
                <a:gd name="connsiteX1" fmla="*/ 186185 w 1368618"/>
                <a:gd name="connsiteY1" fmla="*/ 1476451 h 1874950"/>
                <a:gd name="connsiteX2" fmla="*/ 909691 w 1368618"/>
                <a:gd name="connsiteY2" fmla="*/ 591258 h 1874950"/>
                <a:gd name="connsiteX3" fmla="*/ 638580 w 1368618"/>
                <a:gd name="connsiteY3" fmla="*/ 343012 h 1874950"/>
                <a:gd name="connsiteX4" fmla="*/ 442596 w 1368618"/>
                <a:gd name="connsiteY4" fmla="*/ 388741 h 1874950"/>
                <a:gd name="connsiteX5" fmla="*/ 29398 w 1368618"/>
                <a:gd name="connsiteY5" fmla="*/ 289116 h 1874950"/>
                <a:gd name="connsiteX6" fmla="*/ 27764 w 1368618"/>
                <a:gd name="connsiteY6" fmla="*/ 287483 h 1874950"/>
                <a:gd name="connsiteX7" fmla="*/ 669611 w 1368618"/>
                <a:gd name="connsiteY7" fmla="*/ 41 h 1874950"/>
                <a:gd name="connsiteX8" fmla="*/ 1311457 w 1368618"/>
                <a:gd name="connsiteY8" fmla="*/ 556961 h 1874950"/>
                <a:gd name="connsiteX9" fmla="*/ 615715 w 1368618"/>
                <a:gd name="connsiteY9" fmla="*/ 1535246 h 1874950"/>
                <a:gd name="connsiteX10" fmla="*/ 1028914 w 1368618"/>
                <a:gd name="connsiteY10" fmla="*/ 1535246 h 1874950"/>
                <a:gd name="connsiteX11" fmla="*/ 1368619 w 1368618"/>
                <a:gd name="connsiteY11" fmla="*/ 1874951 h 1874950"/>
                <a:gd name="connsiteX12" fmla="*/ 1368619 w 1368618"/>
                <a:gd name="connsiteY12" fmla="*/ 1874951 h 1874950"/>
                <a:gd name="connsiteX13" fmla="*/ 0 w 1368618"/>
                <a:gd name="connsiteY13" fmla="*/ 1874951 h 1874950"/>
                <a:gd name="connsiteX14" fmla="*/ 0 w 1368618"/>
                <a:gd name="connsiteY14" fmla="*/ 1873317 h 1874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68618" h="1874950">
                  <a:moveTo>
                    <a:pt x="0" y="1873317"/>
                  </a:moveTo>
                  <a:cubicBezTo>
                    <a:pt x="0" y="1719797"/>
                    <a:pt x="68594" y="1574442"/>
                    <a:pt x="186185" y="1476451"/>
                  </a:cubicBezTo>
                  <a:cubicBezTo>
                    <a:pt x="681043" y="1063252"/>
                    <a:pt x="909691" y="805207"/>
                    <a:pt x="909691" y="591258"/>
                  </a:cubicBezTo>
                  <a:cubicBezTo>
                    <a:pt x="909691" y="457336"/>
                    <a:pt x="821498" y="343012"/>
                    <a:pt x="638580" y="343012"/>
                  </a:cubicBezTo>
                  <a:cubicBezTo>
                    <a:pt x="579785" y="343012"/>
                    <a:pt x="514457" y="357711"/>
                    <a:pt x="442596" y="388741"/>
                  </a:cubicBezTo>
                  <a:cubicBezTo>
                    <a:pt x="297242" y="454069"/>
                    <a:pt x="127389" y="414873"/>
                    <a:pt x="29398" y="289116"/>
                  </a:cubicBezTo>
                  <a:lnTo>
                    <a:pt x="27764" y="287483"/>
                  </a:lnTo>
                  <a:cubicBezTo>
                    <a:pt x="253145" y="42504"/>
                    <a:pt x="529156" y="41"/>
                    <a:pt x="669611" y="41"/>
                  </a:cubicBezTo>
                  <a:cubicBezTo>
                    <a:pt x="1020748" y="-3226"/>
                    <a:pt x="1311457" y="191125"/>
                    <a:pt x="1311457" y="556961"/>
                  </a:cubicBezTo>
                  <a:cubicBezTo>
                    <a:pt x="1311457" y="908098"/>
                    <a:pt x="958686" y="1278834"/>
                    <a:pt x="615715" y="1535246"/>
                  </a:cubicBezTo>
                  <a:lnTo>
                    <a:pt x="1028914" y="1535246"/>
                  </a:lnTo>
                  <a:cubicBezTo>
                    <a:pt x="1216732" y="1535246"/>
                    <a:pt x="1368619" y="1687133"/>
                    <a:pt x="1368619" y="1874951"/>
                  </a:cubicBezTo>
                  <a:lnTo>
                    <a:pt x="1368619" y="1874951"/>
                  </a:lnTo>
                  <a:lnTo>
                    <a:pt x="0" y="1874951"/>
                  </a:lnTo>
                  <a:lnTo>
                    <a:pt x="0" y="1873317"/>
                  </a:lnTo>
                  <a:close/>
                </a:path>
              </a:pathLst>
            </a:custGeom>
            <a:gradFill flip="none" rotWithShape="1">
              <a:gsLst>
                <a:gs pos="98000">
                  <a:srgbClr val="FCC800"/>
                </a:gs>
                <a:gs pos="0">
                  <a:srgbClr val="FCC800">
                    <a:lumMod val="75000"/>
                    <a:lumOff val="25000"/>
                  </a:srgbClr>
                </a:gs>
              </a:gsLst>
              <a:lin ang="5400000" scaled="1"/>
              <a:tileRect/>
            </a:gradFill>
            <a:ln w="16320" cap="flat">
              <a:noFill/>
              <a:prstDash val="solid"/>
              <a:miter/>
            </a:ln>
          </p:spPr>
          <p:txBody>
            <a:bodyPr rtlCol="0" anchor="ctr"/>
            <a:lstStyle/>
            <a:p>
              <a:endParaRPr lang="zh-CN" altLang="en-US"/>
            </a:p>
          </p:txBody>
        </p:sp>
        <p:sp>
          <p:nvSpPr>
            <p:cNvPr id="18" name="任意多边形: 形状 17"/>
            <p:cNvSpPr/>
            <p:nvPr/>
          </p:nvSpPr>
          <p:spPr>
            <a:xfrm>
              <a:off x="2876969" y="833850"/>
              <a:ext cx="1014815" cy="924389"/>
            </a:xfrm>
            <a:custGeom>
              <a:avLst/>
              <a:gdLst>
                <a:gd name="connsiteX0" fmla="*/ 0 w 1014815"/>
                <a:gd name="connsiteY0" fmla="*/ 290709 h 924389"/>
                <a:gd name="connsiteX1" fmla="*/ 1633 w 1014815"/>
                <a:gd name="connsiteY1" fmla="*/ 292342 h 924389"/>
                <a:gd name="connsiteX2" fmla="*/ 414832 w 1014815"/>
                <a:gd name="connsiteY2" fmla="*/ 391967 h 924389"/>
                <a:gd name="connsiteX3" fmla="*/ 610816 w 1014815"/>
                <a:gd name="connsiteY3" fmla="*/ 346238 h 924389"/>
                <a:gd name="connsiteX4" fmla="*/ 881926 w 1014815"/>
                <a:gd name="connsiteY4" fmla="*/ 594484 h 924389"/>
                <a:gd name="connsiteX5" fmla="*/ 736572 w 1014815"/>
                <a:gd name="connsiteY5" fmla="*/ 924389 h 924389"/>
                <a:gd name="connsiteX6" fmla="*/ 1002783 w 1014815"/>
                <a:gd name="connsiteY6" fmla="*/ 463828 h 924389"/>
                <a:gd name="connsiteX7" fmla="*/ 648379 w 1014815"/>
                <a:gd name="connsiteY7" fmla="*/ 0 h 924389"/>
                <a:gd name="connsiteX8" fmla="*/ 645113 w 1014815"/>
                <a:gd name="connsiteY8" fmla="*/ 0 h 924389"/>
                <a:gd name="connsiteX9" fmla="*/ 0 w 1014815"/>
                <a:gd name="connsiteY9" fmla="*/ 290709 h 92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14815" h="924389">
                  <a:moveTo>
                    <a:pt x="0" y="290709"/>
                  </a:moveTo>
                  <a:lnTo>
                    <a:pt x="1633" y="292342"/>
                  </a:lnTo>
                  <a:cubicBezTo>
                    <a:pt x="99625" y="418098"/>
                    <a:pt x="269477" y="457295"/>
                    <a:pt x="414832" y="391967"/>
                  </a:cubicBezTo>
                  <a:cubicBezTo>
                    <a:pt x="485060" y="360937"/>
                    <a:pt x="552021" y="346238"/>
                    <a:pt x="610816" y="346238"/>
                  </a:cubicBezTo>
                  <a:cubicBezTo>
                    <a:pt x="793734" y="346238"/>
                    <a:pt x="881926" y="460562"/>
                    <a:pt x="881926" y="594484"/>
                  </a:cubicBezTo>
                  <a:cubicBezTo>
                    <a:pt x="881926" y="692476"/>
                    <a:pt x="834564" y="798633"/>
                    <a:pt x="736572" y="924389"/>
                  </a:cubicBezTo>
                  <a:cubicBezTo>
                    <a:pt x="736572" y="924389"/>
                    <a:pt x="930922" y="739838"/>
                    <a:pt x="1002783" y="463828"/>
                  </a:cubicBezTo>
                  <a:cubicBezTo>
                    <a:pt x="1063211" y="231914"/>
                    <a:pt x="888459" y="1633"/>
                    <a:pt x="648379" y="0"/>
                  </a:cubicBezTo>
                  <a:cubicBezTo>
                    <a:pt x="646746" y="0"/>
                    <a:pt x="645113" y="0"/>
                    <a:pt x="645113" y="0"/>
                  </a:cubicBezTo>
                  <a:cubicBezTo>
                    <a:pt x="501392" y="1633"/>
                    <a:pt x="225381" y="45730"/>
                    <a:pt x="0" y="290709"/>
                  </a:cubicBezTo>
                  <a:close/>
                </a:path>
              </a:pathLst>
            </a:custGeom>
            <a:gradFill flip="none" rotWithShape="1">
              <a:gsLst>
                <a:gs pos="98000">
                  <a:srgbClr val="FCC800">
                    <a:lumMod val="90000"/>
                  </a:srgbClr>
                </a:gs>
                <a:gs pos="0">
                  <a:srgbClr val="FCC800">
                    <a:lumMod val="90000"/>
                    <a:lumOff val="10000"/>
                  </a:srgbClr>
                </a:gs>
              </a:gsLst>
              <a:lin ang="0" scaled="1"/>
              <a:tileRect/>
            </a:gradFill>
            <a:ln w="16320" cap="flat">
              <a:noFill/>
              <a:prstDash val="solid"/>
              <a:miter/>
            </a:ln>
          </p:spPr>
          <p:txBody>
            <a:bodyPr rtlCol="0" anchor="ctr"/>
            <a:lstStyle/>
            <a:p>
              <a:endParaRPr lang="zh-CN" altLang="en-US" dirty="0"/>
            </a:p>
          </p:txBody>
        </p:sp>
        <p:sp>
          <p:nvSpPr>
            <p:cNvPr id="19" name="任意多边形: 形状 18"/>
            <p:cNvSpPr/>
            <p:nvPr/>
          </p:nvSpPr>
          <p:spPr>
            <a:xfrm>
              <a:off x="3401587" y="2372321"/>
              <a:ext cx="816236" cy="339704"/>
            </a:xfrm>
            <a:custGeom>
              <a:avLst/>
              <a:gdLst>
                <a:gd name="connsiteX0" fmla="*/ 476532 w 816236"/>
                <a:gd name="connsiteY0" fmla="*/ 0 h 339704"/>
                <a:gd name="connsiteX1" fmla="*/ 63333 w 816236"/>
                <a:gd name="connsiteY1" fmla="*/ 0 h 339704"/>
                <a:gd name="connsiteX2" fmla="*/ 63333 w 816236"/>
                <a:gd name="connsiteY2" fmla="*/ 0 h 339704"/>
                <a:gd name="connsiteX3" fmla="*/ 195622 w 816236"/>
                <a:gd name="connsiteY3" fmla="*/ 339705 h 339704"/>
                <a:gd name="connsiteX4" fmla="*/ 816237 w 816236"/>
                <a:gd name="connsiteY4" fmla="*/ 339705 h 339704"/>
                <a:gd name="connsiteX5" fmla="*/ 476532 w 816236"/>
                <a:gd name="connsiteY5" fmla="*/ 0 h 339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6236" h="339704">
                  <a:moveTo>
                    <a:pt x="476532" y="0"/>
                  </a:moveTo>
                  <a:lnTo>
                    <a:pt x="63333" y="0"/>
                  </a:lnTo>
                  <a:lnTo>
                    <a:pt x="63333" y="0"/>
                  </a:lnTo>
                  <a:cubicBezTo>
                    <a:pt x="-67323" y="120856"/>
                    <a:pt x="17604" y="339705"/>
                    <a:pt x="195622" y="339705"/>
                  </a:cubicBezTo>
                  <a:lnTo>
                    <a:pt x="816237" y="339705"/>
                  </a:lnTo>
                  <a:cubicBezTo>
                    <a:pt x="816237" y="151887"/>
                    <a:pt x="664349" y="0"/>
                    <a:pt x="476532" y="0"/>
                  </a:cubicBezTo>
                  <a:close/>
                </a:path>
              </a:pathLst>
            </a:custGeom>
            <a:gradFill flip="none" rotWithShape="1">
              <a:gsLst>
                <a:gs pos="91000">
                  <a:srgbClr val="FCC800">
                    <a:lumMod val="90000"/>
                  </a:srgbClr>
                </a:gs>
                <a:gs pos="0">
                  <a:srgbClr val="FCC800">
                    <a:lumMod val="90000"/>
                    <a:lumOff val="10000"/>
                  </a:srgbClr>
                </a:gs>
              </a:gsLst>
              <a:lin ang="10800000" scaled="1"/>
              <a:tileRect/>
            </a:gradFill>
            <a:ln w="16320" cap="flat">
              <a:noFill/>
              <a:prstDash val="solid"/>
              <a:miter/>
            </a:ln>
          </p:spPr>
          <p:txBody>
            <a:bodyPr rtlCol="0" anchor="ctr"/>
            <a:lstStyle/>
            <a:p>
              <a:endParaRPr lang="zh-CN" altLang="en-US"/>
            </a:p>
          </p:txBody>
        </p:sp>
      </p:grpSp>
    </p:spTree>
    <p:custDataLst>
      <p:tags r:id="rId2"/>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95" name="" descr="&lt;Slide style={{ position: 'relative', width: '1280px', height: '720px', overflow: 'hidden', background: '#ffffff', fontFamily: 'Microsoft YaHei, Arial, sans-serif', color: '#333333' }}&gt;&#13;&#10;  &lt;Box style={{ position: 'absolute', top: 20, left: 60, right: 60, height: 80, display: 'flex', flexDirection: 'row', alignItems: 'center', borderBottom: '2px solid #1F4E79' }}&gt;&#13;&#10;    &lt;Text style={{ fontSize: 34, fontWeight: 'bold', color: '#1F4E79' }}&gt;关于 Labthink：始于1989，专注检测技术37年&lt;/Text&gt;&#13;&#10;  &lt;/Box&gt;&#13;&#10;  &lt;Box style={{ position: 'absolute', top: 120, left: 60, right: 60, bottom: 60, display: 'flex', flexDirection: 'row', gap: 48 }}&gt;&#13;&#10;    &lt;Box style={{ flex: 5, display: 'flex', flexDirection: 'column', justifyContent: 'center', gap: 24 }}&gt;&#13;&#10;      &lt;Text style={{ fontSize: 22, color: '#333333', lineHeight: 1.7 }}&gt;济南兰光机电技术有限公司（Labthink）创立于 1989 年，是国内最早从事包装检测仪器研发制造的企业之一，开创中国包装检测事业先河。&lt;/Text&gt;&#13;&#10;      &lt;Text style={{ fontSize: 22, color: '#333333', lineHeight: 1.7 }}&gt;产品出口全球 110 多个国家和地区，国内细分市场占有率约 70%；与 Amcor、Perlen Packaging 等十余家企业签订全球采购协议，与 BASF、Mondi、Siegwerk 等建立战略合作伙伴关系；SGS、英国 Pira、美国农业部研究院等百余家国际权威检测机构采用 Labthink 仪器。&lt;/Text&gt;&#13;&#10;      &lt;Box style={{ display: 'flex', flexDirection: 'row', gap: 16 }}&gt;&#13;&#10;        &lt;Box style={{ flex: 1, background: '#F5F7FA', borderRadius: 8, padding: 18, display: 'flex', flexDirection: 'column', alignItems: 'center', justifyContent: 'center' }}&gt;&#13;&#10;          &lt;Text style={{ fontSize: 52, fontWeight: 'bold', color: '#00A0B0' }}&gt;37&lt;/Text&gt;&#13;&#10;          &lt;Text style={{ fontSize: 17, color: '#8899AA' }}&gt;年专注检测&lt;/Text&gt;&#13;&#10;        &lt;/Box&gt;&#13;&#10;        &lt;Box style={{ flex: 1, background: '#F5F7FA', borderRadius: 8, padding: 18, display: 'flex', flexDirection: 'column', alignItems: 'center', justifyContent: 'center' }}&gt;&#13;&#10;          &lt;Text style={{ fontSize: 52, fontWeight: 'bold', color: '#00A0B0' }}&gt;110+&lt;/Text&gt;&#13;&#10;          &lt;Text style={{ fontSize: 17, color: '#8899AA' }}&gt;国家与地区&lt;/Text&gt;&#13;&#10;        &lt;/Box&gt;&#13;&#10;        &lt;Box style={{ flex: 1, background: '#F5F7FA', borderRadius: 8, padding: 18, display: 'flex', flexDirection: 'column', alignItems: 'center', justifyContent: 'center' }}&gt;&#13;&#10;          &lt;Text style={{ fontSize: 52, fontWeight: 'bold', color: '#00A0B0' }}&gt;~70%&lt;/Text&gt;&#13;&#10;          &lt;Text style={{ fontSize: 17, color: '#8899AA' }}&gt;国内市占率&lt;/Text&gt;&#13;&#10;        &lt;/Box&gt;&#13;&#10;      &lt;/Box&gt;&#13;&#10;    &lt;/Box&gt;&#13;&#10;    &lt;Box style={{ flex: 5, borderRadius: 12, overflow: 'hidden', position: 'relative' }}&gt;&#13;&#10;      &lt;Image src='assets/world_lab.png' style={{ width: '100%', height: 190, objectFit: 'cover' }} /&gt;&#13;&#10;      &lt;Box style={{ position: 'absolute', top: 0, left: 0, width: '100%', height: 190, background: 'linear-gradient(180deg, rgba(31,78,121,0.35) 0%, rgba(31,78,121,0.65) 100%)' }} /&gt;&#13;&#10;      &lt;Box style={{ position: 'absolute', top: 20, left: 24 }}&gt;&#13;&#10;        &lt;Text style={{ fontSize: 22, fontWeight: 'bold', color: '#ffffff' }}&gt;全球化布局：四大海外中心&lt;/Text&gt;&#13;&#10;      &lt;/Box&gt;&#13;&#10;      &lt;Box style={{ position: 'absolute', top: 210, left: 0, right: 0, bottom: 0, background: '#F5F7FA', padding: 24, display: 'flex', flexDirection: 'column', gap: 16, justifyContent: 'center' }}&gt;&#13;&#10;        &lt;Box style={{ display: 'flex', flexDirection: 'row', alignItems: 'center', gap: 16 }}&gt;&#13;&#10;          &lt;Box style={{ width: 44, height: 44, borderRadius: 22, background: '#1F4E79', display: 'flex', justifyContent: 'center', alignItems: 'center' }}&gt;&#13;&#10;            &lt;Text style={{ fontSize: 16, fontWeight: 'bold', color: '#ffffff' }}&gt;美&lt;/Text&gt;&#13;&#10;          &lt;/Box&gt;&#13;&#10;          &lt;Box&gt;&#13;&#10;            &lt;Text style={{ fontSize: 19, fontWeight: 'bold', color: '#1F4E79' }}&gt;波士顿&lt;/Text&gt;&#13;&#10;            &lt;Text style={{ fontSize: 15, color: '#8899AA' }}&gt;美洲中心&lt;/Text&gt;&#13;&#10;          &lt;/Box&gt;&#13;&#10;        &lt;/Box&gt;&#13;&#10;        &lt;Box style={{ display: 'flex', flexDirection: 'row', alignItems: 'center', gap: 16 }}&gt;&#13;&#10;          &lt;Box style={{ width: 44, height: 44, borderRadius: 22, background: '#2E74B5', display: 'flex', justifyContent: 'center', alignItems: 'center' }}&gt;&#13;&#10;            &lt;Text style={{ fontSize: 16, fontWeight: 'bold', color: '#ffffff' }}&gt;德&lt;/Text&gt;&#13;&#10;          &lt;/Box&gt;&#13;&#10;          &lt;Box&gt;&#13;&#10;            &lt;Text style={{ fontSize: 19, fontWeight: 'bold', color: '#1F4E79' }}&gt;法兰克福&lt;/Text&gt;&#13;&#10;            &lt;Text style={{ fontSize: 15, color: '#8899AA' }}&gt;欧洲中心&lt;/Text&gt;&#13;&#10;          &lt;/Box&gt;&#13;&#10;        &lt;/Box&gt;&#13;&#10;        &lt;Box style={{ display: 'flex', flexDirection: 'row', alignItems: 'center', gap: 16 }}&gt;&#13;&#10;          &lt;Box style={{ width: 44, height: 44, borderRadius: 22, background: '#00A0B0', display: 'flex', justifyContent: 'center', alignItems: 'center' }}&gt;&#13;&#10;            &lt;Text style={{ fontSize: 16, fontWeight: 'bold', color: '#ffffff' }}&gt;马&lt;/Text&gt;&#13;&#10;          &lt;/Box&gt;&#13;&#10;          &lt;Box&gt;&#13;&#10;            &lt;Text style={{ fontSize: 19, fontWeight: 'bold', color: '#1F4E79' }}&gt;吉隆坡&lt;/Text&gt;&#13;&#10;            &lt;Text style={{ fontSize: 15, color: '#8899AA' }}&gt;亚太中心&lt;/Text&gt;&#13;&#10;          &lt;/Box&gt;&#13;&#10;        &lt;/Box&gt;&#13;&#10;        &lt;Box style={{ display: 'flex', flexDirection: 'row', alignItems: 'center', gap: 16 }}&gt;&#13;&#10;          &lt;Box style={{ width: 44, height: 44, borderRadius: 22, background: '#1F4E79', display: 'flex', justifyContent: 'center', alignItems: 'center' }}&gt;&#13;&#10;            &lt;Text style={{ fontSize: 16, fontWeight: 'bold', color: '#ffffff' }}&gt;迪&lt;/Text&gt;&#13;&#10;          &lt;/Box&gt;&#13;&#10;          &lt;Box&gt;&#13;&#10;            &lt;Text style={{ fontSize: 19, fontWeight: 'bold', color: '#1F4E79' }}&gt;迪拜&lt;/Text&gt;&#13;&#10;            &lt;Text style={{ fontSize: 15, color: '#8899AA' }}&gt;非洲/中东中心&lt;/Text&gt;&#13;&#10;          &lt;/Box&gt;&#13;&#10;        &lt;/Box&gt;&#13;&#10;      &lt;/Box&gt;&#13;&#10;    &lt;/Box&gt;&#13;&#10;  &lt;/Box&gt;&#13;&#10;  &lt;Box style={{ position: 'absolute', bottom: 20, left: 60, right: 60, height: 20, display: 'flex', flexDirection: 'row', justifyContent: 'space-between', alignItems: 'center' }}&gt;&#13;&#10;    &lt;Text style={{ fontSize: 13, color: '#8899AA' }}&gt;兰光集成式检测系统解决方案&lt;/Text&gt;&#13;&#10;    &lt;Text style={{ fontSize: 13, color: '#8899AA' }}&gt;08 / 37&lt;/Text&gt;&#13;&#10;  &lt;/Box&gt;&#13;&#10;&lt;/Slide&gt;&#13;&#10;"/>
        <p:cNvGrpSpPr/>
        <p:nvPr/>
      </p:nvGrpSpPr>
      <p:grpSpPr>
        <a:xfrm>
          <a:off x="0" y="0"/>
          <a:ext cx="0" cy="0"/>
          <a:chOff x="0" y="0"/>
          <a:chExt cx="0" cy="0"/>
        </a:xfrm>
      </p:grpSpPr>
      <p:sp>
        <p:nvSpPr>
          <p:cNvPr id="10" name="矩形: 圆角 4"/>
          <p:cNvSpPr/>
          <p:nvPr/>
        </p:nvSpPr>
        <p:spPr>
          <a:xfrm>
            <a:off x="0" y="3500120"/>
            <a:ext cx="12192000" cy="3185160"/>
          </a:xfrm>
          <a:prstGeom prst="roundRect">
            <a:avLst>
              <a:gd name="adj" fmla="val 0"/>
            </a:avLst>
          </a:prstGeom>
          <a:gradFill flip="none" rotWithShape="1">
            <a:gsLst>
              <a:gs pos="100000">
                <a:srgbClr val="FCC800"/>
              </a:gs>
              <a:gs pos="0">
                <a:srgbClr val="FF9E3F"/>
              </a:gs>
            </a:gsLst>
            <a:lin ang="0" scaled="1"/>
            <a:tileRect/>
          </a:gradFill>
          <a:ln w="13112" cap="flat">
            <a:noFill/>
            <a:prstDash val="solid"/>
            <a:miter/>
          </a:ln>
        </p:spPr>
        <p:txBody>
          <a:bodyPr wrap="square" rtlCol="0" anchor="ctr">
            <a:noAutofit/>
          </a:bodyPr>
          <a:lstStyle/>
          <a:p>
            <a:endParaRPr lang="en-US">
              <a:solidFill>
                <a:srgbClr val="00144C"/>
              </a:solidFill>
            </a:endParaRPr>
          </a:p>
        </p:txBody>
      </p:sp>
      <p:pic>
        <p:nvPicPr>
          <p:cNvPr id="15" name="图片 14" descr="图片3"/>
          <p:cNvPicPr>
            <a:picLocks noChangeAspect="1"/>
          </p:cNvPicPr>
          <p:nvPr/>
        </p:nvPicPr>
        <p:blipFill>
          <a:blip r:embed="rId1"/>
          <a:srcRect l="38895" b="49961"/>
          <a:stretch>
            <a:fillRect/>
          </a:stretch>
        </p:blipFill>
        <p:spPr>
          <a:xfrm>
            <a:off x="0" y="1114425"/>
            <a:ext cx="5632450" cy="5743575"/>
          </a:xfrm>
          <a:prstGeom prst="rect">
            <a:avLst/>
          </a:prstGeom>
          <a:effectLst>
            <a:outerShdw blurRad="50800" dist="38100" dir="18900000" algn="bl" rotWithShape="0">
              <a:srgbClr val="E69200">
                <a:alpha val="40000"/>
              </a:srgbClr>
            </a:outerShdw>
          </a:effectLst>
        </p:spPr>
      </p:pic>
      <p:sp>
        <p:nvSpPr>
          <p:cNvPr id="2" name="标题 1"/>
          <p:cNvSpPr>
            <a:spLocks noGrp="1"/>
          </p:cNvSpPr>
          <p:nvPr>
            <p:ph type="title"/>
          </p:nvPr>
        </p:nvSpPr>
        <p:spPr/>
        <p:txBody>
          <a:bodyPr/>
          <a:p>
            <a:pPr algn="l"/>
            <a:r>
              <a:rPr lang="zh-CN" altLang="en-US"/>
              <a:t>关于 </a:t>
            </a:r>
            <a:r>
              <a:rPr lang="en-US" altLang="zh-CN"/>
              <a:t>Labthink：</a:t>
            </a:r>
            <a:r>
              <a:rPr lang="zh-CN" altLang="en-US"/>
              <a:t>始于1989，专注检测技术37年</a:t>
            </a:r>
            <a:endParaRPr lang="zh-CN" altLang="en-US"/>
          </a:p>
        </p:txBody>
      </p:sp>
      <p:pic>
        <p:nvPicPr>
          <p:cNvPr id="8" name="图片 7" descr="图片2"/>
          <p:cNvPicPr>
            <a:picLocks noChangeAspect="1"/>
          </p:cNvPicPr>
          <p:nvPr/>
        </p:nvPicPr>
        <p:blipFill>
          <a:blip r:embed="rId2"/>
          <a:srcRect l="7982" b="8546"/>
          <a:stretch>
            <a:fillRect/>
          </a:stretch>
        </p:blipFill>
        <p:spPr>
          <a:xfrm>
            <a:off x="0" y="1333500"/>
            <a:ext cx="5438775" cy="5524500"/>
          </a:xfrm>
          <a:prstGeom prst="rect">
            <a:avLst/>
          </a:prstGeom>
        </p:spPr>
      </p:pic>
      <p:sp>
        <p:nvSpPr>
          <p:cNvPr id="47" name="任意多边形: 形状 46"/>
          <p:cNvSpPr/>
          <p:nvPr/>
        </p:nvSpPr>
        <p:spPr>
          <a:xfrm flipH="1">
            <a:off x="0" y="4940300"/>
            <a:ext cx="1917700" cy="1917700"/>
          </a:xfrm>
          <a:custGeom>
            <a:avLst/>
            <a:gdLst>
              <a:gd name="connsiteX0" fmla="*/ 1917701 w 1917702"/>
              <a:gd name="connsiteY0" fmla="*/ 0 h 1917700"/>
              <a:gd name="connsiteX1" fmla="*/ 1917702 w 1917702"/>
              <a:gd name="connsiteY1" fmla="*/ 0 h 1917700"/>
              <a:gd name="connsiteX2" fmla="*/ 1917702 w 1917702"/>
              <a:gd name="connsiteY2" fmla="*/ 1917700 h 1917700"/>
              <a:gd name="connsiteX3" fmla="*/ 0 w 1917702"/>
              <a:gd name="connsiteY3" fmla="*/ 1917700 h 1917700"/>
              <a:gd name="connsiteX4" fmla="*/ 9901 w 1917702"/>
              <a:gd name="connsiteY4" fmla="*/ 1721627 h 1917700"/>
              <a:gd name="connsiteX5" fmla="*/ 1917701 w 1917702"/>
              <a:gd name="connsiteY5" fmla="*/ 0 h 191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17702" h="1917700">
                <a:moveTo>
                  <a:pt x="1917701" y="0"/>
                </a:moveTo>
                <a:lnTo>
                  <a:pt x="1917702" y="0"/>
                </a:lnTo>
                <a:lnTo>
                  <a:pt x="1917702" y="1917700"/>
                </a:lnTo>
                <a:lnTo>
                  <a:pt x="0" y="1917700"/>
                </a:lnTo>
                <a:lnTo>
                  <a:pt x="9901" y="1721627"/>
                </a:lnTo>
                <a:cubicBezTo>
                  <a:pt x="108106" y="754615"/>
                  <a:pt x="924779" y="0"/>
                  <a:pt x="1917701" y="0"/>
                </a:cubicBezTo>
                <a:close/>
              </a:path>
            </a:pathLst>
          </a:custGeom>
          <a:solidFill>
            <a:srgbClr val="FCC800"/>
          </a:solidFill>
          <a:ln>
            <a:noFill/>
          </a:ln>
          <a:effectLst>
            <a:outerShdw blurRad="50800" dist="38100" dir="18900000" algn="bl" rotWithShape="0">
              <a:srgbClr val="E692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6" name="图片 15"/>
          <p:cNvPicPr>
            <a:picLocks noChangeAspect="1"/>
          </p:cNvPicPr>
          <p:nvPr/>
        </p:nvPicPr>
        <p:blipFill>
          <a:blip r:embed="rId3"/>
          <a:stretch>
            <a:fillRect/>
          </a:stretch>
        </p:blipFill>
        <p:spPr>
          <a:xfrm>
            <a:off x="9966960" y="864553"/>
            <a:ext cx="1781810" cy="592455"/>
          </a:xfrm>
          <a:prstGeom prst="rect">
            <a:avLst/>
          </a:prstGeom>
        </p:spPr>
      </p:pic>
      <p:sp>
        <p:nvSpPr>
          <p:cNvPr id="17" name="文本框 16"/>
          <p:cNvSpPr txBox="1"/>
          <p:nvPr/>
        </p:nvSpPr>
        <p:spPr>
          <a:xfrm>
            <a:off x="3744595" y="722630"/>
            <a:ext cx="6765925" cy="876300"/>
          </a:xfrm>
          <a:prstGeom prst="rect">
            <a:avLst/>
          </a:prstGeom>
          <a:noFill/>
        </p:spPr>
        <p:txBody>
          <a:bodyPr wrap="square" rtlCol="0" anchor="ctr" anchorCtr="0">
            <a:noAutofit/>
          </a:bodyPr>
          <a:p>
            <a:pPr>
              <a:lnSpc>
                <a:spcPct val="100000"/>
              </a:lnSpc>
            </a:pPr>
            <a:r>
              <a:rPr lang="zh-CN" sz="2800" b="1">
                <a:solidFill>
                  <a:srgbClr val="333333"/>
                </a:solidFill>
                <a:latin typeface="微软雅黑" panose="020B0503020204020204" charset="-122"/>
                <a:ea typeface="微软雅黑" panose="020B0503020204020204" charset="-122"/>
                <a:sym typeface="+mn-ea"/>
              </a:rPr>
              <a:t>济南兰光机电技术有限公司</a:t>
            </a:r>
            <a:endParaRPr lang="zh-CN" sz="2800" b="1">
              <a:solidFill>
                <a:srgbClr val="333333"/>
              </a:solidFill>
              <a:latin typeface="微软雅黑" panose="020B0503020204020204" charset="-122"/>
              <a:ea typeface="微软雅黑" panose="020B0503020204020204" charset="-122"/>
              <a:sym typeface="+mn-ea"/>
            </a:endParaRPr>
          </a:p>
        </p:txBody>
      </p:sp>
      <p:sp>
        <p:nvSpPr>
          <p:cNvPr id="22" name="文本框 21"/>
          <p:cNvSpPr txBox="1"/>
          <p:nvPr/>
        </p:nvSpPr>
        <p:spPr>
          <a:xfrm>
            <a:off x="4944745" y="2531745"/>
            <a:ext cx="1666875" cy="706755"/>
          </a:xfrm>
          <a:prstGeom prst="rect">
            <a:avLst/>
          </a:prstGeom>
          <a:noFill/>
          <a:effectLst/>
        </p:spPr>
        <p:txBody>
          <a:bodyPr wrap="square" anchor="ctr" anchorCtr="0">
            <a:spAutoFit/>
          </a:bodyPr>
          <a:lstStyle/>
          <a:p>
            <a:pPr algn="ctr"/>
            <a:r>
              <a:rPr lang="en-US" altLang="zh-CN" sz="4000" b="1" dirty="0">
                <a:solidFill>
                  <a:srgbClr val="FCC800"/>
                </a:solidFill>
                <a:latin typeface="微软雅黑" panose="020B0503020204020204" charset="-122"/>
                <a:ea typeface="微软雅黑" panose="020B0503020204020204" charset="-122"/>
                <a:cs typeface="微软雅黑" panose="020B0503020204020204" charset="-122"/>
              </a:rPr>
              <a:t>37</a:t>
            </a:r>
            <a:r>
              <a:rPr lang="zh-CN" altLang="en-US" sz="2400" b="1" dirty="0">
                <a:solidFill>
                  <a:srgbClr val="FCC800"/>
                </a:solidFill>
                <a:latin typeface="微软雅黑" panose="020B0503020204020204" charset="-122"/>
                <a:ea typeface="微软雅黑" panose="020B0503020204020204" charset="-122"/>
                <a:cs typeface="微软雅黑" panose="020B0503020204020204" charset="-122"/>
              </a:rPr>
              <a:t>年</a:t>
            </a:r>
            <a:endParaRPr lang="zh-CN" altLang="en-US" sz="2400" b="1" dirty="0">
              <a:solidFill>
                <a:srgbClr val="FCC800"/>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a:off x="4934585" y="3124835"/>
            <a:ext cx="1677035" cy="275590"/>
          </a:xfrm>
          <a:prstGeom prst="rect">
            <a:avLst/>
          </a:prstGeom>
          <a:noFill/>
        </p:spPr>
        <p:txBody>
          <a:bodyPr wrap="square" anchor="ctr" anchorCtr="0">
            <a:spAutoFit/>
          </a:bodyPr>
          <a:lstStyle/>
          <a:p>
            <a:pPr algn="ctr">
              <a:lnSpc>
                <a:spcPct val="100000"/>
              </a:lnSpc>
            </a:pPr>
            <a:r>
              <a:rPr lang="zh-CN" altLang="en-US" sz="1200" dirty="0">
                <a:solidFill>
                  <a:schemeClr val="tx2"/>
                </a:solidFill>
              </a:rPr>
              <a:t>专注检测</a:t>
            </a:r>
            <a:r>
              <a:rPr lang="zh-CN" altLang="en-US" sz="1200" dirty="0">
                <a:solidFill>
                  <a:schemeClr val="tx2"/>
                </a:solidFill>
              </a:rPr>
              <a:t>技术</a:t>
            </a:r>
            <a:endParaRPr lang="zh-CN" altLang="en-US" sz="1200" dirty="0">
              <a:solidFill>
                <a:schemeClr val="tx2"/>
              </a:solidFill>
            </a:endParaRPr>
          </a:p>
        </p:txBody>
      </p:sp>
      <p:cxnSp>
        <p:nvCxnSpPr>
          <p:cNvPr id="26" name="直接连接符 25"/>
          <p:cNvCxnSpPr/>
          <p:nvPr/>
        </p:nvCxnSpPr>
        <p:spPr>
          <a:xfrm>
            <a:off x="6911975" y="2669540"/>
            <a:ext cx="0" cy="578485"/>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31" name="直接连接符 30"/>
          <p:cNvCxnSpPr/>
          <p:nvPr/>
        </p:nvCxnSpPr>
        <p:spPr>
          <a:xfrm>
            <a:off x="9383395" y="2668905"/>
            <a:ext cx="0" cy="578485"/>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2" name="文本框 31"/>
          <p:cNvSpPr txBox="1"/>
          <p:nvPr/>
        </p:nvSpPr>
        <p:spPr>
          <a:xfrm>
            <a:off x="7341870" y="2531745"/>
            <a:ext cx="1666875" cy="706755"/>
          </a:xfrm>
          <a:prstGeom prst="rect">
            <a:avLst/>
          </a:prstGeom>
          <a:noFill/>
          <a:effectLst/>
        </p:spPr>
        <p:txBody>
          <a:bodyPr wrap="square" anchor="ctr" anchorCtr="0">
            <a:spAutoFit/>
          </a:bodyPr>
          <a:lstStyle/>
          <a:p>
            <a:pPr algn="ctr"/>
            <a:r>
              <a:rPr lang="en-US" altLang="zh-CN" sz="4000" b="1" dirty="0">
                <a:solidFill>
                  <a:srgbClr val="FCC800"/>
                </a:solidFill>
                <a:latin typeface="微软雅黑" panose="020B0503020204020204" charset="-122"/>
                <a:ea typeface="微软雅黑" panose="020B0503020204020204" charset="-122"/>
                <a:cs typeface="微软雅黑" panose="020B0503020204020204" charset="-122"/>
              </a:rPr>
              <a:t>110+</a:t>
            </a:r>
            <a:endParaRPr lang="zh-CN" altLang="en-US" sz="2400" b="1" dirty="0">
              <a:solidFill>
                <a:srgbClr val="FCC800"/>
              </a:solidFill>
              <a:latin typeface="微软雅黑" panose="020B0503020204020204" charset="-122"/>
              <a:ea typeface="微软雅黑" panose="020B0503020204020204" charset="-122"/>
              <a:cs typeface="微软雅黑" panose="020B0503020204020204" charset="-122"/>
            </a:endParaRPr>
          </a:p>
        </p:txBody>
      </p:sp>
      <p:sp>
        <p:nvSpPr>
          <p:cNvPr id="33" name="文本框 32"/>
          <p:cNvSpPr txBox="1"/>
          <p:nvPr/>
        </p:nvSpPr>
        <p:spPr>
          <a:xfrm>
            <a:off x="7331710" y="3124835"/>
            <a:ext cx="1677035" cy="275590"/>
          </a:xfrm>
          <a:prstGeom prst="rect">
            <a:avLst/>
          </a:prstGeom>
          <a:noFill/>
        </p:spPr>
        <p:txBody>
          <a:bodyPr wrap="square" anchor="ctr" anchorCtr="0">
            <a:spAutoFit/>
          </a:bodyPr>
          <a:lstStyle/>
          <a:p>
            <a:pPr algn="ctr">
              <a:lnSpc>
                <a:spcPct val="100000"/>
              </a:lnSpc>
            </a:pPr>
            <a:r>
              <a:rPr lang="zh-CN" altLang="en-US" sz="1200" dirty="0">
                <a:solidFill>
                  <a:schemeClr val="tx2"/>
                </a:solidFill>
              </a:rPr>
              <a:t>出口</a:t>
            </a:r>
            <a:r>
              <a:rPr lang="zh-CN" altLang="en-US" sz="1200" dirty="0">
                <a:solidFill>
                  <a:schemeClr val="tx2"/>
                </a:solidFill>
              </a:rPr>
              <a:t>的国家与地区</a:t>
            </a:r>
            <a:endParaRPr lang="zh-CN" altLang="en-US" sz="1200" dirty="0">
              <a:solidFill>
                <a:schemeClr val="tx2"/>
              </a:solidFill>
            </a:endParaRPr>
          </a:p>
        </p:txBody>
      </p:sp>
      <p:sp>
        <p:nvSpPr>
          <p:cNvPr id="35" name="文本框 34"/>
          <p:cNvSpPr txBox="1"/>
          <p:nvPr/>
        </p:nvSpPr>
        <p:spPr>
          <a:xfrm>
            <a:off x="9738995" y="2531745"/>
            <a:ext cx="1666875" cy="706755"/>
          </a:xfrm>
          <a:prstGeom prst="rect">
            <a:avLst/>
          </a:prstGeom>
          <a:noFill/>
          <a:effectLst/>
        </p:spPr>
        <p:txBody>
          <a:bodyPr wrap="square" anchor="ctr" anchorCtr="0">
            <a:spAutoFit/>
          </a:bodyPr>
          <a:lstStyle/>
          <a:p>
            <a:pPr algn="ctr"/>
            <a:r>
              <a:rPr lang="en-US" altLang="zh-CN" sz="4000" b="1" dirty="0">
                <a:solidFill>
                  <a:srgbClr val="FCC800"/>
                </a:solidFill>
                <a:latin typeface="微软雅黑" panose="020B0503020204020204" charset="-122"/>
                <a:ea typeface="微软雅黑" panose="020B0503020204020204" charset="-122"/>
                <a:cs typeface="微软雅黑" panose="020B0503020204020204" charset="-122"/>
              </a:rPr>
              <a:t>70%</a:t>
            </a:r>
            <a:endParaRPr lang="zh-CN" altLang="en-US" sz="2400" b="1" dirty="0">
              <a:solidFill>
                <a:srgbClr val="FCC800"/>
              </a:solidFill>
              <a:latin typeface="微软雅黑" panose="020B0503020204020204" charset="-122"/>
              <a:ea typeface="微软雅黑" panose="020B0503020204020204" charset="-122"/>
              <a:cs typeface="微软雅黑" panose="020B0503020204020204" charset="-122"/>
            </a:endParaRPr>
          </a:p>
        </p:txBody>
      </p:sp>
      <p:sp>
        <p:nvSpPr>
          <p:cNvPr id="36" name="文本框 35"/>
          <p:cNvSpPr txBox="1"/>
          <p:nvPr/>
        </p:nvSpPr>
        <p:spPr>
          <a:xfrm>
            <a:off x="9728835" y="3124835"/>
            <a:ext cx="1677035" cy="275590"/>
          </a:xfrm>
          <a:prstGeom prst="rect">
            <a:avLst/>
          </a:prstGeom>
          <a:noFill/>
        </p:spPr>
        <p:txBody>
          <a:bodyPr wrap="square" anchor="ctr" anchorCtr="0">
            <a:spAutoFit/>
          </a:bodyPr>
          <a:lstStyle/>
          <a:p>
            <a:pPr algn="ctr">
              <a:lnSpc>
                <a:spcPct val="100000"/>
              </a:lnSpc>
            </a:pPr>
            <a:r>
              <a:rPr lang="zh-CN" altLang="en-US" sz="1200" dirty="0">
                <a:solidFill>
                  <a:schemeClr val="tx2"/>
                </a:solidFill>
              </a:rPr>
              <a:t>国内细分市场占有率</a:t>
            </a:r>
            <a:endParaRPr lang="zh-CN" altLang="en-US" sz="1200" dirty="0">
              <a:solidFill>
                <a:schemeClr val="tx2"/>
              </a:solidFill>
            </a:endParaRPr>
          </a:p>
        </p:txBody>
      </p:sp>
      <p:sp>
        <p:nvSpPr>
          <p:cNvPr id="899" name="文本框 898" descr="{&quot;isTemplate&quot;:true,&quot;type&quot;:&quot;text&quot;}"/>
          <p:cNvSpPr txBox="1"/>
          <p:nvPr/>
        </p:nvSpPr>
        <p:spPr>
          <a:xfrm>
            <a:off x="3744595" y="1489075"/>
            <a:ext cx="8004175" cy="1121410"/>
          </a:xfrm>
          <a:prstGeom prst="rect">
            <a:avLst/>
          </a:prstGeom>
        </p:spPr>
        <p:txBody>
          <a:bodyPr wrap="square" lIns="0" tIns="0" rIns="0" bIns="0">
            <a:noAutofit/>
          </a:bodyPr>
          <a:p>
            <a:pPr indent="355600" fontAlgn="auto">
              <a:lnSpc>
                <a:spcPct val="150000"/>
              </a:lnSpc>
              <a:extLst>
                <a:ext uri="{35155182-B16C-46BC-9424-99874614C6A1}">
                  <wpsdc:indentchars xmlns:wpsdc="http://www.wps.cn/officeDocument/2017/drawingmlCustomData" val="200" checksum="3837665281"/>
                </a:ext>
              </a:extLst>
            </a:pPr>
            <a:r>
              <a:rPr lang="zh-CN" sz="1400">
                <a:solidFill>
                  <a:srgbClr val="333333"/>
                </a:solidFill>
                <a:latin typeface="微软雅黑" panose="020B0503020204020204" charset="-122"/>
                <a:ea typeface="微软雅黑" panose="020B0503020204020204" charset="-122"/>
              </a:rPr>
              <a:t>成立于</a:t>
            </a:r>
            <a:r>
              <a:rPr lang="en-US" sz="1400">
                <a:solidFill>
                  <a:srgbClr val="333333"/>
                </a:solidFill>
                <a:latin typeface="微软雅黑" panose="020B0503020204020204" charset="-122"/>
                <a:ea typeface="微软雅黑" panose="020B0503020204020204" charset="-122"/>
              </a:rPr>
              <a:t> 1989 </a:t>
            </a:r>
            <a:r>
              <a:rPr lang="zh-CN" sz="1400">
                <a:solidFill>
                  <a:srgbClr val="333333"/>
                </a:solidFill>
                <a:latin typeface="微软雅黑" panose="020B0503020204020204" charset="-122"/>
                <a:ea typeface="微软雅黑" panose="020B0503020204020204" charset="-122"/>
              </a:rPr>
              <a:t>年，是国内最早从事包装检测仪器研发制造的企业之一，开创中国包装检测事业先河。</a:t>
            </a:r>
            <a:endParaRPr lang="zh-CN" sz="1400">
              <a:solidFill>
                <a:srgbClr val="333333"/>
              </a:solidFill>
              <a:latin typeface="微软雅黑" panose="020B0503020204020204" charset="-122"/>
              <a:ea typeface="微软雅黑" panose="020B0503020204020204" charset="-122"/>
            </a:endParaRPr>
          </a:p>
          <a:p>
            <a:pPr indent="355600" fontAlgn="auto">
              <a:lnSpc>
                <a:spcPct val="150000"/>
              </a:lnSpc>
              <a:extLst>
                <a:ext uri="{35155182-B16C-46BC-9424-99874614C6A1}">
                  <wpsdc:indentchars xmlns:wpsdc="http://www.wps.cn/officeDocument/2017/drawingmlCustomData" val="200" checksum="3837665281"/>
                </a:ext>
              </a:extLst>
            </a:pPr>
            <a:r>
              <a:rPr lang="zh-CN" altLang="en-US" sz="1400">
                <a:solidFill>
                  <a:srgbClr val="333333"/>
                </a:solidFill>
                <a:latin typeface="微软雅黑" panose="020B0503020204020204" charset="-122"/>
                <a:ea typeface="微软雅黑" panose="020B0503020204020204" charset="-122"/>
              </a:rPr>
              <a:t>公司实现了全球化布局，在美国波士顿、德国法兰克福、马来西亚吉隆坡、阿联酋迪拜设立了四大海外中心，是行业内仅有的实现全球化布局的中国包装检测仪器制造企业。</a:t>
            </a:r>
            <a:endParaRPr lang="zh-CN" altLang="en-US" sz="1400">
              <a:solidFill>
                <a:srgbClr val="333333"/>
              </a:solidFill>
              <a:latin typeface="微软雅黑" panose="020B0503020204020204" charset="-122"/>
              <a:ea typeface="微软雅黑" panose="020B0503020204020204" charset="-122"/>
            </a:endParaRPr>
          </a:p>
        </p:txBody>
      </p:sp>
      <p:sp>
        <p:nvSpPr>
          <p:cNvPr id="6" name="文本框 5"/>
          <p:cNvSpPr txBox="1"/>
          <p:nvPr/>
        </p:nvSpPr>
        <p:spPr>
          <a:xfrm>
            <a:off x="6236970" y="3815080"/>
            <a:ext cx="2041525" cy="398780"/>
          </a:xfrm>
          <a:prstGeom prst="rect">
            <a:avLst/>
          </a:prstGeom>
          <a:noFill/>
        </p:spPr>
        <p:txBody>
          <a:bodyPr wrap="square" anchor="ctr" anchorCtr="0">
            <a:spAutoFit/>
          </a:bodyPr>
          <a:lstStyle/>
          <a:p>
            <a:pPr>
              <a:lnSpc>
                <a:spcPct val="100000"/>
              </a:lnSpc>
            </a:pPr>
            <a:r>
              <a:rPr lang="zh-CN" altLang="en-US" sz="2000" dirty="0">
                <a:solidFill>
                  <a:schemeClr val="tx1"/>
                </a:solidFill>
                <a:latin typeface="微软雅黑" panose="020B0503020204020204" charset="-122"/>
                <a:ea typeface="微软雅黑" panose="020B0503020204020204" charset="-122"/>
              </a:rPr>
              <a:t>自主创新</a:t>
            </a:r>
            <a:r>
              <a:rPr lang="zh-CN" altLang="en-US" sz="2000" dirty="0">
                <a:solidFill>
                  <a:schemeClr val="tx1"/>
                </a:solidFill>
                <a:latin typeface="微软雅黑" panose="020B0503020204020204" charset="-122"/>
                <a:ea typeface="微软雅黑" panose="020B0503020204020204" charset="-122"/>
              </a:rPr>
              <a:t>力</a:t>
            </a:r>
            <a:endParaRPr lang="zh-CN" altLang="en-US" sz="2000" dirty="0">
              <a:solidFill>
                <a:schemeClr val="tx1"/>
              </a:solidFill>
              <a:latin typeface="微软雅黑" panose="020B0503020204020204" charset="-122"/>
              <a:ea typeface="微软雅黑" panose="020B0503020204020204" charset="-122"/>
            </a:endParaRPr>
          </a:p>
        </p:txBody>
      </p:sp>
      <p:sp>
        <p:nvSpPr>
          <p:cNvPr id="11" name="文本框 10"/>
          <p:cNvSpPr txBox="1"/>
          <p:nvPr/>
        </p:nvSpPr>
        <p:spPr>
          <a:xfrm>
            <a:off x="6252210" y="4243705"/>
            <a:ext cx="2193925" cy="755015"/>
          </a:xfrm>
          <a:prstGeom prst="rect">
            <a:avLst/>
          </a:prstGeom>
          <a:noFill/>
        </p:spPr>
        <p:txBody>
          <a:bodyPr wrap="square">
            <a:spAutoFit/>
          </a:bodyPr>
          <a:lstStyle/>
          <a:p>
            <a:pPr>
              <a:lnSpc>
                <a:spcPct val="120000"/>
              </a:lnSpc>
            </a:pPr>
            <a:r>
              <a:rPr lang="zh-CN" altLang="en-US" sz="1200" dirty="0">
                <a:solidFill>
                  <a:schemeClr val="accent4">
                    <a:lumMod val="50000"/>
                  </a:schemeClr>
                </a:solidFill>
              </a:rPr>
              <a:t>以高占比科研投入驱动自主创新，科研投入年均占比</a:t>
            </a:r>
            <a:r>
              <a:rPr lang="en-US" altLang="zh-CN" sz="1200" dirty="0">
                <a:solidFill>
                  <a:schemeClr val="accent4">
                    <a:lumMod val="50000"/>
                  </a:schemeClr>
                </a:solidFill>
              </a:rPr>
              <a:t>10</a:t>
            </a:r>
            <a:r>
              <a:rPr lang="zh-CN" altLang="en-US" sz="1200" dirty="0">
                <a:solidFill>
                  <a:schemeClr val="accent4">
                    <a:lumMod val="50000"/>
                  </a:schemeClr>
                </a:solidFill>
              </a:rPr>
              <a:t>%左右，年均投入经费近</a:t>
            </a:r>
            <a:r>
              <a:rPr lang="en-US" altLang="zh-CN" sz="1200" dirty="0">
                <a:solidFill>
                  <a:schemeClr val="accent4">
                    <a:lumMod val="50000"/>
                  </a:schemeClr>
                </a:solidFill>
              </a:rPr>
              <a:t>20</a:t>
            </a:r>
            <a:r>
              <a:rPr lang="zh-CN" altLang="en-US" sz="1200" dirty="0">
                <a:solidFill>
                  <a:schemeClr val="accent4">
                    <a:lumMod val="50000"/>
                  </a:schemeClr>
                </a:solidFill>
              </a:rPr>
              <a:t>00万元。</a:t>
            </a:r>
            <a:endParaRPr lang="zh-CN" altLang="en-US" sz="1200" dirty="0">
              <a:solidFill>
                <a:schemeClr val="accent4">
                  <a:lumMod val="50000"/>
                </a:schemeClr>
              </a:solidFill>
            </a:endParaRPr>
          </a:p>
        </p:txBody>
      </p:sp>
      <p:pic>
        <p:nvPicPr>
          <p:cNvPr id="12" name="图形 1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91200" y="3837940"/>
            <a:ext cx="355600" cy="355600"/>
          </a:xfrm>
          <a:prstGeom prst="rect">
            <a:avLst/>
          </a:prstGeom>
        </p:spPr>
      </p:pic>
      <p:sp>
        <p:nvSpPr>
          <p:cNvPr id="13" name="文本框 12"/>
          <p:cNvSpPr txBox="1"/>
          <p:nvPr/>
        </p:nvSpPr>
        <p:spPr>
          <a:xfrm>
            <a:off x="9518650" y="3815080"/>
            <a:ext cx="2041525" cy="398780"/>
          </a:xfrm>
          <a:prstGeom prst="rect">
            <a:avLst/>
          </a:prstGeom>
          <a:noFill/>
        </p:spPr>
        <p:txBody>
          <a:bodyPr wrap="square" anchor="ctr" anchorCtr="0">
            <a:spAutoFit/>
          </a:bodyPr>
          <a:lstStyle/>
          <a:p>
            <a:pPr lvl="0" algn="l">
              <a:buClrTx/>
              <a:buSzTx/>
              <a:buFontTx/>
            </a:pPr>
            <a:r>
              <a:rPr lang="zh-CN" altLang="en-US" sz="2000" dirty="0">
                <a:latin typeface="微软雅黑" panose="020B0503020204020204" charset="-122"/>
                <a:ea typeface="微软雅黑" panose="020B0503020204020204" charset="-122"/>
                <a:sym typeface="+mn-ea"/>
              </a:rPr>
              <a:t>科研平台</a:t>
            </a:r>
            <a:endParaRPr lang="zh-CN" altLang="en-US" sz="2000" dirty="0">
              <a:latin typeface="微软雅黑" panose="020B0503020204020204" charset="-122"/>
              <a:ea typeface="微软雅黑" panose="020B0503020204020204" charset="-122"/>
              <a:sym typeface="+mn-ea"/>
            </a:endParaRPr>
          </a:p>
        </p:txBody>
      </p:sp>
      <p:sp>
        <p:nvSpPr>
          <p:cNvPr id="14" name="文本框 13"/>
          <p:cNvSpPr txBox="1"/>
          <p:nvPr/>
        </p:nvSpPr>
        <p:spPr>
          <a:xfrm>
            <a:off x="9518650" y="4243705"/>
            <a:ext cx="2193925" cy="755015"/>
          </a:xfrm>
          <a:prstGeom prst="rect">
            <a:avLst/>
          </a:prstGeom>
          <a:noFill/>
        </p:spPr>
        <p:txBody>
          <a:bodyPr wrap="square">
            <a:spAutoFit/>
          </a:bodyPr>
          <a:lstStyle/>
          <a:p>
            <a:pPr lvl="0" algn="l">
              <a:lnSpc>
                <a:spcPct val="120000"/>
              </a:lnSpc>
              <a:buClrTx/>
              <a:buSzTx/>
              <a:buFontTx/>
            </a:pPr>
            <a:r>
              <a:rPr lang="zh-CN" altLang="en-US" sz="1200" dirty="0">
                <a:solidFill>
                  <a:schemeClr val="accent4">
                    <a:lumMod val="50000"/>
                  </a:schemeClr>
                </a:solidFill>
                <a:sym typeface="+mn-ea"/>
              </a:rPr>
              <a:t>CNAS</a:t>
            </a:r>
            <a:r>
              <a:rPr lang="zh-CN" altLang="en-US" sz="1200" dirty="0">
                <a:solidFill>
                  <a:schemeClr val="accent4">
                    <a:lumMod val="50000"/>
                  </a:schemeClr>
                </a:solidFill>
                <a:sym typeface="+mn-ea"/>
              </a:rPr>
              <a:t>认证实验室成立26年，覆盖53个种类、276个检测项目，配备设备160余台套</a:t>
            </a:r>
            <a:endParaRPr lang="zh-CN" altLang="en-US" sz="1200" dirty="0">
              <a:solidFill>
                <a:schemeClr val="accent4">
                  <a:lumMod val="50000"/>
                </a:schemeClr>
              </a:solidFill>
              <a:sym typeface="+mn-ea"/>
            </a:endParaRPr>
          </a:p>
        </p:txBody>
      </p:sp>
      <p:pic>
        <p:nvPicPr>
          <p:cNvPr id="3" name="图形 1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72880" y="3837940"/>
            <a:ext cx="355600" cy="355600"/>
          </a:xfrm>
          <a:prstGeom prst="rect">
            <a:avLst/>
          </a:prstGeom>
        </p:spPr>
      </p:pic>
      <p:sp>
        <p:nvSpPr>
          <p:cNvPr id="4" name="文本框 3"/>
          <p:cNvSpPr txBox="1"/>
          <p:nvPr/>
        </p:nvSpPr>
        <p:spPr>
          <a:xfrm>
            <a:off x="6236970" y="5343525"/>
            <a:ext cx="2041525" cy="398780"/>
          </a:xfrm>
          <a:prstGeom prst="rect">
            <a:avLst/>
          </a:prstGeom>
          <a:noFill/>
        </p:spPr>
        <p:txBody>
          <a:bodyPr wrap="square" anchor="ctr" anchorCtr="0">
            <a:spAutoFit/>
          </a:bodyPr>
          <a:lstStyle/>
          <a:p>
            <a:pPr lvl="0" algn="l">
              <a:buClrTx/>
              <a:buSzTx/>
              <a:buFontTx/>
            </a:pPr>
            <a:r>
              <a:rPr lang="zh-CN" altLang="en-US" sz="2000" dirty="0">
                <a:latin typeface="微软雅黑" panose="020B0503020204020204" charset="-122"/>
                <a:ea typeface="微软雅黑" panose="020B0503020204020204" charset="-122"/>
                <a:sym typeface="+mn-ea"/>
              </a:rPr>
              <a:t>标准话语权</a:t>
            </a:r>
            <a:endParaRPr lang="zh-CN" altLang="en-US" sz="2000" dirty="0">
              <a:latin typeface="微软雅黑" panose="020B0503020204020204" charset="-122"/>
              <a:ea typeface="微软雅黑" panose="020B0503020204020204" charset="-122"/>
              <a:sym typeface="+mn-ea"/>
            </a:endParaRPr>
          </a:p>
        </p:txBody>
      </p:sp>
      <p:sp>
        <p:nvSpPr>
          <p:cNvPr id="5" name="文本框 4"/>
          <p:cNvSpPr txBox="1"/>
          <p:nvPr/>
        </p:nvSpPr>
        <p:spPr>
          <a:xfrm>
            <a:off x="6252210" y="5772150"/>
            <a:ext cx="2193925" cy="755015"/>
          </a:xfrm>
          <a:prstGeom prst="rect">
            <a:avLst/>
          </a:prstGeom>
          <a:noFill/>
        </p:spPr>
        <p:txBody>
          <a:bodyPr wrap="square">
            <a:spAutoFit/>
          </a:bodyPr>
          <a:lstStyle/>
          <a:p>
            <a:pPr lvl="0" algn="l">
              <a:lnSpc>
                <a:spcPct val="120000"/>
              </a:lnSpc>
              <a:buClrTx/>
              <a:buSzTx/>
              <a:buFontTx/>
            </a:pPr>
            <a:r>
              <a:rPr lang="zh-CN" altLang="en-US" sz="1200" dirty="0">
                <a:solidFill>
                  <a:schemeClr val="accent4">
                    <a:lumMod val="50000"/>
                  </a:schemeClr>
                </a:solidFill>
                <a:sym typeface="+mn-ea"/>
              </a:rPr>
              <a:t>主持/参与制（修）订国家标准23项、行业标准8项；承担国家及省级科研项目近30项</a:t>
            </a:r>
            <a:endParaRPr lang="zh-CN" altLang="en-US" sz="1200" dirty="0">
              <a:solidFill>
                <a:schemeClr val="accent4">
                  <a:lumMod val="50000"/>
                </a:schemeClr>
              </a:solidFill>
              <a:sym typeface="+mn-ea"/>
            </a:endParaRPr>
          </a:p>
        </p:txBody>
      </p:sp>
      <p:pic>
        <p:nvPicPr>
          <p:cNvPr id="18" name="图形 17"/>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91200" y="5366385"/>
            <a:ext cx="355600" cy="355600"/>
          </a:xfrm>
          <a:prstGeom prst="rect">
            <a:avLst/>
          </a:prstGeom>
        </p:spPr>
      </p:pic>
      <p:sp>
        <p:nvSpPr>
          <p:cNvPr id="7" name="文本框 6"/>
          <p:cNvSpPr txBox="1"/>
          <p:nvPr/>
        </p:nvSpPr>
        <p:spPr>
          <a:xfrm>
            <a:off x="9518650" y="5343525"/>
            <a:ext cx="2041525" cy="398780"/>
          </a:xfrm>
          <a:prstGeom prst="rect">
            <a:avLst/>
          </a:prstGeom>
          <a:noFill/>
        </p:spPr>
        <p:txBody>
          <a:bodyPr wrap="square" anchor="ctr" anchorCtr="0">
            <a:spAutoFit/>
          </a:bodyPr>
          <a:lstStyle/>
          <a:p>
            <a:pPr lvl="0" algn="l">
              <a:buClrTx/>
              <a:buSzTx/>
              <a:buFontTx/>
            </a:pPr>
            <a:r>
              <a:rPr lang="zh-CN" altLang="en-US" sz="2000" dirty="0">
                <a:latin typeface="微软雅黑" panose="020B0503020204020204" charset="-122"/>
                <a:ea typeface="微软雅黑" panose="020B0503020204020204" charset="-122"/>
                <a:sym typeface="+mn-ea"/>
              </a:rPr>
              <a:t>知识产权</a:t>
            </a:r>
            <a:endParaRPr lang="zh-CN" altLang="en-US" sz="2000" dirty="0">
              <a:latin typeface="微软雅黑" panose="020B0503020204020204" charset="-122"/>
              <a:ea typeface="微软雅黑" panose="020B0503020204020204" charset="-122"/>
              <a:sym typeface="+mn-ea"/>
            </a:endParaRPr>
          </a:p>
        </p:txBody>
      </p:sp>
      <p:sp>
        <p:nvSpPr>
          <p:cNvPr id="20" name="文本框 19"/>
          <p:cNvSpPr txBox="1"/>
          <p:nvPr/>
        </p:nvSpPr>
        <p:spPr>
          <a:xfrm>
            <a:off x="9518650" y="5772150"/>
            <a:ext cx="2193925" cy="755015"/>
          </a:xfrm>
          <a:prstGeom prst="rect">
            <a:avLst/>
          </a:prstGeom>
          <a:noFill/>
        </p:spPr>
        <p:txBody>
          <a:bodyPr wrap="square">
            <a:spAutoFit/>
          </a:bodyPr>
          <a:lstStyle/>
          <a:p>
            <a:pPr lvl="0" algn="l">
              <a:lnSpc>
                <a:spcPct val="120000"/>
              </a:lnSpc>
              <a:buClrTx/>
              <a:buSzTx/>
              <a:buFontTx/>
            </a:pPr>
            <a:r>
              <a:rPr lang="zh-CN" altLang="en-US" sz="1200" dirty="0">
                <a:solidFill>
                  <a:schemeClr val="accent4">
                    <a:lumMod val="50000"/>
                  </a:schemeClr>
                </a:solidFill>
                <a:sym typeface="+mn-ea"/>
              </a:rPr>
              <a:t>拥有授权专利近200项，其中发明专利34项，保障核心技术自主可控、持续迭代。</a:t>
            </a:r>
            <a:endParaRPr lang="zh-CN" altLang="en-US" sz="1200" dirty="0">
              <a:solidFill>
                <a:schemeClr val="accent4">
                  <a:lumMod val="50000"/>
                </a:schemeClr>
              </a:solidFill>
              <a:sym typeface="+mn-ea"/>
            </a:endParaRPr>
          </a:p>
        </p:txBody>
      </p:sp>
      <p:pic>
        <p:nvPicPr>
          <p:cNvPr id="21" name="图形 20"/>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072880" y="5366385"/>
            <a:ext cx="355600" cy="355600"/>
          </a:xfrm>
          <a:prstGeom prst="rect">
            <a:avLst/>
          </a:prstGeom>
        </p:spPr>
      </p:pic>
    </p:spTree>
    <p:custDataLst>
      <p:tags r:id="rId12"/>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资质与</a:t>
            </a:r>
            <a:r>
              <a:rPr lang="zh-CN" altLang="en-US"/>
              <a:t>荣誉</a:t>
            </a:r>
            <a:endParaRPr lang="zh-CN" altLang="en-US"/>
          </a:p>
        </p:txBody>
      </p:sp>
      <p:sp>
        <p:nvSpPr>
          <p:cNvPr id="4" name="矩形 3"/>
          <p:cNvSpPr/>
          <p:nvPr/>
        </p:nvSpPr>
        <p:spPr>
          <a:xfrm>
            <a:off x="7789334" y="0"/>
            <a:ext cx="4402666" cy="6858000"/>
          </a:xfrm>
          <a:prstGeom prst="rect">
            <a:avLst/>
          </a:prstGeom>
          <a:gradFill flip="none" rotWithShape="1">
            <a:gsLst>
              <a:gs pos="100000">
                <a:srgbClr val="FCC800"/>
              </a:gs>
              <a:gs pos="0">
                <a:srgbClr val="FF9E3F"/>
              </a:gs>
            </a:gsLst>
            <a:lin ang="0" scaled="1"/>
            <a:tileRect/>
          </a:gradFill>
          <a:ln w="13112" cap="flat">
            <a:noFill/>
            <a:prstDash val="solid"/>
            <a:miter/>
          </a:ln>
        </p:spPr>
        <p:txBody>
          <a:bodyPr wrap="square" rtlCol="0" anchor="ctr">
            <a:noAutofit/>
          </a:bodyPr>
          <a:lstStyle/>
          <a:p>
            <a:pPr lvl="0" algn="l">
              <a:buClrTx/>
              <a:buSzTx/>
              <a:buFontTx/>
            </a:pPr>
            <a:endParaRPr lang="en-US">
              <a:solidFill>
                <a:srgbClr val="00144C"/>
              </a:solidFill>
              <a:sym typeface="+mn-ea"/>
            </a:endParaRPr>
          </a:p>
        </p:txBody>
      </p:sp>
      <p:pic>
        <p:nvPicPr>
          <p:cNvPr id="39" name="图片 38" descr="在桌子上&#10;&#10;低可信度描述已自动生成"/>
          <p:cNvPicPr>
            <a:picLocks noChangeAspect="1"/>
          </p:cNvPicPr>
          <p:nvPr>
            <p:custDataLst>
              <p:tags r:id="rId1"/>
            </p:custDataLst>
          </p:nvPr>
        </p:nvPicPr>
        <p:blipFill>
          <a:blip r:embed="rId2">
            <a:lum bright="48000"/>
            <a:extLst>
              <a:ext uri="{28A0092B-C50C-407E-A947-70E740481C1C}">
                <a14:useLocalDpi xmlns:a14="http://schemas.microsoft.com/office/drawing/2010/main" val="0"/>
              </a:ext>
            </a:extLst>
          </a:blip>
          <a:srcRect l="18047" t="39325" r="3589" b="48429"/>
          <a:stretch>
            <a:fillRect/>
          </a:stretch>
        </p:blipFill>
        <p:spPr>
          <a:xfrm>
            <a:off x="0" y="6116955"/>
            <a:ext cx="10108565" cy="893445"/>
          </a:xfrm>
          <a:prstGeom prst="rect">
            <a:avLst/>
          </a:prstGeom>
        </p:spPr>
      </p:pic>
      <p:grpSp>
        <p:nvGrpSpPr>
          <p:cNvPr id="6" name="组合 5"/>
          <p:cNvGrpSpPr/>
          <p:nvPr/>
        </p:nvGrpSpPr>
        <p:grpSpPr>
          <a:xfrm>
            <a:off x="461645" y="720752"/>
            <a:ext cx="11035088" cy="6109870"/>
            <a:chOff x="727" y="1135"/>
            <a:chExt cx="17378" cy="9622"/>
          </a:xfrm>
        </p:grpSpPr>
        <p:pic>
          <p:nvPicPr>
            <p:cNvPr id="34" name="图片 33"/>
            <p:cNvPicPr>
              <a:picLocks noChangeAspect="1"/>
            </p:cNvPicPr>
            <p:nvPr/>
          </p:nvPicPr>
          <p:blipFill>
            <a:blip r:embed="rId3"/>
            <a:srcRect/>
            <a:stretch>
              <a:fillRect/>
            </a:stretch>
          </p:blipFill>
          <p:spPr>
            <a:xfrm>
              <a:off x="1226" y="8643"/>
              <a:ext cx="2243" cy="1585"/>
            </a:xfrm>
            <a:prstGeom prst="roundRect">
              <a:avLst>
                <a:gd name="adj" fmla="val 0"/>
              </a:avLst>
            </a:prstGeom>
            <a:ln w="63500">
              <a:gradFill>
                <a:gsLst>
                  <a:gs pos="55000">
                    <a:srgbClr val="FCC800"/>
                  </a:gs>
                  <a:gs pos="100000">
                    <a:srgbClr val="FF9E3F"/>
                  </a:gs>
                </a:gsLst>
                <a:lin ang="5400000" scaled="1"/>
              </a:gradFill>
              <a:miter lim="800000"/>
              <a:headEnd/>
              <a:tailEnd/>
            </a:ln>
            <a:effectLst>
              <a:reflection blurRad="38100" stA="15000" endPos="27000" dist="25400" dir="5400000" sy="-100000" algn="bl" rotWithShape="0"/>
            </a:effectLst>
            <a:scene3d>
              <a:camera prst="orthographicFront"/>
              <a:lightRig rig="contrasting" dir="t">
                <a:rot lat="0" lon="0" rev="9600000"/>
              </a:lightRig>
            </a:scene3d>
            <a:sp3d extrusionH="76200" prstMaterial="metal">
              <a:bevelT w="254000" prst="coolSlant"/>
            </a:sp3d>
          </p:spPr>
        </p:pic>
        <p:pic>
          <p:nvPicPr>
            <p:cNvPr id="5" name="图片 4"/>
            <p:cNvPicPr>
              <a:picLocks noChangeAspect="1"/>
            </p:cNvPicPr>
            <p:nvPr/>
          </p:nvPicPr>
          <p:blipFill>
            <a:blip r:embed="rId4" cstate="email"/>
            <a:srcRect/>
            <a:stretch>
              <a:fillRect/>
            </a:stretch>
          </p:blipFill>
          <p:spPr>
            <a:xfrm>
              <a:off x="5837" y="8857"/>
              <a:ext cx="1940" cy="1370"/>
            </a:xfrm>
            <a:prstGeom prst="roundRect">
              <a:avLst>
                <a:gd name="adj" fmla="val 0"/>
              </a:avLst>
            </a:prstGeom>
            <a:ln w="63500">
              <a:gradFill>
                <a:gsLst>
                  <a:gs pos="55000">
                    <a:srgbClr val="FCC800"/>
                  </a:gs>
                  <a:gs pos="100000">
                    <a:srgbClr val="FF9E3F"/>
                  </a:gs>
                </a:gsLst>
                <a:lin ang="5400000" scaled="1"/>
              </a:gradFill>
              <a:miter lim="800000"/>
              <a:headEnd/>
              <a:tailEnd/>
            </a:ln>
            <a:effectLst>
              <a:reflection blurRad="38100" stA="15000" endPos="27000" dist="25400" dir="5400000" sy="-100000" algn="bl" rotWithShape="0"/>
            </a:effectLst>
            <a:scene3d>
              <a:camera prst="orthographicFront"/>
              <a:lightRig rig="contrasting" dir="t">
                <a:rot lat="0" lon="0" rev="9600000"/>
              </a:lightRig>
            </a:scene3d>
            <a:sp3d extrusionH="76200" prstMaterial="metal">
              <a:bevelT w="254000" prst="coolSlant"/>
            </a:sp3d>
          </p:spPr>
        </p:pic>
        <p:pic>
          <p:nvPicPr>
            <p:cNvPr id="41" name="图片 40" descr="文本, 信件&#10;&#10;描述已自动生成"/>
            <p:cNvPicPr>
              <a:picLocks noChangeAspect="1"/>
            </p:cNvPicPr>
            <p:nvPr/>
          </p:nvPicPr>
          <p:blipFill>
            <a:blip r:embed="rId5"/>
            <a:srcRect l="1343" t="2779" r="1343" b="3288"/>
            <a:stretch>
              <a:fillRect/>
            </a:stretch>
          </p:blipFill>
          <p:spPr>
            <a:xfrm>
              <a:off x="3929" y="7913"/>
              <a:ext cx="1582" cy="2314"/>
            </a:xfrm>
            <a:prstGeom prst="roundRect">
              <a:avLst>
                <a:gd name="adj" fmla="val 0"/>
              </a:avLst>
            </a:prstGeom>
            <a:ln w="63500">
              <a:gradFill>
                <a:gsLst>
                  <a:gs pos="55000">
                    <a:srgbClr val="FCC800"/>
                  </a:gs>
                  <a:gs pos="100000">
                    <a:srgbClr val="FF9E3F"/>
                  </a:gs>
                </a:gsLst>
                <a:lin ang="5400000" scaled="1"/>
              </a:gradFill>
              <a:miter lim="800000"/>
              <a:headEnd/>
              <a:tailEnd/>
            </a:ln>
            <a:effectLst>
              <a:reflection blurRad="38100" stA="15000" endPos="27000" dist="25400" dir="5400000" sy="-100000" algn="bl" rotWithShape="0"/>
            </a:effectLst>
            <a:scene3d>
              <a:camera prst="orthographicFront"/>
              <a:lightRig rig="contrasting" dir="t">
                <a:rot lat="0" lon="0" rev="9600000"/>
              </a:lightRig>
            </a:scene3d>
            <a:sp3d extrusionH="76200" prstMaterial="metal">
              <a:bevelT w="254000" prst="coolSlant"/>
            </a:sp3d>
          </p:spPr>
        </p:pic>
        <p:pic>
          <p:nvPicPr>
            <p:cNvPr id="46" name="图片 45" descr="文本, 信件&#10;&#10;描述已自动生成"/>
            <p:cNvPicPr>
              <a:picLocks noChangeAspect="1"/>
            </p:cNvPicPr>
            <p:nvPr/>
          </p:nvPicPr>
          <p:blipFill>
            <a:blip r:embed="rId6"/>
            <a:srcRect l="1343" t="2779" r="1343" b="3288"/>
            <a:stretch>
              <a:fillRect/>
            </a:stretch>
          </p:blipFill>
          <p:spPr>
            <a:xfrm>
              <a:off x="8191" y="8335"/>
              <a:ext cx="1294" cy="1893"/>
            </a:xfrm>
            <a:prstGeom prst="roundRect">
              <a:avLst>
                <a:gd name="adj" fmla="val 0"/>
              </a:avLst>
            </a:prstGeom>
            <a:ln w="63500">
              <a:gradFill>
                <a:gsLst>
                  <a:gs pos="55000">
                    <a:srgbClr val="FF9E3F"/>
                  </a:gs>
                  <a:gs pos="100000">
                    <a:srgbClr val="FCC800"/>
                  </a:gs>
                </a:gsLst>
                <a:lin ang="5400000" scaled="1"/>
              </a:gradFill>
              <a:miter lim="800000"/>
              <a:headEnd/>
              <a:tailEnd/>
            </a:ln>
            <a:effectLst>
              <a:reflection blurRad="38100" stA="15000" endPos="27000" dist="25400" dir="5400000" sy="-100000" algn="bl" rotWithShape="0"/>
            </a:effectLst>
            <a:scene3d>
              <a:camera prst="orthographicFront"/>
              <a:lightRig rig="contrasting" dir="t">
                <a:rot lat="0" lon="0" rev="9600000"/>
              </a:lightRig>
            </a:scene3d>
            <a:sp3d extrusionH="76200" prstMaterial="metal">
              <a:bevelT w="254000" prst="coolSlant"/>
            </a:sp3d>
          </p:spPr>
        </p:pic>
        <p:sp>
          <p:nvSpPr>
            <p:cNvPr id="74" name="文本框 73"/>
            <p:cNvSpPr txBox="1"/>
            <p:nvPr/>
          </p:nvSpPr>
          <p:spPr>
            <a:xfrm>
              <a:off x="14086" y="1742"/>
              <a:ext cx="3295" cy="580"/>
            </a:xfrm>
            <a:prstGeom prst="rect">
              <a:avLst/>
            </a:prstGeom>
            <a:noFill/>
          </p:spPr>
          <p:txBody>
            <a:bodyPr wrap="none" anchor="ctr" anchorCtr="0">
              <a:spAutoFit/>
            </a:bodyPr>
            <a:lstStyle>
              <a:defPPr>
                <a:defRPr lang="en-US"/>
              </a:defPPr>
              <a:lvl1pPr marR="0" lvl="0" indent="0" algn="ctr" fontAlgn="auto">
                <a:spcBef>
                  <a:spcPts val="0"/>
                </a:spcBef>
                <a:spcAft>
                  <a:spcPts val="0"/>
                </a:spcAft>
                <a:buClrTx/>
                <a:buSzTx/>
                <a:buFontTx/>
                <a:buNone/>
                <a:defRPr kumimoji="0" sz="2400" b="1" i="0" u="none" strike="noStrike" cap="none" spc="0" normalizeH="0" baseline="0">
                  <a:ln>
                    <a:noFill/>
                  </a:ln>
                  <a:gradFill>
                    <a:gsLst>
                      <a:gs pos="0">
                        <a:srgbClr val="0A34BA"/>
                      </a:gs>
                      <a:gs pos="100000">
                        <a:srgbClr val="00256E"/>
                      </a:gs>
                    </a:gsLst>
                    <a:lin ang="2700000" scaled="0"/>
                  </a:gradFill>
                  <a:effectLst/>
                  <a:uLnTx/>
                  <a:uFillTx/>
                  <a:latin typeface="微软雅黑" panose="020B0503020204020204" charset="-122"/>
                  <a:ea typeface="微软雅黑" panose="020B0503020204020204" charset="-122"/>
                </a:defRPr>
              </a:lvl1pPr>
            </a:lstStyle>
            <a:p>
              <a:pPr marL="12700" algn="ctr" fontAlgn="auto">
                <a:spcBef>
                  <a:spcPts val="95"/>
                </a:spcBef>
              </a:pPr>
              <a:r>
                <a:rPr lang="zh-CN" altLang="en-US" sz="1800">
                  <a:solidFill>
                    <a:schemeClr val="bg1"/>
                  </a:solidFill>
                  <a:cs typeface="微软雅黑" panose="020B0503020204020204" charset="-122"/>
                  <a:sym typeface="+mn-ea"/>
                </a:rPr>
                <a:t>国家级科技兴检奖 </a:t>
              </a:r>
              <a:endPar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cs typeface="微软雅黑" panose="020B0503020204020204" charset="-122"/>
                <a:sym typeface="+mn-ea"/>
              </a:endParaRPr>
            </a:p>
          </p:txBody>
        </p:sp>
        <p:grpSp>
          <p:nvGrpSpPr>
            <p:cNvPr id="96" name="组合 95"/>
            <p:cNvGrpSpPr/>
            <p:nvPr/>
          </p:nvGrpSpPr>
          <p:grpSpPr>
            <a:xfrm rot="0">
              <a:off x="13446" y="1564"/>
              <a:ext cx="4575" cy="936"/>
              <a:chOff x="12973" y="715"/>
              <a:chExt cx="5456" cy="1116"/>
            </a:xfrm>
          </p:grpSpPr>
          <p:grpSp>
            <p:nvGrpSpPr>
              <p:cNvPr id="76" name="组合 75"/>
              <p:cNvGrpSpPr/>
              <p:nvPr/>
            </p:nvGrpSpPr>
            <p:grpSpPr>
              <a:xfrm rot="0">
                <a:off x="12973" y="715"/>
                <a:ext cx="622" cy="1116"/>
                <a:chOff x="12505110" y="1875542"/>
                <a:chExt cx="2029933" cy="3642920"/>
              </a:xfrm>
              <a:gradFill>
                <a:gsLst>
                  <a:gs pos="0">
                    <a:srgbClr val="FFCD69">
                      <a:lumMod val="40000"/>
                      <a:lumOff val="60000"/>
                    </a:srgbClr>
                  </a:gs>
                  <a:gs pos="100000">
                    <a:srgbClr val="FFCD69">
                      <a:lumMod val="60000"/>
                      <a:lumOff val="40000"/>
                    </a:srgbClr>
                  </a:gs>
                </a:gsLst>
                <a:lin ang="5400000" scaled="1"/>
              </a:gradFill>
            </p:grpSpPr>
            <p:sp>
              <p:nvSpPr>
                <p:cNvPr id="454" name="任意多边形: 形状 453"/>
                <p:cNvSpPr/>
                <p:nvPr/>
              </p:nvSpPr>
              <p:spPr>
                <a:xfrm>
                  <a:off x="12724094" y="2480178"/>
                  <a:ext cx="1810949" cy="3038284"/>
                </a:xfrm>
                <a:custGeom>
                  <a:avLst/>
                  <a:gdLst>
                    <a:gd name="connsiteX0" fmla="*/ 193566 w 1810949"/>
                    <a:gd name="connsiteY0" fmla="*/ 433763 h 3038284"/>
                    <a:gd name="connsiteX1" fmla="*/ 155466 w 1810949"/>
                    <a:gd name="connsiteY1" fmla="*/ 501962 h 3038284"/>
                    <a:gd name="connsiteX2" fmla="*/ 131653 w 1810949"/>
                    <a:gd name="connsiteY2" fmla="*/ 509011 h 3038284"/>
                    <a:gd name="connsiteX3" fmla="*/ 22020 w 1810949"/>
                    <a:gd name="connsiteY3" fmla="*/ 388329 h 3038284"/>
                    <a:gd name="connsiteX4" fmla="*/ 494 w 1810949"/>
                    <a:gd name="connsiteY4" fmla="*/ 223451 h 3038284"/>
                    <a:gd name="connsiteX5" fmla="*/ 69264 w 1810949"/>
                    <a:gd name="connsiteY5" fmla="*/ 19902 h 3038284"/>
                    <a:gd name="connsiteX6" fmla="*/ 116126 w 1810949"/>
                    <a:gd name="connsiteY6" fmla="*/ 4662 h 3038284"/>
                    <a:gd name="connsiteX7" fmla="*/ 237379 w 1810949"/>
                    <a:gd name="connsiteY7" fmla="*/ 217260 h 3038284"/>
                    <a:gd name="connsiteX8" fmla="*/ 216806 w 1810949"/>
                    <a:gd name="connsiteY8" fmla="*/ 352039 h 3038284"/>
                    <a:gd name="connsiteX9" fmla="*/ 219474 w 1810949"/>
                    <a:gd name="connsiteY9" fmla="*/ 378232 h 3038284"/>
                    <a:gd name="connsiteX10" fmla="*/ 348821 w 1810949"/>
                    <a:gd name="connsiteY10" fmla="*/ 81624 h 3038284"/>
                    <a:gd name="connsiteX11" fmla="*/ 359109 w 1810949"/>
                    <a:gd name="connsiteY11" fmla="*/ 84958 h 3038284"/>
                    <a:gd name="connsiteX12" fmla="*/ 354442 w 1810949"/>
                    <a:gd name="connsiteY12" fmla="*/ 106770 h 3038284"/>
                    <a:gd name="connsiteX13" fmla="*/ 244332 w 1810949"/>
                    <a:gd name="connsiteY13" fmla="*/ 395092 h 3038284"/>
                    <a:gd name="connsiteX14" fmla="*/ 161561 w 1810949"/>
                    <a:gd name="connsiteY14" fmla="*/ 728467 h 3038284"/>
                    <a:gd name="connsiteX15" fmla="*/ 133463 w 1810949"/>
                    <a:gd name="connsiteY15" fmla="*/ 1132136 h 3038284"/>
                    <a:gd name="connsiteX16" fmla="*/ 158989 w 1810949"/>
                    <a:gd name="connsiteY16" fmla="*/ 1401694 h 3038284"/>
                    <a:gd name="connsiteX17" fmla="*/ 225664 w 1810949"/>
                    <a:gd name="connsiteY17" fmla="*/ 1672394 h 3038284"/>
                    <a:gd name="connsiteX18" fmla="*/ 414831 w 1810949"/>
                    <a:gd name="connsiteY18" fmla="*/ 2081302 h 3038284"/>
                    <a:gd name="connsiteX19" fmla="*/ 898034 w 1810949"/>
                    <a:gd name="connsiteY19" fmla="*/ 2589747 h 3038284"/>
                    <a:gd name="connsiteX20" fmla="*/ 1317134 w 1810949"/>
                    <a:gd name="connsiteY20" fmla="*/ 2804250 h 3038284"/>
                    <a:gd name="connsiteX21" fmla="*/ 1777478 w 1810949"/>
                    <a:gd name="connsiteY21" fmla="*/ 2892547 h 3038284"/>
                    <a:gd name="connsiteX22" fmla="*/ 1807672 w 1810949"/>
                    <a:gd name="connsiteY22" fmla="*/ 2925599 h 3038284"/>
                    <a:gd name="connsiteX23" fmla="*/ 1792526 w 1810949"/>
                    <a:gd name="connsiteY23" fmla="*/ 3024278 h 3038284"/>
                    <a:gd name="connsiteX24" fmla="*/ 1768237 w 1810949"/>
                    <a:gd name="connsiteY24" fmla="*/ 3038660 h 3038284"/>
                    <a:gd name="connsiteX25" fmla="*/ 1609647 w 1810949"/>
                    <a:gd name="connsiteY25" fmla="*/ 3020277 h 3038284"/>
                    <a:gd name="connsiteX26" fmla="*/ 1400097 w 1810949"/>
                    <a:gd name="connsiteY26" fmla="*/ 2968080 h 3038284"/>
                    <a:gd name="connsiteX27" fmla="*/ 1127776 w 1810949"/>
                    <a:gd name="connsiteY27" fmla="*/ 2862257 h 3038284"/>
                    <a:gd name="connsiteX28" fmla="*/ 563706 w 1810949"/>
                    <a:gd name="connsiteY28" fmla="*/ 2435728 h 3038284"/>
                    <a:gd name="connsiteX29" fmla="*/ 233284 w 1810949"/>
                    <a:gd name="connsiteY29" fmla="*/ 1910614 h 3038284"/>
                    <a:gd name="connsiteX30" fmla="*/ 110696 w 1810949"/>
                    <a:gd name="connsiteY30" fmla="*/ 1479037 h 3038284"/>
                    <a:gd name="connsiteX31" fmla="*/ 87265 w 1810949"/>
                    <a:gd name="connsiteY31" fmla="*/ 1018122 h 3038284"/>
                    <a:gd name="connsiteX32" fmla="*/ 138988 w 1810949"/>
                    <a:gd name="connsiteY32" fmla="*/ 669221 h 3038284"/>
                    <a:gd name="connsiteX33" fmla="*/ 197470 w 1810949"/>
                    <a:gd name="connsiteY33" fmla="*/ 458338 h 3038284"/>
                    <a:gd name="connsiteX34" fmla="*/ 199565 w 1810949"/>
                    <a:gd name="connsiteY34" fmla="*/ 434239 h 303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0949" h="3038284">
                      <a:moveTo>
                        <a:pt x="193566" y="433763"/>
                      </a:moveTo>
                      <a:cubicBezTo>
                        <a:pt x="180992" y="456718"/>
                        <a:pt x="169563" y="480245"/>
                        <a:pt x="155466" y="501962"/>
                      </a:cubicBezTo>
                      <a:cubicBezTo>
                        <a:pt x="151750" y="507487"/>
                        <a:pt x="135272" y="512154"/>
                        <a:pt x="131653" y="509011"/>
                      </a:cubicBezTo>
                      <a:cubicBezTo>
                        <a:pt x="90123" y="473578"/>
                        <a:pt x="43928" y="442336"/>
                        <a:pt x="22020" y="388329"/>
                      </a:cubicBezTo>
                      <a:cubicBezTo>
                        <a:pt x="685" y="336161"/>
                        <a:pt x="-6745" y="279344"/>
                        <a:pt x="494" y="223451"/>
                      </a:cubicBezTo>
                      <a:cubicBezTo>
                        <a:pt x="9733" y="151728"/>
                        <a:pt x="33164" y="82548"/>
                        <a:pt x="69264" y="19902"/>
                      </a:cubicBezTo>
                      <a:cubicBezTo>
                        <a:pt x="81170" y="-1148"/>
                        <a:pt x="94218" y="-3339"/>
                        <a:pt x="116126" y="4662"/>
                      </a:cubicBezTo>
                      <a:cubicBezTo>
                        <a:pt x="216044" y="41047"/>
                        <a:pt x="236810" y="114009"/>
                        <a:pt x="237379" y="217260"/>
                      </a:cubicBezTo>
                      <a:cubicBezTo>
                        <a:pt x="237379" y="262218"/>
                        <a:pt x="223855" y="307081"/>
                        <a:pt x="216806" y="352039"/>
                      </a:cubicBezTo>
                      <a:cubicBezTo>
                        <a:pt x="215188" y="360840"/>
                        <a:pt x="216044" y="369946"/>
                        <a:pt x="219474" y="378232"/>
                      </a:cubicBezTo>
                      <a:lnTo>
                        <a:pt x="348821" y="81624"/>
                      </a:lnTo>
                      <a:lnTo>
                        <a:pt x="359109" y="84958"/>
                      </a:lnTo>
                      <a:cubicBezTo>
                        <a:pt x="358158" y="92339"/>
                        <a:pt x="356633" y="99636"/>
                        <a:pt x="354442" y="106770"/>
                      </a:cubicBezTo>
                      <a:cubicBezTo>
                        <a:pt x="317486" y="202782"/>
                        <a:pt x="274814" y="297270"/>
                        <a:pt x="244332" y="395092"/>
                      </a:cubicBezTo>
                      <a:cubicBezTo>
                        <a:pt x="210235" y="504534"/>
                        <a:pt x="177657" y="615976"/>
                        <a:pt x="161561" y="728467"/>
                      </a:cubicBezTo>
                      <a:cubicBezTo>
                        <a:pt x="143560" y="862283"/>
                        <a:pt x="134130" y="997119"/>
                        <a:pt x="133463" y="1132136"/>
                      </a:cubicBezTo>
                      <a:cubicBezTo>
                        <a:pt x="133558" y="1222586"/>
                        <a:pt x="142129" y="1312835"/>
                        <a:pt x="158989" y="1401694"/>
                      </a:cubicBezTo>
                      <a:cubicBezTo>
                        <a:pt x="176420" y="1493038"/>
                        <a:pt x="198710" y="1583393"/>
                        <a:pt x="225664" y="1672394"/>
                      </a:cubicBezTo>
                      <a:cubicBezTo>
                        <a:pt x="267289" y="1818317"/>
                        <a:pt x="334915" y="1952810"/>
                        <a:pt x="414831" y="2081302"/>
                      </a:cubicBezTo>
                      <a:cubicBezTo>
                        <a:pt x="539608" y="2281939"/>
                        <a:pt x="704009" y="2454963"/>
                        <a:pt x="898034" y="2589747"/>
                      </a:cubicBezTo>
                      <a:cubicBezTo>
                        <a:pt x="1027194" y="2680172"/>
                        <a:pt x="1168258" y="2752352"/>
                        <a:pt x="1317134" y="2804250"/>
                      </a:cubicBezTo>
                      <a:cubicBezTo>
                        <a:pt x="1465535" y="2855510"/>
                        <a:pt x="1620600" y="2885244"/>
                        <a:pt x="1777478" y="2892547"/>
                      </a:cubicBezTo>
                      <a:cubicBezTo>
                        <a:pt x="1802337" y="2893880"/>
                        <a:pt x="1812244" y="2899881"/>
                        <a:pt x="1807672" y="2925599"/>
                      </a:cubicBezTo>
                      <a:cubicBezTo>
                        <a:pt x="1801861" y="2958365"/>
                        <a:pt x="1799384" y="2992274"/>
                        <a:pt x="1792526" y="3024278"/>
                      </a:cubicBezTo>
                      <a:cubicBezTo>
                        <a:pt x="1787383" y="3032908"/>
                        <a:pt x="1778239" y="3038332"/>
                        <a:pt x="1768237" y="3038660"/>
                      </a:cubicBezTo>
                      <a:cubicBezTo>
                        <a:pt x="1715089" y="3035416"/>
                        <a:pt x="1662130" y="3029279"/>
                        <a:pt x="1609647" y="3020277"/>
                      </a:cubicBezTo>
                      <a:cubicBezTo>
                        <a:pt x="1538781" y="3007341"/>
                        <a:pt x="1468772" y="2989907"/>
                        <a:pt x="1400097" y="2968080"/>
                      </a:cubicBezTo>
                      <a:cubicBezTo>
                        <a:pt x="1307228" y="2938469"/>
                        <a:pt x="1216264" y="2903127"/>
                        <a:pt x="1127776" y="2862257"/>
                      </a:cubicBezTo>
                      <a:cubicBezTo>
                        <a:pt x="913464" y="2758742"/>
                        <a:pt x="721727" y="2613774"/>
                        <a:pt x="563706" y="2435728"/>
                      </a:cubicBezTo>
                      <a:cubicBezTo>
                        <a:pt x="425117" y="2280276"/>
                        <a:pt x="313484" y="2102804"/>
                        <a:pt x="233284" y="1910614"/>
                      </a:cubicBezTo>
                      <a:cubicBezTo>
                        <a:pt x="175753" y="1772016"/>
                        <a:pt x="134604" y="1627179"/>
                        <a:pt x="110696" y="1479037"/>
                      </a:cubicBezTo>
                      <a:cubicBezTo>
                        <a:pt x="85265" y="1326799"/>
                        <a:pt x="77454" y="1172151"/>
                        <a:pt x="87265" y="1018122"/>
                      </a:cubicBezTo>
                      <a:cubicBezTo>
                        <a:pt x="92886" y="900393"/>
                        <a:pt x="110222" y="783512"/>
                        <a:pt x="138988" y="669221"/>
                      </a:cubicBezTo>
                      <a:cubicBezTo>
                        <a:pt x="158038" y="598641"/>
                        <a:pt x="178134" y="528632"/>
                        <a:pt x="197470" y="458338"/>
                      </a:cubicBezTo>
                      <a:cubicBezTo>
                        <a:pt x="198898" y="450384"/>
                        <a:pt x="199565" y="442317"/>
                        <a:pt x="199565" y="43423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455" name="任意多边形: 形状 454"/>
                <p:cNvSpPr/>
                <p:nvPr/>
              </p:nvSpPr>
              <p:spPr>
                <a:xfrm>
                  <a:off x="12719092" y="4637983"/>
                  <a:ext cx="510159" cy="317499"/>
                </a:xfrm>
                <a:custGeom>
                  <a:avLst/>
                  <a:gdLst>
                    <a:gd name="connsiteX0" fmla="*/ 370304 w 510159"/>
                    <a:gd name="connsiteY0" fmla="*/ 317833 h 317499"/>
                    <a:gd name="connsiteX1" fmla="*/ 119796 w 510159"/>
                    <a:gd name="connsiteY1" fmla="*/ 208486 h 317499"/>
                    <a:gd name="connsiteX2" fmla="*/ 10735 w 510159"/>
                    <a:gd name="connsiteY2" fmla="*/ 100187 h 317499"/>
                    <a:gd name="connsiteX3" fmla="*/ 8449 w 510159"/>
                    <a:gd name="connsiteY3" fmla="*/ 47323 h 317499"/>
                    <a:gd name="connsiteX4" fmla="*/ 147227 w 510159"/>
                    <a:gd name="connsiteY4" fmla="*/ 4746 h 317499"/>
                    <a:gd name="connsiteX5" fmla="*/ 331536 w 510159"/>
                    <a:gd name="connsiteY5" fmla="*/ 90471 h 317499"/>
                    <a:gd name="connsiteX6" fmla="*/ 493461 w 510159"/>
                    <a:gd name="connsiteY6" fmla="*/ 220868 h 317499"/>
                    <a:gd name="connsiteX7" fmla="*/ 495747 w 510159"/>
                    <a:gd name="connsiteY7" fmla="*/ 267922 h 317499"/>
                    <a:gd name="connsiteX8" fmla="*/ 370304 w 510159"/>
                    <a:gd name="connsiteY8" fmla="*/ 317833 h 31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159" h="317499">
                      <a:moveTo>
                        <a:pt x="370304" y="317833"/>
                      </a:moveTo>
                      <a:cubicBezTo>
                        <a:pt x="272482" y="314499"/>
                        <a:pt x="191898" y="269446"/>
                        <a:pt x="119796" y="208486"/>
                      </a:cubicBezTo>
                      <a:cubicBezTo>
                        <a:pt x="80838" y="175529"/>
                        <a:pt x="47500" y="135905"/>
                        <a:pt x="10735" y="100187"/>
                      </a:cubicBezTo>
                      <a:cubicBezTo>
                        <a:pt x="-7554" y="82470"/>
                        <a:pt x="-4697" y="65706"/>
                        <a:pt x="8449" y="47323"/>
                      </a:cubicBezTo>
                      <a:cubicBezTo>
                        <a:pt x="37024" y="7794"/>
                        <a:pt x="91126" y="-8113"/>
                        <a:pt x="147227" y="4746"/>
                      </a:cubicBezTo>
                      <a:cubicBezTo>
                        <a:pt x="213902" y="20230"/>
                        <a:pt x="276672" y="49423"/>
                        <a:pt x="331536" y="90471"/>
                      </a:cubicBezTo>
                      <a:cubicBezTo>
                        <a:pt x="387352" y="131524"/>
                        <a:pt x="439265" y="177720"/>
                        <a:pt x="493461" y="220868"/>
                      </a:cubicBezTo>
                      <a:cubicBezTo>
                        <a:pt x="513367" y="236680"/>
                        <a:pt x="511463" y="249443"/>
                        <a:pt x="495747" y="267922"/>
                      </a:cubicBezTo>
                      <a:cubicBezTo>
                        <a:pt x="462219" y="306784"/>
                        <a:pt x="419166" y="318690"/>
                        <a:pt x="370304" y="31783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456" name="任意多边形: 形状 455"/>
                <p:cNvSpPr/>
                <p:nvPr/>
              </p:nvSpPr>
              <p:spPr>
                <a:xfrm>
                  <a:off x="12573644" y="4227251"/>
                  <a:ext cx="452202" cy="379955"/>
                </a:xfrm>
                <a:custGeom>
                  <a:avLst/>
                  <a:gdLst>
                    <a:gd name="connsiteX0" fmla="*/ 377923 w 452202"/>
                    <a:gd name="connsiteY0" fmla="*/ 380331 h 379955"/>
                    <a:gd name="connsiteX1" fmla="*/ 141896 w 452202"/>
                    <a:gd name="connsiteY1" fmla="*/ 267555 h 379955"/>
                    <a:gd name="connsiteX2" fmla="*/ 4830 w 452202"/>
                    <a:gd name="connsiteY2" fmla="*/ 93724 h 379955"/>
                    <a:gd name="connsiteX3" fmla="*/ 61980 w 452202"/>
                    <a:gd name="connsiteY3" fmla="*/ 3331 h 379955"/>
                    <a:gd name="connsiteX4" fmla="*/ 204187 w 452202"/>
                    <a:gd name="connsiteY4" fmla="*/ 39717 h 379955"/>
                    <a:gd name="connsiteX5" fmla="*/ 422121 w 452202"/>
                    <a:gd name="connsiteY5" fmla="*/ 298606 h 379955"/>
                    <a:gd name="connsiteX6" fmla="*/ 443838 w 452202"/>
                    <a:gd name="connsiteY6" fmla="*/ 344898 h 379955"/>
                    <a:gd name="connsiteX7" fmla="*/ 423358 w 452202"/>
                    <a:gd name="connsiteY7" fmla="*/ 378235 h 379955"/>
                    <a:gd name="connsiteX8" fmla="*/ 377923 w 452202"/>
                    <a:gd name="connsiteY8" fmla="*/ 380331 h 379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202" h="379955">
                      <a:moveTo>
                        <a:pt x="377923" y="380331"/>
                      </a:moveTo>
                      <a:cubicBezTo>
                        <a:pt x="287817" y="378712"/>
                        <a:pt x="206473" y="337278"/>
                        <a:pt x="141896" y="267555"/>
                      </a:cubicBezTo>
                      <a:cubicBezTo>
                        <a:pt x="91890" y="213643"/>
                        <a:pt x="48455" y="153255"/>
                        <a:pt x="4830" y="93724"/>
                      </a:cubicBezTo>
                      <a:cubicBezTo>
                        <a:pt x="-17460" y="63434"/>
                        <a:pt x="16450" y="11999"/>
                        <a:pt x="61980" y="3331"/>
                      </a:cubicBezTo>
                      <a:cubicBezTo>
                        <a:pt x="115130" y="-6860"/>
                        <a:pt x="161230" y="10285"/>
                        <a:pt x="204187" y="39717"/>
                      </a:cubicBezTo>
                      <a:cubicBezTo>
                        <a:pt x="300581" y="106392"/>
                        <a:pt x="366970" y="197641"/>
                        <a:pt x="422121" y="298606"/>
                      </a:cubicBezTo>
                      <a:cubicBezTo>
                        <a:pt x="430215" y="313561"/>
                        <a:pt x="436694" y="329467"/>
                        <a:pt x="443838" y="344898"/>
                      </a:cubicBezTo>
                      <a:cubicBezTo>
                        <a:pt x="455458" y="369853"/>
                        <a:pt x="451742" y="376045"/>
                        <a:pt x="423358" y="378235"/>
                      </a:cubicBezTo>
                      <a:cubicBezTo>
                        <a:pt x="410596" y="379283"/>
                        <a:pt x="398213" y="379283"/>
                        <a:pt x="377923" y="38033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457" name="任意多边形: 形状 456"/>
                <p:cNvSpPr/>
                <p:nvPr/>
              </p:nvSpPr>
              <p:spPr>
                <a:xfrm>
                  <a:off x="12505673" y="3364558"/>
                  <a:ext cx="277960" cy="488669"/>
                </a:xfrm>
                <a:custGeom>
                  <a:avLst/>
                  <a:gdLst>
                    <a:gd name="connsiteX0" fmla="*/ 271208 w 277960"/>
                    <a:gd name="connsiteY0" fmla="*/ 488453 h 488669"/>
                    <a:gd name="connsiteX1" fmla="*/ 255681 w 277960"/>
                    <a:gd name="connsiteY1" fmla="*/ 488453 h 488669"/>
                    <a:gd name="connsiteX2" fmla="*/ 39368 w 277960"/>
                    <a:gd name="connsiteY2" fmla="*/ 296714 h 488669"/>
                    <a:gd name="connsiteX3" fmla="*/ -1304 w 277960"/>
                    <a:gd name="connsiteY3" fmla="*/ 29443 h 488669"/>
                    <a:gd name="connsiteX4" fmla="*/ 13461 w 277960"/>
                    <a:gd name="connsiteY4" fmla="*/ 9631 h 488669"/>
                    <a:gd name="connsiteX5" fmla="*/ 157954 w 277960"/>
                    <a:gd name="connsiteY5" fmla="*/ 53255 h 488669"/>
                    <a:gd name="connsiteX6" fmla="*/ 247300 w 277960"/>
                    <a:gd name="connsiteY6" fmla="*/ 229182 h 488669"/>
                    <a:gd name="connsiteX7" fmla="*/ 274066 w 277960"/>
                    <a:gd name="connsiteY7" fmla="*/ 465688 h 488669"/>
                    <a:gd name="connsiteX8" fmla="*/ 271208 w 277960"/>
                    <a:gd name="connsiteY8" fmla="*/ 488453 h 48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960" h="488669">
                      <a:moveTo>
                        <a:pt x="271208" y="488453"/>
                      </a:moveTo>
                      <a:cubicBezTo>
                        <a:pt x="266064" y="489243"/>
                        <a:pt x="260825" y="489243"/>
                        <a:pt x="255681" y="488453"/>
                      </a:cubicBezTo>
                      <a:cubicBezTo>
                        <a:pt x="159003" y="452448"/>
                        <a:pt x="83280" y="396060"/>
                        <a:pt x="39368" y="296714"/>
                      </a:cubicBezTo>
                      <a:cubicBezTo>
                        <a:pt x="1268" y="209846"/>
                        <a:pt x="-4922" y="120978"/>
                        <a:pt x="-1304" y="29443"/>
                      </a:cubicBezTo>
                      <a:cubicBezTo>
                        <a:pt x="317" y="20947"/>
                        <a:pt x="5745" y="13660"/>
                        <a:pt x="13461" y="9631"/>
                      </a:cubicBezTo>
                      <a:cubicBezTo>
                        <a:pt x="58800" y="-11991"/>
                        <a:pt x="116712" y="4964"/>
                        <a:pt x="157954" y="53255"/>
                      </a:cubicBezTo>
                      <a:cubicBezTo>
                        <a:pt x="201770" y="104500"/>
                        <a:pt x="227964" y="164507"/>
                        <a:pt x="247300" y="229182"/>
                      </a:cubicBezTo>
                      <a:cubicBezTo>
                        <a:pt x="270731" y="305687"/>
                        <a:pt x="279875" y="385878"/>
                        <a:pt x="274066" y="465688"/>
                      </a:cubicBezTo>
                      <a:cubicBezTo>
                        <a:pt x="273589" y="472832"/>
                        <a:pt x="272254" y="479975"/>
                        <a:pt x="271208" y="48845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458" name="任意多边形: 形状 457"/>
                <p:cNvSpPr/>
                <p:nvPr/>
              </p:nvSpPr>
              <p:spPr>
                <a:xfrm>
                  <a:off x="12596347" y="2922507"/>
                  <a:ext cx="229687" cy="509521"/>
                </a:xfrm>
                <a:custGeom>
                  <a:avLst/>
                  <a:gdLst>
                    <a:gd name="connsiteX0" fmla="*/ 227490 w 229687"/>
                    <a:gd name="connsiteY0" fmla="*/ 290520 h 509521"/>
                    <a:gd name="connsiteX1" fmla="*/ 207582 w 229687"/>
                    <a:gd name="connsiteY1" fmla="*/ 476448 h 509521"/>
                    <a:gd name="connsiteX2" fmla="*/ 159957 w 229687"/>
                    <a:gd name="connsiteY2" fmla="*/ 502737 h 509521"/>
                    <a:gd name="connsiteX3" fmla="*/ 21940 w 229687"/>
                    <a:gd name="connsiteY3" fmla="*/ 346717 h 509521"/>
                    <a:gd name="connsiteX4" fmla="*/ 11655 w 229687"/>
                    <a:gd name="connsiteY4" fmla="*/ 48299 h 509521"/>
                    <a:gd name="connsiteX5" fmla="*/ 112904 w 229687"/>
                    <a:gd name="connsiteY5" fmla="*/ 11437 h 509521"/>
                    <a:gd name="connsiteX6" fmla="*/ 195392 w 229687"/>
                    <a:gd name="connsiteY6" fmla="*/ 118593 h 509521"/>
                    <a:gd name="connsiteX7" fmla="*/ 227490 w 229687"/>
                    <a:gd name="connsiteY7" fmla="*/ 290520 h 509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87" h="509521">
                      <a:moveTo>
                        <a:pt x="227490" y="290520"/>
                      </a:moveTo>
                      <a:cubicBezTo>
                        <a:pt x="219679" y="365196"/>
                        <a:pt x="215203" y="421012"/>
                        <a:pt x="207582" y="476448"/>
                      </a:cubicBezTo>
                      <a:cubicBezTo>
                        <a:pt x="202631" y="512833"/>
                        <a:pt x="193676" y="515976"/>
                        <a:pt x="159957" y="502737"/>
                      </a:cubicBezTo>
                      <a:cubicBezTo>
                        <a:pt x="87378" y="474162"/>
                        <a:pt x="46420" y="418440"/>
                        <a:pt x="21940" y="346717"/>
                      </a:cubicBezTo>
                      <a:cubicBezTo>
                        <a:pt x="-11681" y="248038"/>
                        <a:pt x="-5300" y="148311"/>
                        <a:pt x="11655" y="48299"/>
                      </a:cubicBezTo>
                      <a:cubicBezTo>
                        <a:pt x="19180" y="3531"/>
                        <a:pt x="66042" y="-12470"/>
                        <a:pt x="112904" y="11437"/>
                      </a:cubicBezTo>
                      <a:cubicBezTo>
                        <a:pt x="154911" y="33164"/>
                        <a:pt x="185105" y="72416"/>
                        <a:pt x="195392" y="118593"/>
                      </a:cubicBezTo>
                      <a:cubicBezTo>
                        <a:pt x="211012" y="180696"/>
                        <a:pt x="219300" y="244704"/>
                        <a:pt x="227490" y="29052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459" name="任意多边形: 形状 458"/>
                <p:cNvSpPr/>
                <p:nvPr/>
              </p:nvSpPr>
              <p:spPr>
                <a:xfrm>
                  <a:off x="12505110" y="3811358"/>
                  <a:ext cx="348383" cy="420373"/>
                </a:xfrm>
                <a:custGeom>
                  <a:avLst/>
                  <a:gdLst>
                    <a:gd name="connsiteX0" fmla="*/ 79745 w 348383"/>
                    <a:gd name="connsiteY0" fmla="*/ 410 h 420373"/>
                    <a:gd name="connsiteX1" fmla="*/ 214811 w 348383"/>
                    <a:gd name="connsiteY1" fmla="*/ 80039 h 420373"/>
                    <a:gd name="connsiteX2" fmla="*/ 333683 w 348383"/>
                    <a:gd name="connsiteY2" fmla="*/ 329022 h 420373"/>
                    <a:gd name="connsiteX3" fmla="*/ 345589 w 348383"/>
                    <a:gd name="connsiteY3" fmla="*/ 399031 h 420373"/>
                    <a:gd name="connsiteX4" fmla="*/ 320823 w 348383"/>
                    <a:gd name="connsiteY4" fmla="*/ 419986 h 420373"/>
                    <a:gd name="connsiteX5" fmla="*/ 42503 w 348383"/>
                    <a:gd name="connsiteY5" fmla="*/ 195958 h 420373"/>
                    <a:gd name="connsiteX6" fmla="*/ 4403 w 348383"/>
                    <a:gd name="connsiteY6" fmla="*/ 85944 h 420373"/>
                    <a:gd name="connsiteX7" fmla="*/ 58504 w 348383"/>
                    <a:gd name="connsiteY7" fmla="*/ 1839 h 420373"/>
                    <a:gd name="connsiteX8" fmla="*/ 79745 w 348383"/>
                    <a:gd name="connsiteY8" fmla="*/ 410 h 42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383" h="420373">
                      <a:moveTo>
                        <a:pt x="79745" y="410"/>
                      </a:moveTo>
                      <a:cubicBezTo>
                        <a:pt x="135467" y="3839"/>
                        <a:pt x="178806" y="36605"/>
                        <a:pt x="214811" y="80039"/>
                      </a:cubicBezTo>
                      <a:cubicBezTo>
                        <a:pt x="274056" y="152172"/>
                        <a:pt x="314823" y="237621"/>
                        <a:pt x="333683" y="329022"/>
                      </a:cubicBezTo>
                      <a:cubicBezTo>
                        <a:pt x="338636" y="352168"/>
                        <a:pt x="342064" y="375600"/>
                        <a:pt x="345589" y="399031"/>
                      </a:cubicBezTo>
                      <a:cubicBezTo>
                        <a:pt x="348638" y="418938"/>
                        <a:pt x="339968" y="422653"/>
                        <a:pt x="320823" y="419986"/>
                      </a:cubicBezTo>
                      <a:cubicBezTo>
                        <a:pt x="182806" y="400936"/>
                        <a:pt x="95462" y="319497"/>
                        <a:pt x="42503" y="195958"/>
                      </a:cubicBezTo>
                      <a:cubicBezTo>
                        <a:pt x="26787" y="160420"/>
                        <a:pt x="14023" y="123616"/>
                        <a:pt x="4403" y="85944"/>
                      </a:cubicBezTo>
                      <a:cubicBezTo>
                        <a:pt x="-11027" y="21841"/>
                        <a:pt x="-1883" y="19269"/>
                        <a:pt x="58504" y="1839"/>
                      </a:cubicBezTo>
                      <a:cubicBezTo>
                        <a:pt x="65552" y="715"/>
                        <a:pt x="72601" y="238"/>
                        <a:pt x="79745" y="4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460" name="任意多边形: 形状 459"/>
                <p:cNvSpPr/>
                <p:nvPr/>
              </p:nvSpPr>
              <p:spPr>
                <a:xfrm>
                  <a:off x="12919349" y="2103840"/>
                  <a:ext cx="274161" cy="458499"/>
                </a:xfrm>
                <a:custGeom>
                  <a:avLst/>
                  <a:gdLst>
                    <a:gd name="connsiteX0" fmla="*/ 271964 w 274161"/>
                    <a:gd name="connsiteY0" fmla="*/ 116110 h 458499"/>
                    <a:gd name="connsiteX1" fmla="*/ 201099 w 274161"/>
                    <a:gd name="connsiteY1" fmla="*/ 319088 h 458499"/>
                    <a:gd name="connsiteX2" fmla="*/ 109753 w 274161"/>
                    <a:gd name="connsiteY2" fmla="*/ 445866 h 458499"/>
                    <a:gd name="connsiteX3" fmla="*/ 71653 w 274161"/>
                    <a:gd name="connsiteY3" fmla="*/ 451009 h 458499"/>
                    <a:gd name="connsiteX4" fmla="*/ 9169 w 274161"/>
                    <a:gd name="connsiteY4" fmla="*/ 238030 h 458499"/>
                    <a:gd name="connsiteX5" fmla="*/ 120420 w 274161"/>
                    <a:gd name="connsiteY5" fmla="*/ 34672 h 458499"/>
                    <a:gd name="connsiteX6" fmla="*/ 228148 w 274161"/>
                    <a:gd name="connsiteY6" fmla="*/ 19812 h 458499"/>
                    <a:gd name="connsiteX7" fmla="*/ 271964 w 274161"/>
                    <a:gd name="connsiteY7" fmla="*/ 116110 h 458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161" h="458499">
                      <a:moveTo>
                        <a:pt x="271964" y="116110"/>
                      </a:moveTo>
                      <a:cubicBezTo>
                        <a:pt x="268820" y="189643"/>
                        <a:pt x="241008" y="256985"/>
                        <a:pt x="201099" y="319088"/>
                      </a:cubicBezTo>
                      <a:cubicBezTo>
                        <a:pt x="172998" y="362903"/>
                        <a:pt x="139947" y="403479"/>
                        <a:pt x="109753" y="445866"/>
                      </a:cubicBezTo>
                      <a:cubicBezTo>
                        <a:pt x="98324" y="461868"/>
                        <a:pt x="88513" y="462534"/>
                        <a:pt x="71653" y="451009"/>
                      </a:cubicBezTo>
                      <a:cubicBezTo>
                        <a:pt x="-5596" y="396622"/>
                        <a:pt x="-14072" y="327184"/>
                        <a:pt x="9169" y="238030"/>
                      </a:cubicBezTo>
                      <a:cubicBezTo>
                        <a:pt x="29363" y="161830"/>
                        <a:pt x="72986" y="96679"/>
                        <a:pt x="120420" y="34672"/>
                      </a:cubicBezTo>
                      <a:cubicBezTo>
                        <a:pt x="151567" y="-6000"/>
                        <a:pt x="185858" y="-9906"/>
                        <a:pt x="228148" y="19812"/>
                      </a:cubicBezTo>
                      <a:cubicBezTo>
                        <a:pt x="257391" y="40101"/>
                        <a:pt x="271678" y="71248"/>
                        <a:pt x="271964" y="1161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461" name="任意多边形: 形状 460"/>
                <p:cNvSpPr/>
                <p:nvPr/>
              </p:nvSpPr>
              <p:spPr>
                <a:xfrm>
                  <a:off x="13079534" y="4996405"/>
                  <a:ext cx="411321" cy="250958"/>
                </a:xfrm>
                <a:custGeom>
                  <a:avLst/>
                  <a:gdLst>
                    <a:gd name="connsiteX0" fmla="*/ 262179 w 411321"/>
                    <a:gd name="connsiteY0" fmla="*/ 251257 h 250958"/>
                    <a:gd name="connsiteX1" fmla="*/ 75774 w 411321"/>
                    <a:gd name="connsiteY1" fmla="*/ 184582 h 250958"/>
                    <a:gd name="connsiteX2" fmla="*/ 44818 w 411321"/>
                    <a:gd name="connsiteY2" fmla="*/ 164674 h 250958"/>
                    <a:gd name="connsiteX3" fmla="*/ 3574 w 411321"/>
                    <a:gd name="connsiteY3" fmla="*/ 66853 h 250958"/>
                    <a:gd name="connsiteX4" fmla="*/ 88348 w 411321"/>
                    <a:gd name="connsiteY4" fmla="*/ 1511 h 250958"/>
                    <a:gd name="connsiteX5" fmla="*/ 278848 w 411321"/>
                    <a:gd name="connsiteY5" fmla="*/ 50374 h 250958"/>
                    <a:gd name="connsiteX6" fmla="*/ 392004 w 411321"/>
                    <a:gd name="connsiteY6" fmla="*/ 121050 h 250958"/>
                    <a:gd name="connsiteX7" fmla="*/ 404673 w 411321"/>
                    <a:gd name="connsiteY7" fmla="*/ 167722 h 250958"/>
                    <a:gd name="connsiteX8" fmla="*/ 262179 w 411321"/>
                    <a:gd name="connsiteY8" fmla="*/ 251257 h 25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321" h="250958">
                      <a:moveTo>
                        <a:pt x="262179" y="251257"/>
                      </a:moveTo>
                      <a:cubicBezTo>
                        <a:pt x="194837" y="252590"/>
                        <a:pt x="135496" y="218014"/>
                        <a:pt x="75774" y="184582"/>
                      </a:cubicBezTo>
                      <a:cubicBezTo>
                        <a:pt x="65105" y="178581"/>
                        <a:pt x="55106" y="171342"/>
                        <a:pt x="44818" y="164674"/>
                      </a:cubicBezTo>
                      <a:cubicBezTo>
                        <a:pt x="-3474" y="133432"/>
                        <a:pt x="-9000" y="120288"/>
                        <a:pt x="3574" y="66853"/>
                      </a:cubicBezTo>
                      <a:cubicBezTo>
                        <a:pt x="11290" y="33706"/>
                        <a:pt x="48532" y="5416"/>
                        <a:pt x="88348" y="1511"/>
                      </a:cubicBezTo>
                      <a:cubicBezTo>
                        <a:pt x="157595" y="-5156"/>
                        <a:pt x="219507" y="18370"/>
                        <a:pt x="278848" y="50374"/>
                      </a:cubicBezTo>
                      <a:cubicBezTo>
                        <a:pt x="317899" y="71520"/>
                        <a:pt x="354285" y="97428"/>
                        <a:pt x="392004" y="121050"/>
                      </a:cubicBezTo>
                      <a:cubicBezTo>
                        <a:pt x="411054" y="132861"/>
                        <a:pt x="412482" y="148577"/>
                        <a:pt x="404673" y="167722"/>
                      </a:cubicBezTo>
                      <a:cubicBezTo>
                        <a:pt x="380193" y="226396"/>
                        <a:pt x="336568" y="252971"/>
                        <a:pt x="262179" y="25125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462" name="任意多边形: 形状 461"/>
                <p:cNvSpPr/>
                <p:nvPr/>
              </p:nvSpPr>
              <p:spPr>
                <a:xfrm>
                  <a:off x="13233545" y="1875542"/>
                  <a:ext cx="331376" cy="375345"/>
                </a:xfrm>
                <a:custGeom>
                  <a:avLst/>
                  <a:gdLst>
                    <a:gd name="connsiteX0" fmla="*/ 329052 w 331376"/>
                    <a:gd name="connsiteY0" fmla="*/ 66183 h 375345"/>
                    <a:gd name="connsiteX1" fmla="*/ 280379 w 331376"/>
                    <a:gd name="connsiteY1" fmla="*/ 190008 h 375345"/>
                    <a:gd name="connsiteX2" fmla="*/ 55781 w 331376"/>
                    <a:gd name="connsiteY2" fmla="*/ 370983 h 375345"/>
                    <a:gd name="connsiteX3" fmla="*/ 19871 w 331376"/>
                    <a:gd name="connsiteY3" fmla="*/ 361458 h 375345"/>
                    <a:gd name="connsiteX4" fmla="*/ 16250 w 331376"/>
                    <a:gd name="connsiteY4" fmla="*/ 217916 h 375345"/>
                    <a:gd name="connsiteX5" fmla="*/ 221705 w 331376"/>
                    <a:gd name="connsiteY5" fmla="*/ 23796 h 375345"/>
                    <a:gd name="connsiteX6" fmla="*/ 246564 w 331376"/>
                    <a:gd name="connsiteY6" fmla="*/ 9985 h 375345"/>
                    <a:gd name="connsiteX7" fmla="*/ 329052 w 331376"/>
                    <a:gd name="connsiteY7" fmla="*/ 60182 h 375345"/>
                    <a:gd name="connsiteX8" fmla="*/ 329052 w 331376"/>
                    <a:gd name="connsiteY8" fmla="*/ 66183 h 37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376" h="375345">
                      <a:moveTo>
                        <a:pt x="329052" y="66183"/>
                      </a:moveTo>
                      <a:cubicBezTo>
                        <a:pt x="330099" y="119808"/>
                        <a:pt x="306382" y="155908"/>
                        <a:pt x="280379" y="190008"/>
                      </a:cubicBezTo>
                      <a:cubicBezTo>
                        <a:pt x="220371" y="268208"/>
                        <a:pt x="140076" y="322119"/>
                        <a:pt x="55781" y="370983"/>
                      </a:cubicBezTo>
                      <a:cubicBezTo>
                        <a:pt x="41207" y="379364"/>
                        <a:pt x="30061" y="376888"/>
                        <a:pt x="19871" y="361458"/>
                      </a:cubicBezTo>
                      <a:cubicBezTo>
                        <a:pt x="-11657" y="313833"/>
                        <a:pt x="-6227" y="265731"/>
                        <a:pt x="16250" y="217916"/>
                      </a:cubicBezTo>
                      <a:cubicBezTo>
                        <a:pt x="59113" y="126571"/>
                        <a:pt x="137790" y="72183"/>
                        <a:pt x="221705" y="23796"/>
                      </a:cubicBezTo>
                      <a:cubicBezTo>
                        <a:pt x="229896" y="19129"/>
                        <a:pt x="238088" y="14271"/>
                        <a:pt x="246564" y="9985"/>
                      </a:cubicBezTo>
                      <a:cubicBezTo>
                        <a:pt x="292762" y="-13351"/>
                        <a:pt x="325718" y="6746"/>
                        <a:pt x="329052" y="60182"/>
                      </a:cubicBezTo>
                      <a:cubicBezTo>
                        <a:pt x="329338" y="64563"/>
                        <a:pt x="329052" y="69326"/>
                        <a:pt x="329052" y="6618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463" name="任意多边形: 形状 462"/>
                <p:cNvSpPr/>
                <p:nvPr/>
              </p:nvSpPr>
              <p:spPr>
                <a:xfrm>
                  <a:off x="12933210" y="3710332"/>
                  <a:ext cx="215577" cy="466153"/>
                </a:xfrm>
                <a:custGeom>
                  <a:avLst/>
                  <a:gdLst>
                    <a:gd name="connsiteX0" fmla="*/ 71126 w 215577"/>
                    <a:gd name="connsiteY0" fmla="*/ 466529 h 466153"/>
                    <a:gd name="connsiteX1" fmla="*/ 8453 w 215577"/>
                    <a:gd name="connsiteY1" fmla="*/ 342704 h 466153"/>
                    <a:gd name="connsiteX2" fmla="*/ 35598 w 215577"/>
                    <a:gd name="connsiteY2" fmla="*/ 96293 h 466153"/>
                    <a:gd name="connsiteX3" fmla="*/ 179235 w 215577"/>
                    <a:gd name="connsiteY3" fmla="*/ 376 h 466153"/>
                    <a:gd name="connsiteX4" fmla="*/ 212668 w 215577"/>
                    <a:gd name="connsiteY4" fmla="*/ 36952 h 466153"/>
                    <a:gd name="connsiteX5" fmla="*/ 178568 w 215577"/>
                    <a:gd name="connsiteY5" fmla="*/ 267171 h 466153"/>
                    <a:gd name="connsiteX6" fmla="*/ 71126 w 215577"/>
                    <a:gd name="connsiteY6" fmla="*/ 466529 h 4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577" h="466153">
                      <a:moveTo>
                        <a:pt x="71126" y="466529"/>
                      </a:moveTo>
                      <a:cubicBezTo>
                        <a:pt x="38837" y="432115"/>
                        <a:pt x="17024" y="389139"/>
                        <a:pt x="8453" y="342704"/>
                      </a:cubicBezTo>
                      <a:cubicBezTo>
                        <a:pt x="-9551" y="258218"/>
                        <a:pt x="-7360" y="174112"/>
                        <a:pt x="35598" y="96293"/>
                      </a:cubicBezTo>
                      <a:cubicBezTo>
                        <a:pt x="66363" y="40571"/>
                        <a:pt x="110370" y="1043"/>
                        <a:pt x="179235" y="376"/>
                      </a:cubicBezTo>
                      <a:cubicBezTo>
                        <a:pt x="204285" y="376"/>
                        <a:pt x="216573" y="10568"/>
                        <a:pt x="212668" y="36952"/>
                      </a:cubicBezTo>
                      <a:cubicBezTo>
                        <a:pt x="201525" y="113723"/>
                        <a:pt x="194665" y="191447"/>
                        <a:pt x="178568" y="267171"/>
                      </a:cubicBezTo>
                      <a:cubicBezTo>
                        <a:pt x="162853" y="341276"/>
                        <a:pt x="120750" y="403950"/>
                        <a:pt x="71126" y="46652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467" name="任意多边形: 形状 466"/>
                <p:cNvSpPr/>
                <p:nvPr/>
              </p:nvSpPr>
              <p:spPr>
                <a:xfrm>
                  <a:off x="12991627" y="2600764"/>
                  <a:ext cx="374631" cy="342453"/>
                </a:xfrm>
                <a:custGeom>
                  <a:avLst/>
                  <a:gdLst>
                    <a:gd name="connsiteX0" fmla="*/ 290173 w 374631"/>
                    <a:gd name="connsiteY0" fmla="*/ 376 h 342453"/>
                    <a:gd name="connsiteX1" fmla="*/ 354658 w 374631"/>
                    <a:gd name="connsiteY1" fmla="*/ 19426 h 342453"/>
                    <a:gd name="connsiteX2" fmla="*/ 366278 w 374631"/>
                    <a:gd name="connsiteY2" fmla="*/ 55050 h 342453"/>
                    <a:gd name="connsiteX3" fmla="*/ 63669 w 374631"/>
                    <a:gd name="connsiteY3" fmla="*/ 329369 h 342453"/>
                    <a:gd name="connsiteX4" fmla="*/ 4805 w 374631"/>
                    <a:gd name="connsiteY4" fmla="*/ 281744 h 342453"/>
                    <a:gd name="connsiteX5" fmla="*/ 235214 w 374631"/>
                    <a:gd name="connsiteY5" fmla="*/ 10853 h 342453"/>
                    <a:gd name="connsiteX6" fmla="*/ 249215 w 374631"/>
                    <a:gd name="connsiteY6" fmla="*/ 8091 h 342453"/>
                    <a:gd name="connsiteX7" fmla="*/ 288934 w 374631"/>
                    <a:gd name="connsiteY7" fmla="*/ 4281 h 342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631" h="342453">
                      <a:moveTo>
                        <a:pt x="290173" y="376"/>
                      </a:moveTo>
                      <a:cubicBezTo>
                        <a:pt x="311700" y="6567"/>
                        <a:pt x="333227" y="12568"/>
                        <a:pt x="354658" y="19426"/>
                      </a:cubicBezTo>
                      <a:cubicBezTo>
                        <a:pt x="376089" y="26284"/>
                        <a:pt x="375708" y="40286"/>
                        <a:pt x="366278" y="55050"/>
                      </a:cubicBezTo>
                      <a:cubicBezTo>
                        <a:pt x="290078" y="173731"/>
                        <a:pt x="206258" y="283650"/>
                        <a:pt x="63669" y="329369"/>
                      </a:cubicBezTo>
                      <a:cubicBezTo>
                        <a:pt x="-6150" y="351848"/>
                        <a:pt x="-9959" y="352420"/>
                        <a:pt x="4805" y="281744"/>
                      </a:cubicBezTo>
                      <a:cubicBezTo>
                        <a:pt x="32140" y="151061"/>
                        <a:pt x="109580" y="59907"/>
                        <a:pt x="235214" y="10853"/>
                      </a:cubicBezTo>
                      <a:cubicBezTo>
                        <a:pt x="239786" y="9349"/>
                        <a:pt x="244453" y="8424"/>
                        <a:pt x="249215" y="8091"/>
                      </a:cubicBezTo>
                      <a:cubicBezTo>
                        <a:pt x="262359" y="6662"/>
                        <a:pt x="275695" y="5519"/>
                        <a:pt x="288934" y="428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77" name="任意多边形: 形状 63"/>
                <p:cNvSpPr/>
                <p:nvPr/>
              </p:nvSpPr>
              <p:spPr>
                <a:xfrm>
                  <a:off x="12896438" y="2957334"/>
                  <a:ext cx="306433" cy="392571"/>
                </a:xfrm>
                <a:custGeom>
                  <a:avLst/>
                  <a:gdLst>
                    <a:gd name="connsiteX0" fmla="*/ 14364 w 306433"/>
                    <a:gd name="connsiteY0" fmla="*/ 392947 h 392571"/>
                    <a:gd name="connsiteX1" fmla="*/ 1027 w 306433"/>
                    <a:gd name="connsiteY1" fmla="*/ 351514 h 392571"/>
                    <a:gd name="connsiteX2" fmla="*/ 194671 w 306433"/>
                    <a:gd name="connsiteY2" fmla="*/ 6804 h 392571"/>
                    <a:gd name="connsiteX3" fmla="*/ 293065 w 306433"/>
                    <a:gd name="connsiteY3" fmla="*/ 1565 h 392571"/>
                    <a:gd name="connsiteX4" fmla="*/ 303923 w 306433"/>
                    <a:gd name="connsiteY4" fmla="*/ 30140 h 392571"/>
                    <a:gd name="connsiteX5" fmla="*/ 208673 w 306433"/>
                    <a:gd name="connsiteY5" fmla="*/ 231880 h 392571"/>
                    <a:gd name="connsiteX6" fmla="*/ 14364 w 306433"/>
                    <a:gd name="connsiteY6" fmla="*/ 392947 h 39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6433" h="392571">
                      <a:moveTo>
                        <a:pt x="14364" y="392947"/>
                      </a:moveTo>
                      <a:cubicBezTo>
                        <a:pt x="8934" y="379460"/>
                        <a:pt x="4457" y="365620"/>
                        <a:pt x="1027" y="351514"/>
                      </a:cubicBezTo>
                      <a:cubicBezTo>
                        <a:pt x="-20499" y="225974"/>
                        <a:pt x="68179" y="47952"/>
                        <a:pt x="194671" y="6804"/>
                      </a:cubicBezTo>
                      <a:cubicBezTo>
                        <a:pt x="224960" y="-2721"/>
                        <a:pt x="260107" y="994"/>
                        <a:pt x="293065" y="1565"/>
                      </a:cubicBezTo>
                      <a:cubicBezTo>
                        <a:pt x="297065" y="1565"/>
                        <a:pt x="306018" y="21377"/>
                        <a:pt x="303923" y="30140"/>
                      </a:cubicBezTo>
                      <a:cubicBezTo>
                        <a:pt x="284873" y="103292"/>
                        <a:pt x="250203" y="169015"/>
                        <a:pt x="208673" y="231880"/>
                      </a:cubicBezTo>
                      <a:cubicBezTo>
                        <a:pt x="160571" y="302936"/>
                        <a:pt x="86943" y="341227"/>
                        <a:pt x="14364" y="39294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78" name="任意多边形: 形状 64"/>
                <p:cNvSpPr/>
                <p:nvPr/>
              </p:nvSpPr>
              <p:spPr>
                <a:xfrm>
                  <a:off x="13139120" y="2234852"/>
                  <a:ext cx="374959" cy="357217"/>
                </a:xfrm>
                <a:custGeom>
                  <a:avLst/>
                  <a:gdLst>
                    <a:gd name="connsiteX0" fmla="*/ -2099 w 374959"/>
                    <a:gd name="connsiteY0" fmla="*/ 326664 h 357217"/>
                    <a:gd name="connsiteX1" fmla="*/ 154206 w 374959"/>
                    <a:gd name="connsiteY1" fmla="*/ 69489 h 357217"/>
                    <a:gd name="connsiteX2" fmla="*/ 343848 w 374959"/>
                    <a:gd name="connsiteY2" fmla="*/ 814 h 357217"/>
                    <a:gd name="connsiteX3" fmla="*/ 366995 w 374959"/>
                    <a:gd name="connsiteY3" fmla="*/ 32723 h 357217"/>
                    <a:gd name="connsiteX4" fmla="*/ 23046 w 374959"/>
                    <a:gd name="connsiteY4" fmla="*/ 354763 h 357217"/>
                    <a:gd name="connsiteX5" fmla="*/ -2099 w 374959"/>
                    <a:gd name="connsiteY5" fmla="*/ 326664 h 35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959" h="357217">
                      <a:moveTo>
                        <a:pt x="-2099" y="326664"/>
                      </a:moveTo>
                      <a:cubicBezTo>
                        <a:pt x="7426" y="221889"/>
                        <a:pt x="64576" y="136164"/>
                        <a:pt x="154206" y="69489"/>
                      </a:cubicBezTo>
                      <a:cubicBezTo>
                        <a:pt x="209356" y="28570"/>
                        <a:pt x="275268" y="4691"/>
                        <a:pt x="343848" y="814"/>
                      </a:cubicBezTo>
                      <a:cubicBezTo>
                        <a:pt x="374899" y="-1377"/>
                        <a:pt x="377948" y="3957"/>
                        <a:pt x="366995" y="32723"/>
                      </a:cubicBezTo>
                      <a:cubicBezTo>
                        <a:pt x="304796" y="195981"/>
                        <a:pt x="187257" y="300470"/>
                        <a:pt x="23046" y="354763"/>
                      </a:cubicBezTo>
                      <a:cubicBezTo>
                        <a:pt x="2759" y="361907"/>
                        <a:pt x="-3052" y="356573"/>
                        <a:pt x="-2099" y="32666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79" name="任意多边形: 形状 65"/>
                <p:cNvSpPr/>
                <p:nvPr/>
              </p:nvSpPr>
              <p:spPr>
                <a:xfrm>
                  <a:off x="13039047" y="4065476"/>
                  <a:ext cx="201524" cy="412094"/>
                </a:xfrm>
                <a:custGeom>
                  <a:avLst/>
                  <a:gdLst>
                    <a:gd name="connsiteX0" fmla="*/ 95211 w 201524"/>
                    <a:gd name="connsiteY0" fmla="*/ 412470 h 412094"/>
                    <a:gd name="connsiteX1" fmla="*/ 16153 w 201524"/>
                    <a:gd name="connsiteY1" fmla="*/ 299789 h 412094"/>
                    <a:gd name="connsiteX2" fmla="*/ 1579 w 201524"/>
                    <a:gd name="connsiteY2" fmla="*/ 139483 h 412094"/>
                    <a:gd name="connsiteX3" fmla="*/ 120928 w 201524"/>
                    <a:gd name="connsiteY3" fmla="*/ 704 h 412094"/>
                    <a:gd name="connsiteX4" fmla="*/ 187603 w 201524"/>
                    <a:gd name="connsiteY4" fmla="*/ 8229 h 412094"/>
                    <a:gd name="connsiteX5" fmla="*/ 199319 w 201524"/>
                    <a:gd name="connsiteY5" fmla="*/ 30708 h 412094"/>
                    <a:gd name="connsiteX6" fmla="*/ 187508 w 201524"/>
                    <a:gd name="connsiteY6" fmla="*/ 240925 h 412094"/>
                    <a:gd name="connsiteX7" fmla="*/ 159600 w 201524"/>
                    <a:gd name="connsiteY7" fmla="*/ 314934 h 412094"/>
                    <a:gd name="connsiteX8" fmla="*/ 95211 w 201524"/>
                    <a:gd name="connsiteY8" fmla="*/ 412470 h 41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524" h="412094">
                      <a:moveTo>
                        <a:pt x="95211" y="412470"/>
                      </a:moveTo>
                      <a:cubicBezTo>
                        <a:pt x="58443" y="383438"/>
                        <a:pt x="30917" y="344261"/>
                        <a:pt x="16153" y="299789"/>
                      </a:cubicBezTo>
                      <a:cubicBezTo>
                        <a:pt x="-1565" y="248307"/>
                        <a:pt x="-6518" y="193309"/>
                        <a:pt x="1579" y="139483"/>
                      </a:cubicBezTo>
                      <a:cubicBezTo>
                        <a:pt x="8342" y="87763"/>
                        <a:pt x="46442" y="10039"/>
                        <a:pt x="120928" y="704"/>
                      </a:cubicBezTo>
                      <a:cubicBezTo>
                        <a:pt x="143406" y="-591"/>
                        <a:pt x="165981" y="1952"/>
                        <a:pt x="187603" y="8229"/>
                      </a:cubicBezTo>
                      <a:cubicBezTo>
                        <a:pt x="193128" y="9467"/>
                        <a:pt x="199605" y="23088"/>
                        <a:pt x="199319" y="30708"/>
                      </a:cubicBezTo>
                      <a:cubicBezTo>
                        <a:pt x="196556" y="100907"/>
                        <a:pt x="194461" y="171202"/>
                        <a:pt x="187508" y="240925"/>
                      </a:cubicBezTo>
                      <a:cubicBezTo>
                        <a:pt x="183222" y="267195"/>
                        <a:pt x="173697" y="292350"/>
                        <a:pt x="159600" y="314934"/>
                      </a:cubicBezTo>
                      <a:cubicBezTo>
                        <a:pt x="140931" y="347795"/>
                        <a:pt x="118165" y="378180"/>
                        <a:pt x="95211" y="4124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80" name="任意多边形: 形状 69"/>
                <p:cNvSpPr/>
                <p:nvPr/>
              </p:nvSpPr>
              <p:spPr>
                <a:xfrm>
                  <a:off x="13394067" y="4617829"/>
                  <a:ext cx="225782" cy="377282"/>
                </a:xfrm>
                <a:custGeom>
                  <a:avLst/>
                  <a:gdLst>
                    <a:gd name="connsiteX0" fmla="*/ 223586 w 225782"/>
                    <a:gd name="connsiteY0" fmla="*/ 243974 h 377282"/>
                    <a:gd name="connsiteX1" fmla="*/ 193390 w 225782"/>
                    <a:gd name="connsiteY1" fmla="*/ 372657 h 377282"/>
                    <a:gd name="connsiteX2" fmla="*/ 164815 w 225782"/>
                    <a:gd name="connsiteY2" fmla="*/ 376182 h 377282"/>
                    <a:gd name="connsiteX3" fmla="*/ 21940 w 225782"/>
                    <a:gd name="connsiteY3" fmla="*/ 236450 h 377282"/>
                    <a:gd name="connsiteX4" fmla="*/ 5843 w 225782"/>
                    <a:gd name="connsiteY4" fmla="*/ 90527 h 377282"/>
                    <a:gd name="connsiteX5" fmla="*/ 124524 w 225782"/>
                    <a:gd name="connsiteY5" fmla="*/ 420 h 377282"/>
                    <a:gd name="connsiteX6" fmla="*/ 148146 w 225782"/>
                    <a:gd name="connsiteY6" fmla="*/ 12327 h 377282"/>
                    <a:gd name="connsiteX7" fmla="*/ 223586 w 225782"/>
                    <a:gd name="connsiteY7" fmla="*/ 243974 h 37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82" h="377282">
                      <a:moveTo>
                        <a:pt x="223586" y="243974"/>
                      </a:moveTo>
                      <a:cubicBezTo>
                        <a:pt x="215298" y="280741"/>
                        <a:pt x="205582" y="327033"/>
                        <a:pt x="193390" y="372657"/>
                      </a:cubicBezTo>
                      <a:cubicBezTo>
                        <a:pt x="192439" y="376277"/>
                        <a:pt x="172721" y="379706"/>
                        <a:pt x="164815" y="376182"/>
                      </a:cubicBezTo>
                      <a:cubicBezTo>
                        <a:pt x="101474" y="348922"/>
                        <a:pt x="50610" y="299124"/>
                        <a:pt x="21940" y="236450"/>
                      </a:cubicBezTo>
                      <a:cubicBezTo>
                        <a:pt x="318" y="190158"/>
                        <a:pt x="-10826" y="142533"/>
                        <a:pt x="5843" y="90527"/>
                      </a:cubicBezTo>
                      <a:cubicBezTo>
                        <a:pt x="21465" y="41663"/>
                        <a:pt x="73471" y="-1199"/>
                        <a:pt x="124524" y="420"/>
                      </a:cubicBezTo>
                      <a:cubicBezTo>
                        <a:pt x="133763" y="772"/>
                        <a:pt x="142337" y="5117"/>
                        <a:pt x="148146" y="12327"/>
                      </a:cubicBezTo>
                      <a:cubicBezTo>
                        <a:pt x="185676" y="81954"/>
                        <a:pt x="217870" y="153392"/>
                        <a:pt x="223586" y="24397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81" name="任意多边形: 形状 70"/>
                <p:cNvSpPr/>
                <p:nvPr/>
              </p:nvSpPr>
              <p:spPr>
                <a:xfrm>
                  <a:off x="12876994" y="3374377"/>
                  <a:ext cx="224744" cy="389353"/>
                </a:xfrm>
                <a:custGeom>
                  <a:avLst/>
                  <a:gdLst>
                    <a:gd name="connsiteX0" fmla="*/ -2197 w 224744"/>
                    <a:gd name="connsiteY0" fmla="*/ 261369 h 389353"/>
                    <a:gd name="connsiteX1" fmla="*/ 101148 w 224744"/>
                    <a:gd name="connsiteY1" fmla="*/ 24292 h 389353"/>
                    <a:gd name="connsiteX2" fmla="*/ 192398 w 224744"/>
                    <a:gd name="connsiteY2" fmla="*/ 2860 h 389353"/>
                    <a:gd name="connsiteX3" fmla="*/ 221736 w 224744"/>
                    <a:gd name="connsiteY3" fmla="*/ 42008 h 389353"/>
                    <a:gd name="connsiteX4" fmla="*/ 148108 w 224744"/>
                    <a:gd name="connsiteY4" fmla="*/ 296135 h 389353"/>
                    <a:gd name="connsiteX5" fmla="*/ 44761 w 224744"/>
                    <a:gd name="connsiteY5" fmla="*/ 386242 h 389353"/>
                    <a:gd name="connsiteX6" fmla="*/ 16186 w 224744"/>
                    <a:gd name="connsiteY6" fmla="*/ 373192 h 389353"/>
                    <a:gd name="connsiteX7" fmla="*/ -2197 w 224744"/>
                    <a:gd name="connsiteY7" fmla="*/ 261369 h 389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744" h="389353">
                      <a:moveTo>
                        <a:pt x="-2197" y="261369"/>
                      </a:moveTo>
                      <a:cubicBezTo>
                        <a:pt x="-1341" y="166690"/>
                        <a:pt x="24283" y="84680"/>
                        <a:pt x="101148" y="24292"/>
                      </a:cubicBezTo>
                      <a:cubicBezTo>
                        <a:pt x="126772" y="3765"/>
                        <a:pt x="160298" y="-4112"/>
                        <a:pt x="192398" y="2860"/>
                      </a:cubicBezTo>
                      <a:cubicBezTo>
                        <a:pt x="213543" y="6766"/>
                        <a:pt x="225926" y="16481"/>
                        <a:pt x="221736" y="42008"/>
                      </a:cubicBezTo>
                      <a:cubicBezTo>
                        <a:pt x="207544" y="129829"/>
                        <a:pt x="200779" y="219745"/>
                        <a:pt x="148108" y="296135"/>
                      </a:cubicBezTo>
                      <a:cubicBezTo>
                        <a:pt x="121437" y="334711"/>
                        <a:pt x="90958" y="368906"/>
                        <a:pt x="44761" y="386242"/>
                      </a:cubicBezTo>
                      <a:cubicBezTo>
                        <a:pt x="28473" y="392338"/>
                        <a:pt x="19425" y="391861"/>
                        <a:pt x="16186" y="373192"/>
                      </a:cubicBezTo>
                      <a:cubicBezTo>
                        <a:pt x="10279" y="335854"/>
                        <a:pt x="3993" y="298707"/>
                        <a:pt x="-2197" y="26136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82" name="任意多边形: 形状 71"/>
                <p:cNvSpPr/>
                <p:nvPr/>
              </p:nvSpPr>
              <p:spPr>
                <a:xfrm>
                  <a:off x="13198922" y="4374711"/>
                  <a:ext cx="212518" cy="363130"/>
                </a:xfrm>
                <a:custGeom>
                  <a:avLst/>
                  <a:gdLst>
                    <a:gd name="connsiteX0" fmla="*/ 202513 w 212518"/>
                    <a:gd name="connsiteY0" fmla="*/ 186389 h 363130"/>
                    <a:gd name="connsiteX1" fmla="*/ 163173 w 212518"/>
                    <a:gd name="connsiteY1" fmla="*/ 308118 h 363130"/>
                    <a:gd name="connsiteX2" fmla="*/ 144123 w 212518"/>
                    <a:gd name="connsiteY2" fmla="*/ 336217 h 363130"/>
                    <a:gd name="connsiteX3" fmla="*/ 91926 w 212518"/>
                    <a:gd name="connsiteY3" fmla="*/ 346314 h 363130"/>
                    <a:gd name="connsiteX4" fmla="*/ 2106 w 212518"/>
                    <a:gd name="connsiteY4" fmla="*/ 101426 h 363130"/>
                    <a:gd name="connsiteX5" fmla="*/ 144981 w 212518"/>
                    <a:gd name="connsiteY5" fmla="*/ 2175 h 363130"/>
                    <a:gd name="connsiteX6" fmla="*/ 168889 w 212518"/>
                    <a:gd name="connsiteY6" fmla="*/ 25893 h 363130"/>
                    <a:gd name="connsiteX7" fmla="*/ 210322 w 212518"/>
                    <a:gd name="connsiteY7" fmla="*/ 184770 h 363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518" h="363130">
                      <a:moveTo>
                        <a:pt x="202513" y="186389"/>
                      </a:moveTo>
                      <a:cubicBezTo>
                        <a:pt x="206417" y="232585"/>
                        <a:pt x="190511" y="272114"/>
                        <a:pt x="163173" y="308118"/>
                      </a:cubicBezTo>
                      <a:cubicBezTo>
                        <a:pt x="156315" y="317109"/>
                        <a:pt x="149934" y="326491"/>
                        <a:pt x="144123" y="336217"/>
                      </a:cubicBezTo>
                      <a:cubicBezTo>
                        <a:pt x="124501" y="369555"/>
                        <a:pt x="120501" y="371650"/>
                        <a:pt x="91926" y="346314"/>
                      </a:cubicBezTo>
                      <a:cubicBezTo>
                        <a:pt x="18489" y="281163"/>
                        <a:pt x="-14753" y="199724"/>
                        <a:pt x="2106" y="101426"/>
                      </a:cubicBezTo>
                      <a:cubicBezTo>
                        <a:pt x="12773" y="39037"/>
                        <a:pt x="82973" y="-9731"/>
                        <a:pt x="144981" y="2175"/>
                      </a:cubicBezTo>
                      <a:cubicBezTo>
                        <a:pt x="156125" y="6042"/>
                        <a:pt x="164982" y="14767"/>
                        <a:pt x="168889" y="25893"/>
                      </a:cubicBezTo>
                      <a:cubicBezTo>
                        <a:pt x="184128" y="78471"/>
                        <a:pt x="196797" y="131715"/>
                        <a:pt x="210322" y="1847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grpSp>
          <p:grpSp>
            <p:nvGrpSpPr>
              <p:cNvPr id="83" name="组合 82"/>
              <p:cNvGrpSpPr/>
              <p:nvPr/>
            </p:nvGrpSpPr>
            <p:grpSpPr>
              <a:xfrm rot="0" flipH="1">
                <a:off x="17807" y="715"/>
                <a:ext cx="622" cy="1116"/>
                <a:chOff x="12505110" y="1875542"/>
                <a:chExt cx="2029933" cy="3642920"/>
              </a:xfrm>
              <a:gradFill>
                <a:gsLst>
                  <a:gs pos="0">
                    <a:srgbClr val="FFCD69">
                      <a:lumMod val="40000"/>
                      <a:lumOff val="60000"/>
                    </a:srgbClr>
                  </a:gs>
                  <a:gs pos="100000">
                    <a:srgbClr val="FFCD69">
                      <a:lumMod val="60000"/>
                      <a:lumOff val="40000"/>
                    </a:srgbClr>
                  </a:gs>
                </a:gsLst>
                <a:lin ang="5400000" scaled="1"/>
              </a:gradFill>
            </p:grpSpPr>
            <p:sp>
              <p:nvSpPr>
                <p:cNvPr id="84" name="任意多边形: 形状 52"/>
                <p:cNvSpPr/>
                <p:nvPr/>
              </p:nvSpPr>
              <p:spPr>
                <a:xfrm>
                  <a:off x="12724094" y="2480178"/>
                  <a:ext cx="1810949" cy="3038284"/>
                </a:xfrm>
                <a:custGeom>
                  <a:avLst/>
                  <a:gdLst>
                    <a:gd name="connsiteX0" fmla="*/ 193566 w 1810949"/>
                    <a:gd name="connsiteY0" fmla="*/ 433763 h 3038284"/>
                    <a:gd name="connsiteX1" fmla="*/ 155466 w 1810949"/>
                    <a:gd name="connsiteY1" fmla="*/ 501962 h 3038284"/>
                    <a:gd name="connsiteX2" fmla="*/ 131653 w 1810949"/>
                    <a:gd name="connsiteY2" fmla="*/ 509011 h 3038284"/>
                    <a:gd name="connsiteX3" fmla="*/ 22020 w 1810949"/>
                    <a:gd name="connsiteY3" fmla="*/ 388329 h 3038284"/>
                    <a:gd name="connsiteX4" fmla="*/ 494 w 1810949"/>
                    <a:gd name="connsiteY4" fmla="*/ 223451 h 3038284"/>
                    <a:gd name="connsiteX5" fmla="*/ 69264 w 1810949"/>
                    <a:gd name="connsiteY5" fmla="*/ 19902 h 3038284"/>
                    <a:gd name="connsiteX6" fmla="*/ 116126 w 1810949"/>
                    <a:gd name="connsiteY6" fmla="*/ 4662 h 3038284"/>
                    <a:gd name="connsiteX7" fmla="*/ 237379 w 1810949"/>
                    <a:gd name="connsiteY7" fmla="*/ 217260 h 3038284"/>
                    <a:gd name="connsiteX8" fmla="*/ 216806 w 1810949"/>
                    <a:gd name="connsiteY8" fmla="*/ 352039 h 3038284"/>
                    <a:gd name="connsiteX9" fmla="*/ 219474 w 1810949"/>
                    <a:gd name="connsiteY9" fmla="*/ 378232 h 3038284"/>
                    <a:gd name="connsiteX10" fmla="*/ 348821 w 1810949"/>
                    <a:gd name="connsiteY10" fmla="*/ 81624 h 3038284"/>
                    <a:gd name="connsiteX11" fmla="*/ 359109 w 1810949"/>
                    <a:gd name="connsiteY11" fmla="*/ 84958 h 3038284"/>
                    <a:gd name="connsiteX12" fmla="*/ 354442 w 1810949"/>
                    <a:gd name="connsiteY12" fmla="*/ 106770 h 3038284"/>
                    <a:gd name="connsiteX13" fmla="*/ 244332 w 1810949"/>
                    <a:gd name="connsiteY13" fmla="*/ 395092 h 3038284"/>
                    <a:gd name="connsiteX14" fmla="*/ 161561 w 1810949"/>
                    <a:gd name="connsiteY14" fmla="*/ 728467 h 3038284"/>
                    <a:gd name="connsiteX15" fmla="*/ 133463 w 1810949"/>
                    <a:gd name="connsiteY15" fmla="*/ 1132136 h 3038284"/>
                    <a:gd name="connsiteX16" fmla="*/ 158989 w 1810949"/>
                    <a:gd name="connsiteY16" fmla="*/ 1401694 h 3038284"/>
                    <a:gd name="connsiteX17" fmla="*/ 225664 w 1810949"/>
                    <a:gd name="connsiteY17" fmla="*/ 1672394 h 3038284"/>
                    <a:gd name="connsiteX18" fmla="*/ 414831 w 1810949"/>
                    <a:gd name="connsiteY18" fmla="*/ 2081302 h 3038284"/>
                    <a:gd name="connsiteX19" fmla="*/ 898034 w 1810949"/>
                    <a:gd name="connsiteY19" fmla="*/ 2589747 h 3038284"/>
                    <a:gd name="connsiteX20" fmla="*/ 1317134 w 1810949"/>
                    <a:gd name="connsiteY20" fmla="*/ 2804250 h 3038284"/>
                    <a:gd name="connsiteX21" fmla="*/ 1777478 w 1810949"/>
                    <a:gd name="connsiteY21" fmla="*/ 2892547 h 3038284"/>
                    <a:gd name="connsiteX22" fmla="*/ 1807672 w 1810949"/>
                    <a:gd name="connsiteY22" fmla="*/ 2925599 h 3038284"/>
                    <a:gd name="connsiteX23" fmla="*/ 1792526 w 1810949"/>
                    <a:gd name="connsiteY23" fmla="*/ 3024278 h 3038284"/>
                    <a:gd name="connsiteX24" fmla="*/ 1768237 w 1810949"/>
                    <a:gd name="connsiteY24" fmla="*/ 3038660 h 3038284"/>
                    <a:gd name="connsiteX25" fmla="*/ 1609647 w 1810949"/>
                    <a:gd name="connsiteY25" fmla="*/ 3020277 h 3038284"/>
                    <a:gd name="connsiteX26" fmla="*/ 1400097 w 1810949"/>
                    <a:gd name="connsiteY26" fmla="*/ 2968080 h 3038284"/>
                    <a:gd name="connsiteX27" fmla="*/ 1127776 w 1810949"/>
                    <a:gd name="connsiteY27" fmla="*/ 2862257 h 3038284"/>
                    <a:gd name="connsiteX28" fmla="*/ 563706 w 1810949"/>
                    <a:gd name="connsiteY28" fmla="*/ 2435728 h 3038284"/>
                    <a:gd name="connsiteX29" fmla="*/ 233284 w 1810949"/>
                    <a:gd name="connsiteY29" fmla="*/ 1910614 h 3038284"/>
                    <a:gd name="connsiteX30" fmla="*/ 110696 w 1810949"/>
                    <a:gd name="connsiteY30" fmla="*/ 1479037 h 3038284"/>
                    <a:gd name="connsiteX31" fmla="*/ 87265 w 1810949"/>
                    <a:gd name="connsiteY31" fmla="*/ 1018122 h 3038284"/>
                    <a:gd name="connsiteX32" fmla="*/ 138988 w 1810949"/>
                    <a:gd name="connsiteY32" fmla="*/ 669221 h 3038284"/>
                    <a:gd name="connsiteX33" fmla="*/ 197470 w 1810949"/>
                    <a:gd name="connsiteY33" fmla="*/ 458338 h 3038284"/>
                    <a:gd name="connsiteX34" fmla="*/ 199565 w 1810949"/>
                    <a:gd name="connsiteY34" fmla="*/ 434239 h 303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0949" h="3038284">
                      <a:moveTo>
                        <a:pt x="193566" y="433763"/>
                      </a:moveTo>
                      <a:cubicBezTo>
                        <a:pt x="180992" y="456718"/>
                        <a:pt x="169563" y="480245"/>
                        <a:pt x="155466" y="501962"/>
                      </a:cubicBezTo>
                      <a:cubicBezTo>
                        <a:pt x="151750" y="507487"/>
                        <a:pt x="135272" y="512154"/>
                        <a:pt x="131653" y="509011"/>
                      </a:cubicBezTo>
                      <a:cubicBezTo>
                        <a:pt x="90123" y="473578"/>
                        <a:pt x="43928" y="442336"/>
                        <a:pt x="22020" y="388329"/>
                      </a:cubicBezTo>
                      <a:cubicBezTo>
                        <a:pt x="685" y="336161"/>
                        <a:pt x="-6745" y="279344"/>
                        <a:pt x="494" y="223451"/>
                      </a:cubicBezTo>
                      <a:cubicBezTo>
                        <a:pt x="9733" y="151728"/>
                        <a:pt x="33164" y="82548"/>
                        <a:pt x="69264" y="19902"/>
                      </a:cubicBezTo>
                      <a:cubicBezTo>
                        <a:pt x="81170" y="-1148"/>
                        <a:pt x="94218" y="-3339"/>
                        <a:pt x="116126" y="4662"/>
                      </a:cubicBezTo>
                      <a:cubicBezTo>
                        <a:pt x="216044" y="41047"/>
                        <a:pt x="236810" y="114009"/>
                        <a:pt x="237379" y="217260"/>
                      </a:cubicBezTo>
                      <a:cubicBezTo>
                        <a:pt x="237379" y="262218"/>
                        <a:pt x="223855" y="307081"/>
                        <a:pt x="216806" y="352039"/>
                      </a:cubicBezTo>
                      <a:cubicBezTo>
                        <a:pt x="215188" y="360840"/>
                        <a:pt x="216044" y="369946"/>
                        <a:pt x="219474" y="378232"/>
                      </a:cubicBezTo>
                      <a:lnTo>
                        <a:pt x="348821" y="81624"/>
                      </a:lnTo>
                      <a:lnTo>
                        <a:pt x="359109" y="84958"/>
                      </a:lnTo>
                      <a:cubicBezTo>
                        <a:pt x="358158" y="92339"/>
                        <a:pt x="356633" y="99636"/>
                        <a:pt x="354442" y="106770"/>
                      </a:cubicBezTo>
                      <a:cubicBezTo>
                        <a:pt x="317486" y="202782"/>
                        <a:pt x="274814" y="297270"/>
                        <a:pt x="244332" y="395092"/>
                      </a:cubicBezTo>
                      <a:cubicBezTo>
                        <a:pt x="210235" y="504534"/>
                        <a:pt x="177657" y="615976"/>
                        <a:pt x="161561" y="728467"/>
                      </a:cubicBezTo>
                      <a:cubicBezTo>
                        <a:pt x="143560" y="862283"/>
                        <a:pt x="134130" y="997119"/>
                        <a:pt x="133463" y="1132136"/>
                      </a:cubicBezTo>
                      <a:cubicBezTo>
                        <a:pt x="133558" y="1222586"/>
                        <a:pt x="142129" y="1312835"/>
                        <a:pt x="158989" y="1401694"/>
                      </a:cubicBezTo>
                      <a:cubicBezTo>
                        <a:pt x="176420" y="1493038"/>
                        <a:pt x="198710" y="1583393"/>
                        <a:pt x="225664" y="1672394"/>
                      </a:cubicBezTo>
                      <a:cubicBezTo>
                        <a:pt x="267289" y="1818317"/>
                        <a:pt x="334915" y="1952810"/>
                        <a:pt x="414831" y="2081302"/>
                      </a:cubicBezTo>
                      <a:cubicBezTo>
                        <a:pt x="539608" y="2281939"/>
                        <a:pt x="704009" y="2454963"/>
                        <a:pt x="898034" y="2589747"/>
                      </a:cubicBezTo>
                      <a:cubicBezTo>
                        <a:pt x="1027194" y="2680172"/>
                        <a:pt x="1168258" y="2752352"/>
                        <a:pt x="1317134" y="2804250"/>
                      </a:cubicBezTo>
                      <a:cubicBezTo>
                        <a:pt x="1465535" y="2855510"/>
                        <a:pt x="1620600" y="2885244"/>
                        <a:pt x="1777478" y="2892547"/>
                      </a:cubicBezTo>
                      <a:cubicBezTo>
                        <a:pt x="1802337" y="2893880"/>
                        <a:pt x="1812244" y="2899881"/>
                        <a:pt x="1807672" y="2925599"/>
                      </a:cubicBezTo>
                      <a:cubicBezTo>
                        <a:pt x="1801861" y="2958365"/>
                        <a:pt x="1799384" y="2992274"/>
                        <a:pt x="1792526" y="3024278"/>
                      </a:cubicBezTo>
                      <a:cubicBezTo>
                        <a:pt x="1787383" y="3032908"/>
                        <a:pt x="1778239" y="3038332"/>
                        <a:pt x="1768237" y="3038660"/>
                      </a:cubicBezTo>
                      <a:cubicBezTo>
                        <a:pt x="1715089" y="3035416"/>
                        <a:pt x="1662130" y="3029279"/>
                        <a:pt x="1609647" y="3020277"/>
                      </a:cubicBezTo>
                      <a:cubicBezTo>
                        <a:pt x="1538781" y="3007341"/>
                        <a:pt x="1468772" y="2989907"/>
                        <a:pt x="1400097" y="2968080"/>
                      </a:cubicBezTo>
                      <a:cubicBezTo>
                        <a:pt x="1307228" y="2938469"/>
                        <a:pt x="1216264" y="2903127"/>
                        <a:pt x="1127776" y="2862257"/>
                      </a:cubicBezTo>
                      <a:cubicBezTo>
                        <a:pt x="913464" y="2758742"/>
                        <a:pt x="721727" y="2613774"/>
                        <a:pt x="563706" y="2435728"/>
                      </a:cubicBezTo>
                      <a:cubicBezTo>
                        <a:pt x="425117" y="2280276"/>
                        <a:pt x="313484" y="2102804"/>
                        <a:pt x="233284" y="1910614"/>
                      </a:cubicBezTo>
                      <a:cubicBezTo>
                        <a:pt x="175753" y="1772016"/>
                        <a:pt x="134604" y="1627179"/>
                        <a:pt x="110696" y="1479037"/>
                      </a:cubicBezTo>
                      <a:cubicBezTo>
                        <a:pt x="85265" y="1326799"/>
                        <a:pt x="77454" y="1172151"/>
                        <a:pt x="87265" y="1018122"/>
                      </a:cubicBezTo>
                      <a:cubicBezTo>
                        <a:pt x="92886" y="900393"/>
                        <a:pt x="110222" y="783512"/>
                        <a:pt x="138988" y="669221"/>
                      </a:cubicBezTo>
                      <a:cubicBezTo>
                        <a:pt x="158038" y="598641"/>
                        <a:pt x="178134" y="528632"/>
                        <a:pt x="197470" y="458338"/>
                      </a:cubicBezTo>
                      <a:cubicBezTo>
                        <a:pt x="198898" y="450384"/>
                        <a:pt x="199565" y="442317"/>
                        <a:pt x="199565" y="43423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85" name="任意多边形: 形状 53"/>
                <p:cNvSpPr/>
                <p:nvPr/>
              </p:nvSpPr>
              <p:spPr>
                <a:xfrm>
                  <a:off x="12719092" y="4637983"/>
                  <a:ext cx="510159" cy="317499"/>
                </a:xfrm>
                <a:custGeom>
                  <a:avLst/>
                  <a:gdLst>
                    <a:gd name="connsiteX0" fmla="*/ 370304 w 510159"/>
                    <a:gd name="connsiteY0" fmla="*/ 317833 h 317499"/>
                    <a:gd name="connsiteX1" fmla="*/ 119796 w 510159"/>
                    <a:gd name="connsiteY1" fmla="*/ 208486 h 317499"/>
                    <a:gd name="connsiteX2" fmla="*/ 10735 w 510159"/>
                    <a:gd name="connsiteY2" fmla="*/ 100187 h 317499"/>
                    <a:gd name="connsiteX3" fmla="*/ 8449 w 510159"/>
                    <a:gd name="connsiteY3" fmla="*/ 47323 h 317499"/>
                    <a:gd name="connsiteX4" fmla="*/ 147227 w 510159"/>
                    <a:gd name="connsiteY4" fmla="*/ 4746 h 317499"/>
                    <a:gd name="connsiteX5" fmla="*/ 331536 w 510159"/>
                    <a:gd name="connsiteY5" fmla="*/ 90471 h 317499"/>
                    <a:gd name="connsiteX6" fmla="*/ 493461 w 510159"/>
                    <a:gd name="connsiteY6" fmla="*/ 220868 h 317499"/>
                    <a:gd name="connsiteX7" fmla="*/ 495747 w 510159"/>
                    <a:gd name="connsiteY7" fmla="*/ 267922 h 317499"/>
                    <a:gd name="connsiteX8" fmla="*/ 370304 w 510159"/>
                    <a:gd name="connsiteY8" fmla="*/ 317833 h 31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159" h="317499">
                      <a:moveTo>
                        <a:pt x="370304" y="317833"/>
                      </a:moveTo>
                      <a:cubicBezTo>
                        <a:pt x="272482" y="314499"/>
                        <a:pt x="191898" y="269446"/>
                        <a:pt x="119796" y="208486"/>
                      </a:cubicBezTo>
                      <a:cubicBezTo>
                        <a:pt x="80838" y="175529"/>
                        <a:pt x="47500" y="135905"/>
                        <a:pt x="10735" y="100187"/>
                      </a:cubicBezTo>
                      <a:cubicBezTo>
                        <a:pt x="-7554" y="82470"/>
                        <a:pt x="-4697" y="65706"/>
                        <a:pt x="8449" y="47323"/>
                      </a:cubicBezTo>
                      <a:cubicBezTo>
                        <a:pt x="37024" y="7794"/>
                        <a:pt x="91126" y="-8113"/>
                        <a:pt x="147227" y="4746"/>
                      </a:cubicBezTo>
                      <a:cubicBezTo>
                        <a:pt x="213902" y="20230"/>
                        <a:pt x="276672" y="49423"/>
                        <a:pt x="331536" y="90471"/>
                      </a:cubicBezTo>
                      <a:cubicBezTo>
                        <a:pt x="387352" y="131524"/>
                        <a:pt x="439265" y="177720"/>
                        <a:pt x="493461" y="220868"/>
                      </a:cubicBezTo>
                      <a:cubicBezTo>
                        <a:pt x="513367" y="236680"/>
                        <a:pt x="511463" y="249443"/>
                        <a:pt x="495747" y="267922"/>
                      </a:cubicBezTo>
                      <a:cubicBezTo>
                        <a:pt x="462219" y="306784"/>
                        <a:pt x="419166" y="318690"/>
                        <a:pt x="370304" y="31783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86" name="任意多边形: 形状 54"/>
                <p:cNvSpPr/>
                <p:nvPr/>
              </p:nvSpPr>
              <p:spPr>
                <a:xfrm>
                  <a:off x="12573644" y="4227251"/>
                  <a:ext cx="452202" cy="379955"/>
                </a:xfrm>
                <a:custGeom>
                  <a:avLst/>
                  <a:gdLst>
                    <a:gd name="connsiteX0" fmla="*/ 377923 w 452202"/>
                    <a:gd name="connsiteY0" fmla="*/ 380331 h 379955"/>
                    <a:gd name="connsiteX1" fmla="*/ 141896 w 452202"/>
                    <a:gd name="connsiteY1" fmla="*/ 267555 h 379955"/>
                    <a:gd name="connsiteX2" fmla="*/ 4830 w 452202"/>
                    <a:gd name="connsiteY2" fmla="*/ 93724 h 379955"/>
                    <a:gd name="connsiteX3" fmla="*/ 61980 w 452202"/>
                    <a:gd name="connsiteY3" fmla="*/ 3331 h 379955"/>
                    <a:gd name="connsiteX4" fmla="*/ 204187 w 452202"/>
                    <a:gd name="connsiteY4" fmla="*/ 39717 h 379955"/>
                    <a:gd name="connsiteX5" fmla="*/ 422121 w 452202"/>
                    <a:gd name="connsiteY5" fmla="*/ 298606 h 379955"/>
                    <a:gd name="connsiteX6" fmla="*/ 443838 w 452202"/>
                    <a:gd name="connsiteY6" fmla="*/ 344898 h 379955"/>
                    <a:gd name="connsiteX7" fmla="*/ 423358 w 452202"/>
                    <a:gd name="connsiteY7" fmla="*/ 378235 h 379955"/>
                    <a:gd name="connsiteX8" fmla="*/ 377923 w 452202"/>
                    <a:gd name="connsiteY8" fmla="*/ 380331 h 379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202" h="379955">
                      <a:moveTo>
                        <a:pt x="377923" y="380331"/>
                      </a:moveTo>
                      <a:cubicBezTo>
                        <a:pt x="287817" y="378712"/>
                        <a:pt x="206473" y="337278"/>
                        <a:pt x="141896" y="267555"/>
                      </a:cubicBezTo>
                      <a:cubicBezTo>
                        <a:pt x="91890" y="213643"/>
                        <a:pt x="48455" y="153255"/>
                        <a:pt x="4830" y="93724"/>
                      </a:cubicBezTo>
                      <a:cubicBezTo>
                        <a:pt x="-17460" y="63434"/>
                        <a:pt x="16450" y="11999"/>
                        <a:pt x="61980" y="3331"/>
                      </a:cubicBezTo>
                      <a:cubicBezTo>
                        <a:pt x="115130" y="-6860"/>
                        <a:pt x="161230" y="10285"/>
                        <a:pt x="204187" y="39717"/>
                      </a:cubicBezTo>
                      <a:cubicBezTo>
                        <a:pt x="300581" y="106392"/>
                        <a:pt x="366970" y="197641"/>
                        <a:pt x="422121" y="298606"/>
                      </a:cubicBezTo>
                      <a:cubicBezTo>
                        <a:pt x="430215" y="313561"/>
                        <a:pt x="436694" y="329467"/>
                        <a:pt x="443838" y="344898"/>
                      </a:cubicBezTo>
                      <a:cubicBezTo>
                        <a:pt x="455458" y="369853"/>
                        <a:pt x="451742" y="376045"/>
                        <a:pt x="423358" y="378235"/>
                      </a:cubicBezTo>
                      <a:cubicBezTo>
                        <a:pt x="410596" y="379283"/>
                        <a:pt x="398213" y="379283"/>
                        <a:pt x="377923" y="38033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87" name="任意多边形: 形状 55"/>
                <p:cNvSpPr/>
                <p:nvPr/>
              </p:nvSpPr>
              <p:spPr>
                <a:xfrm>
                  <a:off x="12505673" y="3364558"/>
                  <a:ext cx="277960" cy="488669"/>
                </a:xfrm>
                <a:custGeom>
                  <a:avLst/>
                  <a:gdLst>
                    <a:gd name="connsiteX0" fmla="*/ 271208 w 277960"/>
                    <a:gd name="connsiteY0" fmla="*/ 488453 h 488669"/>
                    <a:gd name="connsiteX1" fmla="*/ 255681 w 277960"/>
                    <a:gd name="connsiteY1" fmla="*/ 488453 h 488669"/>
                    <a:gd name="connsiteX2" fmla="*/ 39368 w 277960"/>
                    <a:gd name="connsiteY2" fmla="*/ 296714 h 488669"/>
                    <a:gd name="connsiteX3" fmla="*/ -1304 w 277960"/>
                    <a:gd name="connsiteY3" fmla="*/ 29443 h 488669"/>
                    <a:gd name="connsiteX4" fmla="*/ 13461 w 277960"/>
                    <a:gd name="connsiteY4" fmla="*/ 9631 h 488669"/>
                    <a:gd name="connsiteX5" fmla="*/ 157954 w 277960"/>
                    <a:gd name="connsiteY5" fmla="*/ 53255 h 488669"/>
                    <a:gd name="connsiteX6" fmla="*/ 247300 w 277960"/>
                    <a:gd name="connsiteY6" fmla="*/ 229182 h 488669"/>
                    <a:gd name="connsiteX7" fmla="*/ 274066 w 277960"/>
                    <a:gd name="connsiteY7" fmla="*/ 465688 h 488669"/>
                    <a:gd name="connsiteX8" fmla="*/ 271208 w 277960"/>
                    <a:gd name="connsiteY8" fmla="*/ 488453 h 48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960" h="488669">
                      <a:moveTo>
                        <a:pt x="271208" y="488453"/>
                      </a:moveTo>
                      <a:cubicBezTo>
                        <a:pt x="266064" y="489243"/>
                        <a:pt x="260825" y="489243"/>
                        <a:pt x="255681" y="488453"/>
                      </a:cubicBezTo>
                      <a:cubicBezTo>
                        <a:pt x="159003" y="452448"/>
                        <a:pt x="83280" y="396060"/>
                        <a:pt x="39368" y="296714"/>
                      </a:cubicBezTo>
                      <a:cubicBezTo>
                        <a:pt x="1268" y="209846"/>
                        <a:pt x="-4922" y="120978"/>
                        <a:pt x="-1304" y="29443"/>
                      </a:cubicBezTo>
                      <a:cubicBezTo>
                        <a:pt x="317" y="20947"/>
                        <a:pt x="5745" y="13660"/>
                        <a:pt x="13461" y="9631"/>
                      </a:cubicBezTo>
                      <a:cubicBezTo>
                        <a:pt x="58800" y="-11991"/>
                        <a:pt x="116712" y="4964"/>
                        <a:pt x="157954" y="53255"/>
                      </a:cubicBezTo>
                      <a:cubicBezTo>
                        <a:pt x="201770" y="104500"/>
                        <a:pt x="227964" y="164507"/>
                        <a:pt x="247300" y="229182"/>
                      </a:cubicBezTo>
                      <a:cubicBezTo>
                        <a:pt x="270731" y="305687"/>
                        <a:pt x="279875" y="385878"/>
                        <a:pt x="274066" y="465688"/>
                      </a:cubicBezTo>
                      <a:cubicBezTo>
                        <a:pt x="273589" y="472832"/>
                        <a:pt x="272254" y="479975"/>
                        <a:pt x="271208" y="48845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88" name="任意多边形: 形状 56"/>
                <p:cNvSpPr/>
                <p:nvPr/>
              </p:nvSpPr>
              <p:spPr>
                <a:xfrm>
                  <a:off x="12596347" y="2922507"/>
                  <a:ext cx="229687" cy="509521"/>
                </a:xfrm>
                <a:custGeom>
                  <a:avLst/>
                  <a:gdLst>
                    <a:gd name="connsiteX0" fmla="*/ 227490 w 229687"/>
                    <a:gd name="connsiteY0" fmla="*/ 290520 h 509521"/>
                    <a:gd name="connsiteX1" fmla="*/ 207582 w 229687"/>
                    <a:gd name="connsiteY1" fmla="*/ 476448 h 509521"/>
                    <a:gd name="connsiteX2" fmla="*/ 159957 w 229687"/>
                    <a:gd name="connsiteY2" fmla="*/ 502737 h 509521"/>
                    <a:gd name="connsiteX3" fmla="*/ 21940 w 229687"/>
                    <a:gd name="connsiteY3" fmla="*/ 346717 h 509521"/>
                    <a:gd name="connsiteX4" fmla="*/ 11655 w 229687"/>
                    <a:gd name="connsiteY4" fmla="*/ 48299 h 509521"/>
                    <a:gd name="connsiteX5" fmla="*/ 112904 w 229687"/>
                    <a:gd name="connsiteY5" fmla="*/ 11437 h 509521"/>
                    <a:gd name="connsiteX6" fmla="*/ 195392 w 229687"/>
                    <a:gd name="connsiteY6" fmla="*/ 118593 h 509521"/>
                    <a:gd name="connsiteX7" fmla="*/ 227490 w 229687"/>
                    <a:gd name="connsiteY7" fmla="*/ 290520 h 509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87" h="509521">
                      <a:moveTo>
                        <a:pt x="227490" y="290520"/>
                      </a:moveTo>
                      <a:cubicBezTo>
                        <a:pt x="219679" y="365196"/>
                        <a:pt x="215203" y="421012"/>
                        <a:pt x="207582" y="476448"/>
                      </a:cubicBezTo>
                      <a:cubicBezTo>
                        <a:pt x="202631" y="512833"/>
                        <a:pt x="193676" y="515976"/>
                        <a:pt x="159957" y="502737"/>
                      </a:cubicBezTo>
                      <a:cubicBezTo>
                        <a:pt x="87378" y="474162"/>
                        <a:pt x="46420" y="418440"/>
                        <a:pt x="21940" y="346717"/>
                      </a:cubicBezTo>
                      <a:cubicBezTo>
                        <a:pt x="-11681" y="248038"/>
                        <a:pt x="-5300" y="148311"/>
                        <a:pt x="11655" y="48299"/>
                      </a:cubicBezTo>
                      <a:cubicBezTo>
                        <a:pt x="19180" y="3531"/>
                        <a:pt x="66042" y="-12470"/>
                        <a:pt x="112904" y="11437"/>
                      </a:cubicBezTo>
                      <a:cubicBezTo>
                        <a:pt x="154911" y="33164"/>
                        <a:pt x="185105" y="72416"/>
                        <a:pt x="195392" y="118593"/>
                      </a:cubicBezTo>
                      <a:cubicBezTo>
                        <a:pt x="211012" y="180696"/>
                        <a:pt x="219300" y="244704"/>
                        <a:pt x="227490" y="29052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89" name="任意多边形: 形状 57"/>
                <p:cNvSpPr/>
                <p:nvPr/>
              </p:nvSpPr>
              <p:spPr>
                <a:xfrm>
                  <a:off x="12505110" y="3811358"/>
                  <a:ext cx="348383" cy="420373"/>
                </a:xfrm>
                <a:custGeom>
                  <a:avLst/>
                  <a:gdLst>
                    <a:gd name="connsiteX0" fmla="*/ 79745 w 348383"/>
                    <a:gd name="connsiteY0" fmla="*/ 410 h 420373"/>
                    <a:gd name="connsiteX1" fmla="*/ 214811 w 348383"/>
                    <a:gd name="connsiteY1" fmla="*/ 80039 h 420373"/>
                    <a:gd name="connsiteX2" fmla="*/ 333683 w 348383"/>
                    <a:gd name="connsiteY2" fmla="*/ 329022 h 420373"/>
                    <a:gd name="connsiteX3" fmla="*/ 345589 w 348383"/>
                    <a:gd name="connsiteY3" fmla="*/ 399031 h 420373"/>
                    <a:gd name="connsiteX4" fmla="*/ 320823 w 348383"/>
                    <a:gd name="connsiteY4" fmla="*/ 419986 h 420373"/>
                    <a:gd name="connsiteX5" fmla="*/ 42503 w 348383"/>
                    <a:gd name="connsiteY5" fmla="*/ 195958 h 420373"/>
                    <a:gd name="connsiteX6" fmla="*/ 4403 w 348383"/>
                    <a:gd name="connsiteY6" fmla="*/ 85944 h 420373"/>
                    <a:gd name="connsiteX7" fmla="*/ 58504 w 348383"/>
                    <a:gd name="connsiteY7" fmla="*/ 1839 h 420373"/>
                    <a:gd name="connsiteX8" fmla="*/ 79745 w 348383"/>
                    <a:gd name="connsiteY8" fmla="*/ 410 h 42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383" h="420373">
                      <a:moveTo>
                        <a:pt x="79745" y="410"/>
                      </a:moveTo>
                      <a:cubicBezTo>
                        <a:pt x="135467" y="3839"/>
                        <a:pt x="178806" y="36605"/>
                        <a:pt x="214811" y="80039"/>
                      </a:cubicBezTo>
                      <a:cubicBezTo>
                        <a:pt x="274056" y="152172"/>
                        <a:pt x="314823" y="237621"/>
                        <a:pt x="333683" y="329022"/>
                      </a:cubicBezTo>
                      <a:cubicBezTo>
                        <a:pt x="338636" y="352168"/>
                        <a:pt x="342064" y="375600"/>
                        <a:pt x="345589" y="399031"/>
                      </a:cubicBezTo>
                      <a:cubicBezTo>
                        <a:pt x="348638" y="418938"/>
                        <a:pt x="339968" y="422653"/>
                        <a:pt x="320823" y="419986"/>
                      </a:cubicBezTo>
                      <a:cubicBezTo>
                        <a:pt x="182806" y="400936"/>
                        <a:pt x="95462" y="319497"/>
                        <a:pt x="42503" y="195958"/>
                      </a:cubicBezTo>
                      <a:cubicBezTo>
                        <a:pt x="26787" y="160420"/>
                        <a:pt x="14023" y="123616"/>
                        <a:pt x="4403" y="85944"/>
                      </a:cubicBezTo>
                      <a:cubicBezTo>
                        <a:pt x="-11027" y="21841"/>
                        <a:pt x="-1883" y="19269"/>
                        <a:pt x="58504" y="1839"/>
                      </a:cubicBezTo>
                      <a:cubicBezTo>
                        <a:pt x="65552" y="715"/>
                        <a:pt x="72601" y="238"/>
                        <a:pt x="79745" y="4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90" name="任意多边形: 形状 58"/>
                <p:cNvSpPr/>
                <p:nvPr/>
              </p:nvSpPr>
              <p:spPr>
                <a:xfrm>
                  <a:off x="12919349" y="2103840"/>
                  <a:ext cx="274161" cy="458499"/>
                </a:xfrm>
                <a:custGeom>
                  <a:avLst/>
                  <a:gdLst>
                    <a:gd name="connsiteX0" fmla="*/ 271964 w 274161"/>
                    <a:gd name="connsiteY0" fmla="*/ 116110 h 458499"/>
                    <a:gd name="connsiteX1" fmla="*/ 201099 w 274161"/>
                    <a:gd name="connsiteY1" fmla="*/ 319088 h 458499"/>
                    <a:gd name="connsiteX2" fmla="*/ 109753 w 274161"/>
                    <a:gd name="connsiteY2" fmla="*/ 445866 h 458499"/>
                    <a:gd name="connsiteX3" fmla="*/ 71653 w 274161"/>
                    <a:gd name="connsiteY3" fmla="*/ 451009 h 458499"/>
                    <a:gd name="connsiteX4" fmla="*/ 9169 w 274161"/>
                    <a:gd name="connsiteY4" fmla="*/ 238030 h 458499"/>
                    <a:gd name="connsiteX5" fmla="*/ 120420 w 274161"/>
                    <a:gd name="connsiteY5" fmla="*/ 34672 h 458499"/>
                    <a:gd name="connsiteX6" fmla="*/ 228148 w 274161"/>
                    <a:gd name="connsiteY6" fmla="*/ 19812 h 458499"/>
                    <a:gd name="connsiteX7" fmla="*/ 271964 w 274161"/>
                    <a:gd name="connsiteY7" fmla="*/ 116110 h 458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161" h="458499">
                      <a:moveTo>
                        <a:pt x="271964" y="116110"/>
                      </a:moveTo>
                      <a:cubicBezTo>
                        <a:pt x="268820" y="189643"/>
                        <a:pt x="241008" y="256985"/>
                        <a:pt x="201099" y="319088"/>
                      </a:cubicBezTo>
                      <a:cubicBezTo>
                        <a:pt x="172998" y="362903"/>
                        <a:pt x="139947" y="403479"/>
                        <a:pt x="109753" y="445866"/>
                      </a:cubicBezTo>
                      <a:cubicBezTo>
                        <a:pt x="98324" y="461868"/>
                        <a:pt x="88513" y="462534"/>
                        <a:pt x="71653" y="451009"/>
                      </a:cubicBezTo>
                      <a:cubicBezTo>
                        <a:pt x="-5596" y="396622"/>
                        <a:pt x="-14072" y="327184"/>
                        <a:pt x="9169" y="238030"/>
                      </a:cubicBezTo>
                      <a:cubicBezTo>
                        <a:pt x="29363" y="161830"/>
                        <a:pt x="72986" y="96679"/>
                        <a:pt x="120420" y="34672"/>
                      </a:cubicBezTo>
                      <a:cubicBezTo>
                        <a:pt x="151567" y="-6000"/>
                        <a:pt x="185858" y="-9906"/>
                        <a:pt x="228148" y="19812"/>
                      </a:cubicBezTo>
                      <a:cubicBezTo>
                        <a:pt x="257391" y="40101"/>
                        <a:pt x="271678" y="71248"/>
                        <a:pt x="271964" y="1161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91" name="任意多边形: 形状 59"/>
                <p:cNvSpPr/>
                <p:nvPr/>
              </p:nvSpPr>
              <p:spPr>
                <a:xfrm>
                  <a:off x="13079534" y="4996405"/>
                  <a:ext cx="411321" cy="250958"/>
                </a:xfrm>
                <a:custGeom>
                  <a:avLst/>
                  <a:gdLst>
                    <a:gd name="connsiteX0" fmla="*/ 262179 w 411321"/>
                    <a:gd name="connsiteY0" fmla="*/ 251257 h 250958"/>
                    <a:gd name="connsiteX1" fmla="*/ 75774 w 411321"/>
                    <a:gd name="connsiteY1" fmla="*/ 184582 h 250958"/>
                    <a:gd name="connsiteX2" fmla="*/ 44818 w 411321"/>
                    <a:gd name="connsiteY2" fmla="*/ 164674 h 250958"/>
                    <a:gd name="connsiteX3" fmla="*/ 3574 w 411321"/>
                    <a:gd name="connsiteY3" fmla="*/ 66853 h 250958"/>
                    <a:gd name="connsiteX4" fmla="*/ 88348 w 411321"/>
                    <a:gd name="connsiteY4" fmla="*/ 1511 h 250958"/>
                    <a:gd name="connsiteX5" fmla="*/ 278848 w 411321"/>
                    <a:gd name="connsiteY5" fmla="*/ 50374 h 250958"/>
                    <a:gd name="connsiteX6" fmla="*/ 392004 w 411321"/>
                    <a:gd name="connsiteY6" fmla="*/ 121050 h 250958"/>
                    <a:gd name="connsiteX7" fmla="*/ 404673 w 411321"/>
                    <a:gd name="connsiteY7" fmla="*/ 167722 h 250958"/>
                    <a:gd name="connsiteX8" fmla="*/ 262179 w 411321"/>
                    <a:gd name="connsiteY8" fmla="*/ 251257 h 25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321" h="250958">
                      <a:moveTo>
                        <a:pt x="262179" y="251257"/>
                      </a:moveTo>
                      <a:cubicBezTo>
                        <a:pt x="194837" y="252590"/>
                        <a:pt x="135496" y="218014"/>
                        <a:pt x="75774" y="184582"/>
                      </a:cubicBezTo>
                      <a:cubicBezTo>
                        <a:pt x="65105" y="178581"/>
                        <a:pt x="55106" y="171342"/>
                        <a:pt x="44818" y="164674"/>
                      </a:cubicBezTo>
                      <a:cubicBezTo>
                        <a:pt x="-3474" y="133432"/>
                        <a:pt x="-9000" y="120288"/>
                        <a:pt x="3574" y="66853"/>
                      </a:cubicBezTo>
                      <a:cubicBezTo>
                        <a:pt x="11290" y="33706"/>
                        <a:pt x="48532" y="5416"/>
                        <a:pt x="88348" y="1511"/>
                      </a:cubicBezTo>
                      <a:cubicBezTo>
                        <a:pt x="157595" y="-5156"/>
                        <a:pt x="219507" y="18370"/>
                        <a:pt x="278848" y="50374"/>
                      </a:cubicBezTo>
                      <a:cubicBezTo>
                        <a:pt x="317899" y="71520"/>
                        <a:pt x="354285" y="97428"/>
                        <a:pt x="392004" y="121050"/>
                      </a:cubicBezTo>
                      <a:cubicBezTo>
                        <a:pt x="411054" y="132861"/>
                        <a:pt x="412482" y="148577"/>
                        <a:pt x="404673" y="167722"/>
                      </a:cubicBezTo>
                      <a:cubicBezTo>
                        <a:pt x="380193" y="226396"/>
                        <a:pt x="336568" y="252971"/>
                        <a:pt x="262179" y="25125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92" name="任意多边形: 形状 60"/>
                <p:cNvSpPr/>
                <p:nvPr/>
              </p:nvSpPr>
              <p:spPr>
                <a:xfrm>
                  <a:off x="13233545" y="1875542"/>
                  <a:ext cx="331376" cy="375345"/>
                </a:xfrm>
                <a:custGeom>
                  <a:avLst/>
                  <a:gdLst>
                    <a:gd name="connsiteX0" fmla="*/ 329052 w 331376"/>
                    <a:gd name="connsiteY0" fmla="*/ 66183 h 375345"/>
                    <a:gd name="connsiteX1" fmla="*/ 280379 w 331376"/>
                    <a:gd name="connsiteY1" fmla="*/ 190008 h 375345"/>
                    <a:gd name="connsiteX2" fmla="*/ 55781 w 331376"/>
                    <a:gd name="connsiteY2" fmla="*/ 370983 h 375345"/>
                    <a:gd name="connsiteX3" fmla="*/ 19871 w 331376"/>
                    <a:gd name="connsiteY3" fmla="*/ 361458 h 375345"/>
                    <a:gd name="connsiteX4" fmla="*/ 16250 w 331376"/>
                    <a:gd name="connsiteY4" fmla="*/ 217916 h 375345"/>
                    <a:gd name="connsiteX5" fmla="*/ 221705 w 331376"/>
                    <a:gd name="connsiteY5" fmla="*/ 23796 h 375345"/>
                    <a:gd name="connsiteX6" fmla="*/ 246564 w 331376"/>
                    <a:gd name="connsiteY6" fmla="*/ 9985 h 375345"/>
                    <a:gd name="connsiteX7" fmla="*/ 329052 w 331376"/>
                    <a:gd name="connsiteY7" fmla="*/ 60182 h 375345"/>
                    <a:gd name="connsiteX8" fmla="*/ 329052 w 331376"/>
                    <a:gd name="connsiteY8" fmla="*/ 66183 h 37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376" h="375345">
                      <a:moveTo>
                        <a:pt x="329052" y="66183"/>
                      </a:moveTo>
                      <a:cubicBezTo>
                        <a:pt x="330099" y="119808"/>
                        <a:pt x="306382" y="155908"/>
                        <a:pt x="280379" y="190008"/>
                      </a:cubicBezTo>
                      <a:cubicBezTo>
                        <a:pt x="220371" y="268208"/>
                        <a:pt x="140076" y="322119"/>
                        <a:pt x="55781" y="370983"/>
                      </a:cubicBezTo>
                      <a:cubicBezTo>
                        <a:pt x="41207" y="379364"/>
                        <a:pt x="30061" y="376888"/>
                        <a:pt x="19871" y="361458"/>
                      </a:cubicBezTo>
                      <a:cubicBezTo>
                        <a:pt x="-11657" y="313833"/>
                        <a:pt x="-6227" y="265731"/>
                        <a:pt x="16250" y="217916"/>
                      </a:cubicBezTo>
                      <a:cubicBezTo>
                        <a:pt x="59113" y="126571"/>
                        <a:pt x="137790" y="72183"/>
                        <a:pt x="221705" y="23796"/>
                      </a:cubicBezTo>
                      <a:cubicBezTo>
                        <a:pt x="229896" y="19129"/>
                        <a:pt x="238088" y="14271"/>
                        <a:pt x="246564" y="9985"/>
                      </a:cubicBezTo>
                      <a:cubicBezTo>
                        <a:pt x="292762" y="-13351"/>
                        <a:pt x="325718" y="6746"/>
                        <a:pt x="329052" y="60182"/>
                      </a:cubicBezTo>
                      <a:cubicBezTo>
                        <a:pt x="329338" y="64563"/>
                        <a:pt x="329052" y="69326"/>
                        <a:pt x="329052" y="6618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93" name="任意多边形: 形状 61"/>
                <p:cNvSpPr/>
                <p:nvPr/>
              </p:nvSpPr>
              <p:spPr>
                <a:xfrm>
                  <a:off x="12933210" y="3710332"/>
                  <a:ext cx="215577" cy="466153"/>
                </a:xfrm>
                <a:custGeom>
                  <a:avLst/>
                  <a:gdLst>
                    <a:gd name="connsiteX0" fmla="*/ 71126 w 215577"/>
                    <a:gd name="connsiteY0" fmla="*/ 466529 h 466153"/>
                    <a:gd name="connsiteX1" fmla="*/ 8453 w 215577"/>
                    <a:gd name="connsiteY1" fmla="*/ 342704 h 466153"/>
                    <a:gd name="connsiteX2" fmla="*/ 35598 w 215577"/>
                    <a:gd name="connsiteY2" fmla="*/ 96293 h 466153"/>
                    <a:gd name="connsiteX3" fmla="*/ 179235 w 215577"/>
                    <a:gd name="connsiteY3" fmla="*/ 376 h 466153"/>
                    <a:gd name="connsiteX4" fmla="*/ 212668 w 215577"/>
                    <a:gd name="connsiteY4" fmla="*/ 36952 h 466153"/>
                    <a:gd name="connsiteX5" fmla="*/ 178568 w 215577"/>
                    <a:gd name="connsiteY5" fmla="*/ 267171 h 466153"/>
                    <a:gd name="connsiteX6" fmla="*/ 71126 w 215577"/>
                    <a:gd name="connsiteY6" fmla="*/ 466529 h 4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577" h="466153">
                      <a:moveTo>
                        <a:pt x="71126" y="466529"/>
                      </a:moveTo>
                      <a:cubicBezTo>
                        <a:pt x="38837" y="432115"/>
                        <a:pt x="17024" y="389139"/>
                        <a:pt x="8453" y="342704"/>
                      </a:cubicBezTo>
                      <a:cubicBezTo>
                        <a:pt x="-9551" y="258218"/>
                        <a:pt x="-7360" y="174112"/>
                        <a:pt x="35598" y="96293"/>
                      </a:cubicBezTo>
                      <a:cubicBezTo>
                        <a:pt x="66363" y="40571"/>
                        <a:pt x="110370" y="1043"/>
                        <a:pt x="179235" y="376"/>
                      </a:cubicBezTo>
                      <a:cubicBezTo>
                        <a:pt x="204285" y="376"/>
                        <a:pt x="216573" y="10568"/>
                        <a:pt x="212668" y="36952"/>
                      </a:cubicBezTo>
                      <a:cubicBezTo>
                        <a:pt x="201525" y="113723"/>
                        <a:pt x="194665" y="191447"/>
                        <a:pt x="178568" y="267171"/>
                      </a:cubicBezTo>
                      <a:cubicBezTo>
                        <a:pt x="162853" y="341276"/>
                        <a:pt x="120750" y="403950"/>
                        <a:pt x="71126" y="46652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94" name="任意多边形: 形状 62"/>
                <p:cNvSpPr/>
                <p:nvPr/>
              </p:nvSpPr>
              <p:spPr>
                <a:xfrm>
                  <a:off x="12991627" y="2600764"/>
                  <a:ext cx="374631" cy="342453"/>
                </a:xfrm>
                <a:custGeom>
                  <a:avLst/>
                  <a:gdLst>
                    <a:gd name="connsiteX0" fmla="*/ 290173 w 374631"/>
                    <a:gd name="connsiteY0" fmla="*/ 376 h 342453"/>
                    <a:gd name="connsiteX1" fmla="*/ 354658 w 374631"/>
                    <a:gd name="connsiteY1" fmla="*/ 19426 h 342453"/>
                    <a:gd name="connsiteX2" fmla="*/ 366278 w 374631"/>
                    <a:gd name="connsiteY2" fmla="*/ 55050 h 342453"/>
                    <a:gd name="connsiteX3" fmla="*/ 63669 w 374631"/>
                    <a:gd name="connsiteY3" fmla="*/ 329369 h 342453"/>
                    <a:gd name="connsiteX4" fmla="*/ 4805 w 374631"/>
                    <a:gd name="connsiteY4" fmla="*/ 281744 h 342453"/>
                    <a:gd name="connsiteX5" fmla="*/ 235214 w 374631"/>
                    <a:gd name="connsiteY5" fmla="*/ 10853 h 342453"/>
                    <a:gd name="connsiteX6" fmla="*/ 249215 w 374631"/>
                    <a:gd name="connsiteY6" fmla="*/ 8091 h 342453"/>
                    <a:gd name="connsiteX7" fmla="*/ 288934 w 374631"/>
                    <a:gd name="connsiteY7" fmla="*/ 4281 h 342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631" h="342453">
                      <a:moveTo>
                        <a:pt x="290173" y="376"/>
                      </a:moveTo>
                      <a:cubicBezTo>
                        <a:pt x="311700" y="6567"/>
                        <a:pt x="333227" y="12568"/>
                        <a:pt x="354658" y="19426"/>
                      </a:cubicBezTo>
                      <a:cubicBezTo>
                        <a:pt x="376089" y="26284"/>
                        <a:pt x="375708" y="40286"/>
                        <a:pt x="366278" y="55050"/>
                      </a:cubicBezTo>
                      <a:cubicBezTo>
                        <a:pt x="290078" y="173731"/>
                        <a:pt x="206258" y="283650"/>
                        <a:pt x="63669" y="329369"/>
                      </a:cubicBezTo>
                      <a:cubicBezTo>
                        <a:pt x="-6150" y="351848"/>
                        <a:pt x="-9959" y="352420"/>
                        <a:pt x="4805" y="281744"/>
                      </a:cubicBezTo>
                      <a:cubicBezTo>
                        <a:pt x="32140" y="151061"/>
                        <a:pt x="109580" y="59907"/>
                        <a:pt x="235214" y="10853"/>
                      </a:cubicBezTo>
                      <a:cubicBezTo>
                        <a:pt x="239786" y="9349"/>
                        <a:pt x="244453" y="8424"/>
                        <a:pt x="249215" y="8091"/>
                      </a:cubicBezTo>
                      <a:cubicBezTo>
                        <a:pt x="262359" y="6662"/>
                        <a:pt x="275695" y="5519"/>
                        <a:pt x="288934" y="428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448" name="任意多边形: 形状 447"/>
                <p:cNvSpPr/>
                <p:nvPr/>
              </p:nvSpPr>
              <p:spPr>
                <a:xfrm>
                  <a:off x="12896438" y="2957334"/>
                  <a:ext cx="306433" cy="392571"/>
                </a:xfrm>
                <a:custGeom>
                  <a:avLst/>
                  <a:gdLst>
                    <a:gd name="connsiteX0" fmla="*/ 14364 w 306433"/>
                    <a:gd name="connsiteY0" fmla="*/ 392947 h 392571"/>
                    <a:gd name="connsiteX1" fmla="*/ 1027 w 306433"/>
                    <a:gd name="connsiteY1" fmla="*/ 351514 h 392571"/>
                    <a:gd name="connsiteX2" fmla="*/ 194671 w 306433"/>
                    <a:gd name="connsiteY2" fmla="*/ 6804 h 392571"/>
                    <a:gd name="connsiteX3" fmla="*/ 293065 w 306433"/>
                    <a:gd name="connsiteY3" fmla="*/ 1565 h 392571"/>
                    <a:gd name="connsiteX4" fmla="*/ 303923 w 306433"/>
                    <a:gd name="connsiteY4" fmla="*/ 30140 h 392571"/>
                    <a:gd name="connsiteX5" fmla="*/ 208673 w 306433"/>
                    <a:gd name="connsiteY5" fmla="*/ 231880 h 392571"/>
                    <a:gd name="connsiteX6" fmla="*/ 14364 w 306433"/>
                    <a:gd name="connsiteY6" fmla="*/ 392947 h 39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6433" h="392571">
                      <a:moveTo>
                        <a:pt x="14364" y="392947"/>
                      </a:moveTo>
                      <a:cubicBezTo>
                        <a:pt x="8934" y="379460"/>
                        <a:pt x="4457" y="365620"/>
                        <a:pt x="1027" y="351514"/>
                      </a:cubicBezTo>
                      <a:cubicBezTo>
                        <a:pt x="-20499" y="225974"/>
                        <a:pt x="68179" y="47952"/>
                        <a:pt x="194671" y="6804"/>
                      </a:cubicBezTo>
                      <a:cubicBezTo>
                        <a:pt x="224960" y="-2721"/>
                        <a:pt x="260107" y="994"/>
                        <a:pt x="293065" y="1565"/>
                      </a:cubicBezTo>
                      <a:cubicBezTo>
                        <a:pt x="297065" y="1565"/>
                        <a:pt x="306018" y="21377"/>
                        <a:pt x="303923" y="30140"/>
                      </a:cubicBezTo>
                      <a:cubicBezTo>
                        <a:pt x="284873" y="103292"/>
                        <a:pt x="250203" y="169015"/>
                        <a:pt x="208673" y="231880"/>
                      </a:cubicBezTo>
                      <a:cubicBezTo>
                        <a:pt x="160571" y="302936"/>
                        <a:pt x="86943" y="341227"/>
                        <a:pt x="14364" y="39294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449" name="任意多边形: 形状 448"/>
                <p:cNvSpPr/>
                <p:nvPr/>
              </p:nvSpPr>
              <p:spPr>
                <a:xfrm>
                  <a:off x="13139120" y="2234852"/>
                  <a:ext cx="374959" cy="357217"/>
                </a:xfrm>
                <a:custGeom>
                  <a:avLst/>
                  <a:gdLst>
                    <a:gd name="connsiteX0" fmla="*/ -2099 w 374959"/>
                    <a:gd name="connsiteY0" fmla="*/ 326664 h 357217"/>
                    <a:gd name="connsiteX1" fmla="*/ 154206 w 374959"/>
                    <a:gd name="connsiteY1" fmla="*/ 69489 h 357217"/>
                    <a:gd name="connsiteX2" fmla="*/ 343848 w 374959"/>
                    <a:gd name="connsiteY2" fmla="*/ 814 h 357217"/>
                    <a:gd name="connsiteX3" fmla="*/ 366995 w 374959"/>
                    <a:gd name="connsiteY3" fmla="*/ 32723 h 357217"/>
                    <a:gd name="connsiteX4" fmla="*/ 23046 w 374959"/>
                    <a:gd name="connsiteY4" fmla="*/ 354763 h 357217"/>
                    <a:gd name="connsiteX5" fmla="*/ -2099 w 374959"/>
                    <a:gd name="connsiteY5" fmla="*/ 326664 h 35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959" h="357217">
                      <a:moveTo>
                        <a:pt x="-2099" y="326664"/>
                      </a:moveTo>
                      <a:cubicBezTo>
                        <a:pt x="7426" y="221889"/>
                        <a:pt x="64576" y="136164"/>
                        <a:pt x="154206" y="69489"/>
                      </a:cubicBezTo>
                      <a:cubicBezTo>
                        <a:pt x="209356" y="28570"/>
                        <a:pt x="275268" y="4691"/>
                        <a:pt x="343848" y="814"/>
                      </a:cubicBezTo>
                      <a:cubicBezTo>
                        <a:pt x="374899" y="-1377"/>
                        <a:pt x="377948" y="3957"/>
                        <a:pt x="366995" y="32723"/>
                      </a:cubicBezTo>
                      <a:cubicBezTo>
                        <a:pt x="304796" y="195981"/>
                        <a:pt x="187257" y="300470"/>
                        <a:pt x="23046" y="354763"/>
                      </a:cubicBezTo>
                      <a:cubicBezTo>
                        <a:pt x="2759" y="361907"/>
                        <a:pt x="-3052" y="356573"/>
                        <a:pt x="-2099" y="32666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450" name="任意多边形: 形状 449"/>
                <p:cNvSpPr/>
                <p:nvPr/>
              </p:nvSpPr>
              <p:spPr>
                <a:xfrm>
                  <a:off x="13039047" y="4065476"/>
                  <a:ext cx="201524" cy="412094"/>
                </a:xfrm>
                <a:custGeom>
                  <a:avLst/>
                  <a:gdLst>
                    <a:gd name="connsiteX0" fmla="*/ 95211 w 201524"/>
                    <a:gd name="connsiteY0" fmla="*/ 412470 h 412094"/>
                    <a:gd name="connsiteX1" fmla="*/ 16153 w 201524"/>
                    <a:gd name="connsiteY1" fmla="*/ 299789 h 412094"/>
                    <a:gd name="connsiteX2" fmla="*/ 1579 w 201524"/>
                    <a:gd name="connsiteY2" fmla="*/ 139483 h 412094"/>
                    <a:gd name="connsiteX3" fmla="*/ 120928 w 201524"/>
                    <a:gd name="connsiteY3" fmla="*/ 704 h 412094"/>
                    <a:gd name="connsiteX4" fmla="*/ 187603 w 201524"/>
                    <a:gd name="connsiteY4" fmla="*/ 8229 h 412094"/>
                    <a:gd name="connsiteX5" fmla="*/ 199319 w 201524"/>
                    <a:gd name="connsiteY5" fmla="*/ 30708 h 412094"/>
                    <a:gd name="connsiteX6" fmla="*/ 187508 w 201524"/>
                    <a:gd name="connsiteY6" fmla="*/ 240925 h 412094"/>
                    <a:gd name="connsiteX7" fmla="*/ 159600 w 201524"/>
                    <a:gd name="connsiteY7" fmla="*/ 314934 h 412094"/>
                    <a:gd name="connsiteX8" fmla="*/ 95211 w 201524"/>
                    <a:gd name="connsiteY8" fmla="*/ 412470 h 41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524" h="412094">
                      <a:moveTo>
                        <a:pt x="95211" y="412470"/>
                      </a:moveTo>
                      <a:cubicBezTo>
                        <a:pt x="58443" y="383438"/>
                        <a:pt x="30917" y="344261"/>
                        <a:pt x="16153" y="299789"/>
                      </a:cubicBezTo>
                      <a:cubicBezTo>
                        <a:pt x="-1565" y="248307"/>
                        <a:pt x="-6518" y="193309"/>
                        <a:pt x="1579" y="139483"/>
                      </a:cubicBezTo>
                      <a:cubicBezTo>
                        <a:pt x="8342" y="87763"/>
                        <a:pt x="46442" y="10039"/>
                        <a:pt x="120928" y="704"/>
                      </a:cubicBezTo>
                      <a:cubicBezTo>
                        <a:pt x="143406" y="-591"/>
                        <a:pt x="165981" y="1952"/>
                        <a:pt x="187603" y="8229"/>
                      </a:cubicBezTo>
                      <a:cubicBezTo>
                        <a:pt x="193128" y="9467"/>
                        <a:pt x="199605" y="23088"/>
                        <a:pt x="199319" y="30708"/>
                      </a:cubicBezTo>
                      <a:cubicBezTo>
                        <a:pt x="196556" y="100907"/>
                        <a:pt x="194461" y="171202"/>
                        <a:pt x="187508" y="240925"/>
                      </a:cubicBezTo>
                      <a:cubicBezTo>
                        <a:pt x="183222" y="267195"/>
                        <a:pt x="173697" y="292350"/>
                        <a:pt x="159600" y="314934"/>
                      </a:cubicBezTo>
                      <a:cubicBezTo>
                        <a:pt x="140931" y="347795"/>
                        <a:pt x="118165" y="378180"/>
                        <a:pt x="95211" y="4124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451" name="任意多边形: 形状 450"/>
                <p:cNvSpPr/>
                <p:nvPr/>
              </p:nvSpPr>
              <p:spPr>
                <a:xfrm>
                  <a:off x="13394067" y="4617829"/>
                  <a:ext cx="225782" cy="377282"/>
                </a:xfrm>
                <a:custGeom>
                  <a:avLst/>
                  <a:gdLst>
                    <a:gd name="connsiteX0" fmla="*/ 223586 w 225782"/>
                    <a:gd name="connsiteY0" fmla="*/ 243974 h 377282"/>
                    <a:gd name="connsiteX1" fmla="*/ 193390 w 225782"/>
                    <a:gd name="connsiteY1" fmla="*/ 372657 h 377282"/>
                    <a:gd name="connsiteX2" fmla="*/ 164815 w 225782"/>
                    <a:gd name="connsiteY2" fmla="*/ 376182 h 377282"/>
                    <a:gd name="connsiteX3" fmla="*/ 21940 w 225782"/>
                    <a:gd name="connsiteY3" fmla="*/ 236450 h 377282"/>
                    <a:gd name="connsiteX4" fmla="*/ 5843 w 225782"/>
                    <a:gd name="connsiteY4" fmla="*/ 90527 h 377282"/>
                    <a:gd name="connsiteX5" fmla="*/ 124524 w 225782"/>
                    <a:gd name="connsiteY5" fmla="*/ 420 h 377282"/>
                    <a:gd name="connsiteX6" fmla="*/ 148146 w 225782"/>
                    <a:gd name="connsiteY6" fmla="*/ 12327 h 377282"/>
                    <a:gd name="connsiteX7" fmla="*/ 223586 w 225782"/>
                    <a:gd name="connsiteY7" fmla="*/ 243974 h 37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82" h="377282">
                      <a:moveTo>
                        <a:pt x="223586" y="243974"/>
                      </a:moveTo>
                      <a:cubicBezTo>
                        <a:pt x="215298" y="280741"/>
                        <a:pt x="205582" y="327033"/>
                        <a:pt x="193390" y="372657"/>
                      </a:cubicBezTo>
                      <a:cubicBezTo>
                        <a:pt x="192439" y="376277"/>
                        <a:pt x="172721" y="379706"/>
                        <a:pt x="164815" y="376182"/>
                      </a:cubicBezTo>
                      <a:cubicBezTo>
                        <a:pt x="101474" y="348922"/>
                        <a:pt x="50610" y="299124"/>
                        <a:pt x="21940" y="236450"/>
                      </a:cubicBezTo>
                      <a:cubicBezTo>
                        <a:pt x="318" y="190158"/>
                        <a:pt x="-10826" y="142533"/>
                        <a:pt x="5843" y="90527"/>
                      </a:cubicBezTo>
                      <a:cubicBezTo>
                        <a:pt x="21465" y="41663"/>
                        <a:pt x="73471" y="-1199"/>
                        <a:pt x="124524" y="420"/>
                      </a:cubicBezTo>
                      <a:cubicBezTo>
                        <a:pt x="133763" y="772"/>
                        <a:pt x="142337" y="5117"/>
                        <a:pt x="148146" y="12327"/>
                      </a:cubicBezTo>
                      <a:cubicBezTo>
                        <a:pt x="185676" y="81954"/>
                        <a:pt x="217870" y="153392"/>
                        <a:pt x="223586" y="24397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452" name="任意多边形: 形状 451"/>
                <p:cNvSpPr/>
                <p:nvPr/>
              </p:nvSpPr>
              <p:spPr>
                <a:xfrm>
                  <a:off x="12876994" y="3374377"/>
                  <a:ext cx="224744" cy="389353"/>
                </a:xfrm>
                <a:custGeom>
                  <a:avLst/>
                  <a:gdLst>
                    <a:gd name="connsiteX0" fmla="*/ -2197 w 224744"/>
                    <a:gd name="connsiteY0" fmla="*/ 261369 h 389353"/>
                    <a:gd name="connsiteX1" fmla="*/ 101148 w 224744"/>
                    <a:gd name="connsiteY1" fmla="*/ 24292 h 389353"/>
                    <a:gd name="connsiteX2" fmla="*/ 192398 w 224744"/>
                    <a:gd name="connsiteY2" fmla="*/ 2860 h 389353"/>
                    <a:gd name="connsiteX3" fmla="*/ 221736 w 224744"/>
                    <a:gd name="connsiteY3" fmla="*/ 42008 h 389353"/>
                    <a:gd name="connsiteX4" fmla="*/ 148108 w 224744"/>
                    <a:gd name="connsiteY4" fmla="*/ 296135 h 389353"/>
                    <a:gd name="connsiteX5" fmla="*/ 44761 w 224744"/>
                    <a:gd name="connsiteY5" fmla="*/ 386242 h 389353"/>
                    <a:gd name="connsiteX6" fmla="*/ 16186 w 224744"/>
                    <a:gd name="connsiteY6" fmla="*/ 373192 h 389353"/>
                    <a:gd name="connsiteX7" fmla="*/ -2197 w 224744"/>
                    <a:gd name="connsiteY7" fmla="*/ 261369 h 389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744" h="389353">
                      <a:moveTo>
                        <a:pt x="-2197" y="261369"/>
                      </a:moveTo>
                      <a:cubicBezTo>
                        <a:pt x="-1341" y="166690"/>
                        <a:pt x="24283" y="84680"/>
                        <a:pt x="101148" y="24292"/>
                      </a:cubicBezTo>
                      <a:cubicBezTo>
                        <a:pt x="126772" y="3765"/>
                        <a:pt x="160298" y="-4112"/>
                        <a:pt x="192398" y="2860"/>
                      </a:cubicBezTo>
                      <a:cubicBezTo>
                        <a:pt x="213543" y="6766"/>
                        <a:pt x="225926" y="16481"/>
                        <a:pt x="221736" y="42008"/>
                      </a:cubicBezTo>
                      <a:cubicBezTo>
                        <a:pt x="207544" y="129829"/>
                        <a:pt x="200779" y="219745"/>
                        <a:pt x="148108" y="296135"/>
                      </a:cubicBezTo>
                      <a:cubicBezTo>
                        <a:pt x="121437" y="334711"/>
                        <a:pt x="90958" y="368906"/>
                        <a:pt x="44761" y="386242"/>
                      </a:cubicBezTo>
                      <a:cubicBezTo>
                        <a:pt x="28473" y="392338"/>
                        <a:pt x="19425" y="391861"/>
                        <a:pt x="16186" y="373192"/>
                      </a:cubicBezTo>
                      <a:cubicBezTo>
                        <a:pt x="10279" y="335854"/>
                        <a:pt x="3993" y="298707"/>
                        <a:pt x="-2197" y="26136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453" name="任意多边形: 形状 452"/>
                <p:cNvSpPr/>
                <p:nvPr/>
              </p:nvSpPr>
              <p:spPr>
                <a:xfrm>
                  <a:off x="13198922" y="4374711"/>
                  <a:ext cx="212518" cy="363130"/>
                </a:xfrm>
                <a:custGeom>
                  <a:avLst/>
                  <a:gdLst>
                    <a:gd name="connsiteX0" fmla="*/ 202513 w 212518"/>
                    <a:gd name="connsiteY0" fmla="*/ 186389 h 363130"/>
                    <a:gd name="connsiteX1" fmla="*/ 163173 w 212518"/>
                    <a:gd name="connsiteY1" fmla="*/ 308118 h 363130"/>
                    <a:gd name="connsiteX2" fmla="*/ 144123 w 212518"/>
                    <a:gd name="connsiteY2" fmla="*/ 336217 h 363130"/>
                    <a:gd name="connsiteX3" fmla="*/ 91926 w 212518"/>
                    <a:gd name="connsiteY3" fmla="*/ 346314 h 363130"/>
                    <a:gd name="connsiteX4" fmla="*/ 2106 w 212518"/>
                    <a:gd name="connsiteY4" fmla="*/ 101426 h 363130"/>
                    <a:gd name="connsiteX5" fmla="*/ 144981 w 212518"/>
                    <a:gd name="connsiteY5" fmla="*/ 2175 h 363130"/>
                    <a:gd name="connsiteX6" fmla="*/ 168889 w 212518"/>
                    <a:gd name="connsiteY6" fmla="*/ 25893 h 363130"/>
                    <a:gd name="connsiteX7" fmla="*/ 210322 w 212518"/>
                    <a:gd name="connsiteY7" fmla="*/ 184770 h 363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518" h="363130">
                      <a:moveTo>
                        <a:pt x="202513" y="186389"/>
                      </a:moveTo>
                      <a:cubicBezTo>
                        <a:pt x="206417" y="232585"/>
                        <a:pt x="190511" y="272114"/>
                        <a:pt x="163173" y="308118"/>
                      </a:cubicBezTo>
                      <a:cubicBezTo>
                        <a:pt x="156315" y="317109"/>
                        <a:pt x="149934" y="326491"/>
                        <a:pt x="144123" y="336217"/>
                      </a:cubicBezTo>
                      <a:cubicBezTo>
                        <a:pt x="124501" y="369555"/>
                        <a:pt x="120501" y="371650"/>
                        <a:pt x="91926" y="346314"/>
                      </a:cubicBezTo>
                      <a:cubicBezTo>
                        <a:pt x="18489" y="281163"/>
                        <a:pt x="-14753" y="199724"/>
                        <a:pt x="2106" y="101426"/>
                      </a:cubicBezTo>
                      <a:cubicBezTo>
                        <a:pt x="12773" y="39037"/>
                        <a:pt x="82973" y="-9731"/>
                        <a:pt x="144981" y="2175"/>
                      </a:cubicBezTo>
                      <a:cubicBezTo>
                        <a:pt x="156125" y="6042"/>
                        <a:pt x="164982" y="14767"/>
                        <a:pt x="168889" y="25893"/>
                      </a:cubicBezTo>
                      <a:cubicBezTo>
                        <a:pt x="184128" y="78471"/>
                        <a:pt x="196797" y="131715"/>
                        <a:pt x="210322" y="1847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grpSp>
        </p:grpSp>
        <p:sp>
          <p:nvSpPr>
            <p:cNvPr id="56" name="文本框 55"/>
            <p:cNvSpPr txBox="1"/>
            <p:nvPr/>
          </p:nvSpPr>
          <p:spPr>
            <a:xfrm>
              <a:off x="14319" y="3010"/>
              <a:ext cx="2828" cy="1035"/>
            </a:xfrm>
            <a:prstGeom prst="rect">
              <a:avLst/>
            </a:prstGeom>
            <a:noFill/>
          </p:spPr>
          <p:txBody>
            <a:bodyPr vert="horz" wrap="none" lIns="91440" tIns="45720" rIns="91440" bIns="45720" rtlCol="0" anchor="ctr" anchorCtr="0">
              <a:spAutoFit/>
            </a:bodyPr>
            <a:lstStyle>
              <a:defPPr>
                <a:defRPr lang="en-US"/>
              </a:defPPr>
              <a:lvl1pPr marR="0" lvl="0" indent="0" algn="ctr" fontAlgn="auto">
                <a:spcBef>
                  <a:spcPts val="0"/>
                </a:spcBef>
                <a:spcAft>
                  <a:spcPts val="0"/>
                </a:spcAft>
                <a:buClrTx/>
                <a:buSzTx/>
                <a:buFontTx/>
                <a:buNone/>
                <a:defRPr kumimoji="0" sz="2400" b="1" i="0" u="none" strike="noStrike" cap="none" spc="0" normalizeH="0" baseline="0">
                  <a:ln>
                    <a:noFill/>
                  </a:ln>
                  <a:gradFill>
                    <a:gsLst>
                      <a:gs pos="0">
                        <a:srgbClr val="0A34BA"/>
                      </a:gs>
                      <a:gs pos="100000">
                        <a:srgbClr val="00256E"/>
                      </a:gs>
                    </a:gsLst>
                    <a:lin ang="2700000" scaled="0"/>
                  </a:gradFill>
                  <a:effectLst/>
                  <a:uLnTx/>
                  <a:uFillTx/>
                  <a:latin typeface="微软雅黑" panose="020B0503020204020204" charset="-122"/>
                  <a:ea typeface="微软雅黑" panose="020B0503020204020204" charset="-122"/>
                </a:defRPr>
              </a:lvl1pPr>
            </a:lstStyle>
            <a:p>
              <a:pPr marL="12700" lvl="0" algn="ctr">
                <a:spcBef>
                  <a:spcPts val="95"/>
                </a:spcBef>
              </a:pPr>
              <a:r>
                <a:rPr lang="zh-CN" altLang="en-US" sz="1800">
                  <a:solidFill>
                    <a:schemeClr val="bg1"/>
                  </a:solidFill>
                  <a:cs typeface="微软雅黑" panose="020B0503020204020204" charset="-122"/>
                  <a:sym typeface="+mn-ea"/>
                </a:rPr>
                <a:t>中国包装联合会</a:t>
              </a:r>
              <a:endParaRPr lang="zh-CN" altLang="en-US" sz="1800">
                <a:solidFill>
                  <a:schemeClr val="bg1"/>
                </a:solidFill>
                <a:cs typeface="微软雅黑" panose="020B0503020204020204" charset="-122"/>
                <a:sym typeface="+mn-ea"/>
              </a:endParaRPr>
            </a:p>
            <a:p>
              <a:pPr marL="12700" lvl="0" algn="ctr">
                <a:spcBef>
                  <a:spcPts val="95"/>
                </a:spcBef>
              </a:pPr>
              <a:r>
                <a:rPr lang="zh-CN" altLang="en-US" sz="1800">
                  <a:solidFill>
                    <a:schemeClr val="bg1"/>
                  </a:solidFill>
                  <a:cs typeface="微软雅黑" panose="020B0503020204020204" charset="-122"/>
                  <a:sym typeface="+mn-ea"/>
                </a:rPr>
                <a:t>科技进步奖 </a:t>
              </a:r>
              <a:endParaRPr lang="zh-CN" altLang="en-US" sz="1800">
                <a:solidFill>
                  <a:schemeClr val="bg1"/>
                </a:solidFill>
                <a:cs typeface="微软雅黑" panose="020B0503020204020204" charset="-122"/>
                <a:sym typeface="+mn-ea"/>
              </a:endParaRPr>
            </a:p>
          </p:txBody>
        </p:sp>
        <p:grpSp>
          <p:nvGrpSpPr>
            <p:cNvPr id="98" name="组合 97"/>
            <p:cNvGrpSpPr/>
            <p:nvPr/>
          </p:nvGrpSpPr>
          <p:grpSpPr>
            <a:xfrm rot="0">
              <a:off x="13446" y="3060"/>
              <a:ext cx="4575" cy="936"/>
              <a:chOff x="12973" y="715"/>
              <a:chExt cx="5456" cy="1116"/>
            </a:xfrm>
          </p:grpSpPr>
          <p:grpSp>
            <p:nvGrpSpPr>
              <p:cNvPr id="99" name="组合 98"/>
              <p:cNvGrpSpPr/>
              <p:nvPr/>
            </p:nvGrpSpPr>
            <p:grpSpPr>
              <a:xfrm rot="0">
                <a:off x="12973" y="715"/>
                <a:ext cx="622" cy="1116"/>
                <a:chOff x="12505110" y="1875542"/>
                <a:chExt cx="2029933" cy="3642920"/>
              </a:xfrm>
              <a:gradFill>
                <a:gsLst>
                  <a:gs pos="0">
                    <a:srgbClr val="FFCD69">
                      <a:lumMod val="40000"/>
                      <a:lumOff val="60000"/>
                    </a:srgbClr>
                  </a:gs>
                  <a:gs pos="100000">
                    <a:srgbClr val="FFCD69">
                      <a:lumMod val="60000"/>
                      <a:lumOff val="40000"/>
                    </a:srgbClr>
                  </a:gs>
                </a:gsLst>
                <a:lin ang="5400000" scaled="1"/>
              </a:gradFill>
            </p:grpSpPr>
            <p:sp>
              <p:nvSpPr>
                <p:cNvPr id="100" name="任意多边形: 形状 453"/>
                <p:cNvSpPr/>
                <p:nvPr/>
              </p:nvSpPr>
              <p:spPr>
                <a:xfrm>
                  <a:off x="12724094" y="2480178"/>
                  <a:ext cx="1810949" cy="3038284"/>
                </a:xfrm>
                <a:custGeom>
                  <a:avLst/>
                  <a:gdLst>
                    <a:gd name="connsiteX0" fmla="*/ 193566 w 1810949"/>
                    <a:gd name="connsiteY0" fmla="*/ 433763 h 3038284"/>
                    <a:gd name="connsiteX1" fmla="*/ 155466 w 1810949"/>
                    <a:gd name="connsiteY1" fmla="*/ 501962 h 3038284"/>
                    <a:gd name="connsiteX2" fmla="*/ 131653 w 1810949"/>
                    <a:gd name="connsiteY2" fmla="*/ 509011 h 3038284"/>
                    <a:gd name="connsiteX3" fmla="*/ 22020 w 1810949"/>
                    <a:gd name="connsiteY3" fmla="*/ 388329 h 3038284"/>
                    <a:gd name="connsiteX4" fmla="*/ 494 w 1810949"/>
                    <a:gd name="connsiteY4" fmla="*/ 223451 h 3038284"/>
                    <a:gd name="connsiteX5" fmla="*/ 69264 w 1810949"/>
                    <a:gd name="connsiteY5" fmla="*/ 19902 h 3038284"/>
                    <a:gd name="connsiteX6" fmla="*/ 116126 w 1810949"/>
                    <a:gd name="connsiteY6" fmla="*/ 4662 h 3038284"/>
                    <a:gd name="connsiteX7" fmla="*/ 237379 w 1810949"/>
                    <a:gd name="connsiteY7" fmla="*/ 217260 h 3038284"/>
                    <a:gd name="connsiteX8" fmla="*/ 216806 w 1810949"/>
                    <a:gd name="connsiteY8" fmla="*/ 352039 h 3038284"/>
                    <a:gd name="connsiteX9" fmla="*/ 219474 w 1810949"/>
                    <a:gd name="connsiteY9" fmla="*/ 378232 h 3038284"/>
                    <a:gd name="connsiteX10" fmla="*/ 348821 w 1810949"/>
                    <a:gd name="connsiteY10" fmla="*/ 81624 h 3038284"/>
                    <a:gd name="connsiteX11" fmla="*/ 359109 w 1810949"/>
                    <a:gd name="connsiteY11" fmla="*/ 84958 h 3038284"/>
                    <a:gd name="connsiteX12" fmla="*/ 354442 w 1810949"/>
                    <a:gd name="connsiteY12" fmla="*/ 106770 h 3038284"/>
                    <a:gd name="connsiteX13" fmla="*/ 244332 w 1810949"/>
                    <a:gd name="connsiteY13" fmla="*/ 395092 h 3038284"/>
                    <a:gd name="connsiteX14" fmla="*/ 161561 w 1810949"/>
                    <a:gd name="connsiteY14" fmla="*/ 728467 h 3038284"/>
                    <a:gd name="connsiteX15" fmla="*/ 133463 w 1810949"/>
                    <a:gd name="connsiteY15" fmla="*/ 1132136 h 3038284"/>
                    <a:gd name="connsiteX16" fmla="*/ 158989 w 1810949"/>
                    <a:gd name="connsiteY16" fmla="*/ 1401694 h 3038284"/>
                    <a:gd name="connsiteX17" fmla="*/ 225664 w 1810949"/>
                    <a:gd name="connsiteY17" fmla="*/ 1672394 h 3038284"/>
                    <a:gd name="connsiteX18" fmla="*/ 414831 w 1810949"/>
                    <a:gd name="connsiteY18" fmla="*/ 2081302 h 3038284"/>
                    <a:gd name="connsiteX19" fmla="*/ 898034 w 1810949"/>
                    <a:gd name="connsiteY19" fmla="*/ 2589747 h 3038284"/>
                    <a:gd name="connsiteX20" fmla="*/ 1317134 w 1810949"/>
                    <a:gd name="connsiteY20" fmla="*/ 2804250 h 3038284"/>
                    <a:gd name="connsiteX21" fmla="*/ 1777478 w 1810949"/>
                    <a:gd name="connsiteY21" fmla="*/ 2892547 h 3038284"/>
                    <a:gd name="connsiteX22" fmla="*/ 1807672 w 1810949"/>
                    <a:gd name="connsiteY22" fmla="*/ 2925599 h 3038284"/>
                    <a:gd name="connsiteX23" fmla="*/ 1792526 w 1810949"/>
                    <a:gd name="connsiteY23" fmla="*/ 3024278 h 3038284"/>
                    <a:gd name="connsiteX24" fmla="*/ 1768237 w 1810949"/>
                    <a:gd name="connsiteY24" fmla="*/ 3038660 h 3038284"/>
                    <a:gd name="connsiteX25" fmla="*/ 1609647 w 1810949"/>
                    <a:gd name="connsiteY25" fmla="*/ 3020277 h 3038284"/>
                    <a:gd name="connsiteX26" fmla="*/ 1400097 w 1810949"/>
                    <a:gd name="connsiteY26" fmla="*/ 2968080 h 3038284"/>
                    <a:gd name="connsiteX27" fmla="*/ 1127776 w 1810949"/>
                    <a:gd name="connsiteY27" fmla="*/ 2862257 h 3038284"/>
                    <a:gd name="connsiteX28" fmla="*/ 563706 w 1810949"/>
                    <a:gd name="connsiteY28" fmla="*/ 2435728 h 3038284"/>
                    <a:gd name="connsiteX29" fmla="*/ 233284 w 1810949"/>
                    <a:gd name="connsiteY29" fmla="*/ 1910614 h 3038284"/>
                    <a:gd name="connsiteX30" fmla="*/ 110696 w 1810949"/>
                    <a:gd name="connsiteY30" fmla="*/ 1479037 h 3038284"/>
                    <a:gd name="connsiteX31" fmla="*/ 87265 w 1810949"/>
                    <a:gd name="connsiteY31" fmla="*/ 1018122 h 3038284"/>
                    <a:gd name="connsiteX32" fmla="*/ 138988 w 1810949"/>
                    <a:gd name="connsiteY32" fmla="*/ 669221 h 3038284"/>
                    <a:gd name="connsiteX33" fmla="*/ 197470 w 1810949"/>
                    <a:gd name="connsiteY33" fmla="*/ 458338 h 3038284"/>
                    <a:gd name="connsiteX34" fmla="*/ 199565 w 1810949"/>
                    <a:gd name="connsiteY34" fmla="*/ 434239 h 303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0949" h="3038284">
                      <a:moveTo>
                        <a:pt x="193566" y="433763"/>
                      </a:moveTo>
                      <a:cubicBezTo>
                        <a:pt x="180992" y="456718"/>
                        <a:pt x="169563" y="480245"/>
                        <a:pt x="155466" y="501962"/>
                      </a:cubicBezTo>
                      <a:cubicBezTo>
                        <a:pt x="151750" y="507487"/>
                        <a:pt x="135272" y="512154"/>
                        <a:pt x="131653" y="509011"/>
                      </a:cubicBezTo>
                      <a:cubicBezTo>
                        <a:pt x="90123" y="473578"/>
                        <a:pt x="43928" y="442336"/>
                        <a:pt x="22020" y="388329"/>
                      </a:cubicBezTo>
                      <a:cubicBezTo>
                        <a:pt x="685" y="336161"/>
                        <a:pt x="-6745" y="279344"/>
                        <a:pt x="494" y="223451"/>
                      </a:cubicBezTo>
                      <a:cubicBezTo>
                        <a:pt x="9733" y="151728"/>
                        <a:pt x="33164" y="82548"/>
                        <a:pt x="69264" y="19902"/>
                      </a:cubicBezTo>
                      <a:cubicBezTo>
                        <a:pt x="81170" y="-1148"/>
                        <a:pt x="94218" y="-3339"/>
                        <a:pt x="116126" y="4662"/>
                      </a:cubicBezTo>
                      <a:cubicBezTo>
                        <a:pt x="216044" y="41047"/>
                        <a:pt x="236810" y="114009"/>
                        <a:pt x="237379" y="217260"/>
                      </a:cubicBezTo>
                      <a:cubicBezTo>
                        <a:pt x="237379" y="262218"/>
                        <a:pt x="223855" y="307081"/>
                        <a:pt x="216806" y="352039"/>
                      </a:cubicBezTo>
                      <a:cubicBezTo>
                        <a:pt x="215188" y="360840"/>
                        <a:pt x="216044" y="369946"/>
                        <a:pt x="219474" y="378232"/>
                      </a:cubicBezTo>
                      <a:lnTo>
                        <a:pt x="348821" y="81624"/>
                      </a:lnTo>
                      <a:lnTo>
                        <a:pt x="359109" y="84958"/>
                      </a:lnTo>
                      <a:cubicBezTo>
                        <a:pt x="358158" y="92339"/>
                        <a:pt x="356633" y="99636"/>
                        <a:pt x="354442" y="106770"/>
                      </a:cubicBezTo>
                      <a:cubicBezTo>
                        <a:pt x="317486" y="202782"/>
                        <a:pt x="274814" y="297270"/>
                        <a:pt x="244332" y="395092"/>
                      </a:cubicBezTo>
                      <a:cubicBezTo>
                        <a:pt x="210235" y="504534"/>
                        <a:pt x="177657" y="615976"/>
                        <a:pt x="161561" y="728467"/>
                      </a:cubicBezTo>
                      <a:cubicBezTo>
                        <a:pt x="143560" y="862283"/>
                        <a:pt x="134130" y="997119"/>
                        <a:pt x="133463" y="1132136"/>
                      </a:cubicBezTo>
                      <a:cubicBezTo>
                        <a:pt x="133558" y="1222586"/>
                        <a:pt x="142129" y="1312835"/>
                        <a:pt x="158989" y="1401694"/>
                      </a:cubicBezTo>
                      <a:cubicBezTo>
                        <a:pt x="176420" y="1493038"/>
                        <a:pt x="198710" y="1583393"/>
                        <a:pt x="225664" y="1672394"/>
                      </a:cubicBezTo>
                      <a:cubicBezTo>
                        <a:pt x="267289" y="1818317"/>
                        <a:pt x="334915" y="1952810"/>
                        <a:pt x="414831" y="2081302"/>
                      </a:cubicBezTo>
                      <a:cubicBezTo>
                        <a:pt x="539608" y="2281939"/>
                        <a:pt x="704009" y="2454963"/>
                        <a:pt x="898034" y="2589747"/>
                      </a:cubicBezTo>
                      <a:cubicBezTo>
                        <a:pt x="1027194" y="2680172"/>
                        <a:pt x="1168258" y="2752352"/>
                        <a:pt x="1317134" y="2804250"/>
                      </a:cubicBezTo>
                      <a:cubicBezTo>
                        <a:pt x="1465535" y="2855510"/>
                        <a:pt x="1620600" y="2885244"/>
                        <a:pt x="1777478" y="2892547"/>
                      </a:cubicBezTo>
                      <a:cubicBezTo>
                        <a:pt x="1802337" y="2893880"/>
                        <a:pt x="1812244" y="2899881"/>
                        <a:pt x="1807672" y="2925599"/>
                      </a:cubicBezTo>
                      <a:cubicBezTo>
                        <a:pt x="1801861" y="2958365"/>
                        <a:pt x="1799384" y="2992274"/>
                        <a:pt x="1792526" y="3024278"/>
                      </a:cubicBezTo>
                      <a:cubicBezTo>
                        <a:pt x="1787383" y="3032908"/>
                        <a:pt x="1778239" y="3038332"/>
                        <a:pt x="1768237" y="3038660"/>
                      </a:cubicBezTo>
                      <a:cubicBezTo>
                        <a:pt x="1715089" y="3035416"/>
                        <a:pt x="1662130" y="3029279"/>
                        <a:pt x="1609647" y="3020277"/>
                      </a:cubicBezTo>
                      <a:cubicBezTo>
                        <a:pt x="1538781" y="3007341"/>
                        <a:pt x="1468772" y="2989907"/>
                        <a:pt x="1400097" y="2968080"/>
                      </a:cubicBezTo>
                      <a:cubicBezTo>
                        <a:pt x="1307228" y="2938469"/>
                        <a:pt x="1216264" y="2903127"/>
                        <a:pt x="1127776" y="2862257"/>
                      </a:cubicBezTo>
                      <a:cubicBezTo>
                        <a:pt x="913464" y="2758742"/>
                        <a:pt x="721727" y="2613774"/>
                        <a:pt x="563706" y="2435728"/>
                      </a:cubicBezTo>
                      <a:cubicBezTo>
                        <a:pt x="425117" y="2280276"/>
                        <a:pt x="313484" y="2102804"/>
                        <a:pt x="233284" y="1910614"/>
                      </a:cubicBezTo>
                      <a:cubicBezTo>
                        <a:pt x="175753" y="1772016"/>
                        <a:pt x="134604" y="1627179"/>
                        <a:pt x="110696" y="1479037"/>
                      </a:cubicBezTo>
                      <a:cubicBezTo>
                        <a:pt x="85265" y="1326799"/>
                        <a:pt x="77454" y="1172151"/>
                        <a:pt x="87265" y="1018122"/>
                      </a:cubicBezTo>
                      <a:cubicBezTo>
                        <a:pt x="92886" y="900393"/>
                        <a:pt x="110222" y="783512"/>
                        <a:pt x="138988" y="669221"/>
                      </a:cubicBezTo>
                      <a:cubicBezTo>
                        <a:pt x="158038" y="598641"/>
                        <a:pt x="178134" y="528632"/>
                        <a:pt x="197470" y="458338"/>
                      </a:cubicBezTo>
                      <a:cubicBezTo>
                        <a:pt x="198898" y="450384"/>
                        <a:pt x="199565" y="442317"/>
                        <a:pt x="199565" y="43423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01" name="任意多边形: 形状 454"/>
                <p:cNvSpPr/>
                <p:nvPr/>
              </p:nvSpPr>
              <p:spPr>
                <a:xfrm>
                  <a:off x="12719092" y="4637983"/>
                  <a:ext cx="510159" cy="317499"/>
                </a:xfrm>
                <a:custGeom>
                  <a:avLst/>
                  <a:gdLst>
                    <a:gd name="connsiteX0" fmla="*/ 370304 w 510159"/>
                    <a:gd name="connsiteY0" fmla="*/ 317833 h 317499"/>
                    <a:gd name="connsiteX1" fmla="*/ 119796 w 510159"/>
                    <a:gd name="connsiteY1" fmla="*/ 208486 h 317499"/>
                    <a:gd name="connsiteX2" fmla="*/ 10735 w 510159"/>
                    <a:gd name="connsiteY2" fmla="*/ 100187 h 317499"/>
                    <a:gd name="connsiteX3" fmla="*/ 8449 w 510159"/>
                    <a:gd name="connsiteY3" fmla="*/ 47323 h 317499"/>
                    <a:gd name="connsiteX4" fmla="*/ 147227 w 510159"/>
                    <a:gd name="connsiteY4" fmla="*/ 4746 h 317499"/>
                    <a:gd name="connsiteX5" fmla="*/ 331536 w 510159"/>
                    <a:gd name="connsiteY5" fmla="*/ 90471 h 317499"/>
                    <a:gd name="connsiteX6" fmla="*/ 493461 w 510159"/>
                    <a:gd name="connsiteY6" fmla="*/ 220868 h 317499"/>
                    <a:gd name="connsiteX7" fmla="*/ 495747 w 510159"/>
                    <a:gd name="connsiteY7" fmla="*/ 267922 h 317499"/>
                    <a:gd name="connsiteX8" fmla="*/ 370304 w 510159"/>
                    <a:gd name="connsiteY8" fmla="*/ 317833 h 31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159" h="317499">
                      <a:moveTo>
                        <a:pt x="370304" y="317833"/>
                      </a:moveTo>
                      <a:cubicBezTo>
                        <a:pt x="272482" y="314499"/>
                        <a:pt x="191898" y="269446"/>
                        <a:pt x="119796" y="208486"/>
                      </a:cubicBezTo>
                      <a:cubicBezTo>
                        <a:pt x="80838" y="175529"/>
                        <a:pt x="47500" y="135905"/>
                        <a:pt x="10735" y="100187"/>
                      </a:cubicBezTo>
                      <a:cubicBezTo>
                        <a:pt x="-7554" y="82470"/>
                        <a:pt x="-4697" y="65706"/>
                        <a:pt x="8449" y="47323"/>
                      </a:cubicBezTo>
                      <a:cubicBezTo>
                        <a:pt x="37024" y="7794"/>
                        <a:pt x="91126" y="-8113"/>
                        <a:pt x="147227" y="4746"/>
                      </a:cubicBezTo>
                      <a:cubicBezTo>
                        <a:pt x="213902" y="20230"/>
                        <a:pt x="276672" y="49423"/>
                        <a:pt x="331536" y="90471"/>
                      </a:cubicBezTo>
                      <a:cubicBezTo>
                        <a:pt x="387352" y="131524"/>
                        <a:pt x="439265" y="177720"/>
                        <a:pt x="493461" y="220868"/>
                      </a:cubicBezTo>
                      <a:cubicBezTo>
                        <a:pt x="513367" y="236680"/>
                        <a:pt x="511463" y="249443"/>
                        <a:pt x="495747" y="267922"/>
                      </a:cubicBezTo>
                      <a:cubicBezTo>
                        <a:pt x="462219" y="306784"/>
                        <a:pt x="419166" y="318690"/>
                        <a:pt x="370304" y="31783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02" name="任意多边形: 形状 455"/>
                <p:cNvSpPr/>
                <p:nvPr/>
              </p:nvSpPr>
              <p:spPr>
                <a:xfrm>
                  <a:off x="12573644" y="4227251"/>
                  <a:ext cx="452202" cy="379955"/>
                </a:xfrm>
                <a:custGeom>
                  <a:avLst/>
                  <a:gdLst>
                    <a:gd name="connsiteX0" fmla="*/ 377923 w 452202"/>
                    <a:gd name="connsiteY0" fmla="*/ 380331 h 379955"/>
                    <a:gd name="connsiteX1" fmla="*/ 141896 w 452202"/>
                    <a:gd name="connsiteY1" fmla="*/ 267555 h 379955"/>
                    <a:gd name="connsiteX2" fmla="*/ 4830 w 452202"/>
                    <a:gd name="connsiteY2" fmla="*/ 93724 h 379955"/>
                    <a:gd name="connsiteX3" fmla="*/ 61980 w 452202"/>
                    <a:gd name="connsiteY3" fmla="*/ 3331 h 379955"/>
                    <a:gd name="connsiteX4" fmla="*/ 204187 w 452202"/>
                    <a:gd name="connsiteY4" fmla="*/ 39717 h 379955"/>
                    <a:gd name="connsiteX5" fmla="*/ 422121 w 452202"/>
                    <a:gd name="connsiteY5" fmla="*/ 298606 h 379955"/>
                    <a:gd name="connsiteX6" fmla="*/ 443838 w 452202"/>
                    <a:gd name="connsiteY6" fmla="*/ 344898 h 379955"/>
                    <a:gd name="connsiteX7" fmla="*/ 423358 w 452202"/>
                    <a:gd name="connsiteY7" fmla="*/ 378235 h 379955"/>
                    <a:gd name="connsiteX8" fmla="*/ 377923 w 452202"/>
                    <a:gd name="connsiteY8" fmla="*/ 380331 h 379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202" h="379955">
                      <a:moveTo>
                        <a:pt x="377923" y="380331"/>
                      </a:moveTo>
                      <a:cubicBezTo>
                        <a:pt x="287817" y="378712"/>
                        <a:pt x="206473" y="337278"/>
                        <a:pt x="141896" y="267555"/>
                      </a:cubicBezTo>
                      <a:cubicBezTo>
                        <a:pt x="91890" y="213643"/>
                        <a:pt x="48455" y="153255"/>
                        <a:pt x="4830" y="93724"/>
                      </a:cubicBezTo>
                      <a:cubicBezTo>
                        <a:pt x="-17460" y="63434"/>
                        <a:pt x="16450" y="11999"/>
                        <a:pt x="61980" y="3331"/>
                      </a:cubicBezTo>
                      <a:cubicBezTo>
                        <a:pt x="115130" y="-6860"/>
                        <a:pt x="161230" y="10285"/>
                        <a:pt x="204187" y="39717"/>
                      </a:cubicBezTo>
                      <a:cubicBezTo>
                        <a:pt x="300581" y="106392"/>
                        <a:pt x="366970" y="197641"/>
                        <a:pt x="422121" y="298606"/>
                      </a:cubicBezTo>
                      <a:cubicBezTo>
                        <a:pt x="430215" y="313561"/>
                        <a:pt x="436694" y="329467"/>
                        <a:pt x="443838" y="344898"/>
                      </a:cubicBezTo>
                      <a:cubicBezTo>
                        <a:pt x="455458" y="369853"/>
                        <a:pt x="451742" y="376045"/>
                        <a:pt x="423358" y="378235"/>
                      </a:cubicBezTo>
                      <a:cubicBezTo>
                        <a:pt x="410596" y="379283"/>
                        <a:pt x="398213" y="379283"/>
                        <a:pt x="377923" y="38033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03" name="任意多边形: 形状 456"/>
                <p:cNvSpPr/>
                <p:nvPr/>
              </p:nvSpPr>
              <p:spPr>
                <a:xfrm>
                  <a:off x="12505673" y="3364558"/>
                  <a:ext cx="277960" cy="488669"/>
                </a:xfrm>
                <a:custGeom>
                  <a:avLst/>
                  <a:gdLst>
                    <a:gd name="connsiteX0" fmla="*/ 271208 w 277960"/>
                    <a:gd name="connsiteY0" fmla="*/ 488453 h 488669"/>
                    <a:gd name="connsiteX1" fmla="*/ 255681 w 277960"/>
                    <a:gd name="connsiteY1" fmla="*/ 488453 h 488669"/>
                    <a:gd name="connsiteX2" fmla="*/ 39368 w 277960"/>
                    <a:gd name="connsiteY2" fmla="*/ 296714 h 488669"/>
                    <a:gd name="connsiteX3" fmla="*/ -1304 w 277960"/>
                    <a:gd name="connsiteY3" fmla="*/ 29443 h 488669"/>
                    <a:gd name="connsiteX4" fmla="*/ 13461 w 277960"/>
                    <a:gd name="connsiteY4" fmla="*/ 9631 h 488669"/>
                    <a:gd name="connsiteX5" fmla="*/ 157954 w 277960"/>
                    <a:gd name="connsiteY5" fmla="*/ 53255 h 488669"/>
                    <a:gd name="connsiteX6" fmla="*/ 247300 w 277960"/>
                    <a:gd name="connsiteY6" fmla="*/ 229182 h 488669"/>
                    <a:gd name="connsiteX7" fmla="*/ 274066 w 277960"/>
                    <a:gd name="connsiteY7" fmla="*/ 465688 h 488669"/>
                    <a:gd name="connsiteX8" fmla="*/ 271208 w 277960"/>
                    <a:gd name="connsiteY8" fmla="*/ 488453 h 48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960" h="488669">
                      <a:moveTo>
                        <a:pt x="271208" y="488453"/>
                      </a:moveTo>
                      <a:cubicBezTo>
                        <a:pt x="266064" y="489243"/>
                        <a:pt x="260825" y="489243"/>
                        <a:pt x="255681" y="488453"/>
                      </a:cubicBezTo>
                      <a:cubicBezTo>
                        <a:pt x="159003" y="452448"/>
                        <a:pt x="83280" y="396060"/>
                        <a:pt x="39368" y="296714"/>
                      </a:cubicBezTo>
                      <a:cubicBezTo>
                        <a:pt x="1268" y="209846"/>
                        <a:pt x="-4922" y="120978"/>
                        <a:pt x="-1304" y="29443"/>
                      </a:cubicBezTo>
                      <a:cubicBezTo>
                        <a:pt x="317" y="20947"/>
                        <a:pt x="5745" y="13660"/>
                        <a:pt x="13461" y="9631"/>
                      </a:cubicBezTo>
                      <a:cubicBezTo>
                        <a:pt x="58800" y="-11991"/>
                        <a:pt x="116712" y="4964"/>
                        <a:pt x="157954" y="53255"/>
                      </a:cubicBezTo>
                      <a:cubicBezTo>
                        <a:pt x="201770" y="104500"/>
                        <a:pt x="227964" y="164507"/>
                        <a:pt x="247300" y="229182"/>
                      </a:cubicBezTo>
                      <a:cubicBezTo>
                        <a:pt x="270731" y="305687"/>
                        <a:pt x="279875" y="385878"/>
                        <a:pt x="274066" y="465688"/>
                      </a:cubicBezTo>
                      <a:cubicBezTo>
                        <a:pt x="273589" y="472832"/>
                        <a:pt x="272254" y="479975"/>
                        <a:pt x="271208" y="48845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04" name="任意多边形: 形状 457"/>
                <p:cNvSpPr/>
                <p:nvPr/>
              </p:nvSpPr>
              <p:spPr>
                <a:xfrm>
                  <a:off x="12596347" y="2922507"/>
                  <a:ext cx="229687" cy="509521"/>
                </a:xfrm>
                <a:custGeom>
                  <a:avLst/>
                  <a:gdLst>
                    <a:gd name="connsiteX0" fmla="*/ 227490 w 229687"/>
                    <a:gd name="connsiteY0" fmla="*/ 290520 h 509521"/>
                    <a:gd name="connsiteX1" fmla="*/ 207582 w 229687"/>
                    <a:gd name="connsiteY1" fmla="*/ 476448 h 509521"/>
                    <a:gd name="connsiteX2" fmla="*/ 159957 w 229687"/>
                    <a:gd name="connsiteY2" fmla="*/ 502737 h 509521"/>
                    <a:gd name="connsiteX3" fmla="*/ 21940 w 229687"/>
                    <a:gd name="connsiteY3" fmla="*/ 346717 h 509521"/>
                    <a:gd name="connsiteX4" fmla="*/ 11655 w 229687"/>
                    <a:gd name="connsiteY4" fmla="*/ 48299 h 509521"/>
                    <a:gd name="connsiteX5" fmla="*/ 112904 w 229687"/>
                    <a:gd name="connsiteY5" fmla="*/ 11437 h 509521"/>
                    <a:gd name="connsiteX6" fmla="*/ 195392 w 229687"/>
                    <a:gd name="connsiteY6" fmla="*/ 118593 h 509521"/>
                    <a:gd name="connsiteX7" fmla="*/ 227490 w 229687"/>
                    <a:gd name="connsiteY7" fmla="*/ 290520 h 509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87" h="509521">
                      <a:moveTo>
                        <a:pt x="227490" y="290520"/>
                      </a:moveTo>
                      <a:cubicBezTo>
                        <a:pt x="219679" y="365196"/>
                        <a:pt x="215203" y="421012"/>
                        <a:pt x="207582" y="476448"/>
                      </a:cubicBezTo>
                      <a:cubicBezTo>
                        <a:pt x="202631" y="512833"/>
                        <a:pt x="193676" y="515976"/>
                        <a:pt x="159957" y="502737"/>
                      </a:cubicBezTo>
                      <a:cubicBezTo>
                        <a:pt x="87378" y="474162"/>
                        <a:pt x="46420" y="418440"/>
                        <a:pt x="21940" y="346717"/>
                      </a:cubicBezTo>
                      <a:cubicBezTo>
                        <a:pt x="-11681" y="248038"/>
                        <a:pt x="-5300" y="148311"/>
                        <a:pt x="11655" y="48299"/>
                      </a:cubicBezTo>
                      <a:cubicBezTo>
                        <a:pt x="19180" y="3531"/>
                        <a:pt x="66042" y="-12470"/>
                        <a:pt x="112904" y="11437"/>
                      </a:cubicBezTo>
                      <a:cubicBezTo>
                        <a:pt x="154911" y="33164"/>
                        <a:pt x="185105" y="72416"/>
                        <a:pt x="195392" y="118593"/>
                      </a:cubicBezTo>
                      <a:cubicBezTo>
                        <a:pt x="211012" y="180696"/>
                        <a:pt x="219300" y="244704"/>
                        <a:pt x="227490" y="29052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05" name="任意多边形: 形状 458"/>
                <p:cNvSpPr/>
                <p:nvPr/>
              </p:nvSpPr>
              <p:spPr>
                <a:xfrm>
                  <a:off x="12505110" y="3811358"/>
                  <a:ext cx="348383" cy="420373"/>
                </a:xfrm>
                <a:custGeom>
                  <a:avLst/>
                  <a:gdLst>
                    <a:gd name="connsiteX0" fmla="*/ 79745 w 348383"/>
                    <a:gd name="connsiteY0" fmla="*/ 410 h 420373"/>
                    <a:gd name="connsiteX1" fmla="*/ 214811 w 348383"/>
                    <a:gd name="connsiteY1" fmla="*/ 80039 h 420373"/>
                    <a:gd name="connsiteX2" fmla="*/ 333683 w 348383"/>
                    <a:gd name="connsiteY2" fmla="*/ 329022 h 420373"/>
                    <a:gd name="connsiteX3" fmla="*/ 345589 w 348383"/>
                    <a:gd name="connsiteY3" fmla="*/ 399031 h 420373"/>
                    <a:gd name="connsiteX4" fmla="*/ 320823 w 348383"/>
                    <a:gd name="connsiteY4" fmla="*/ 419986 h 420373"/>
                    <a:gd name="connsiteX5" fmla="*/ 42503 w 348383"/>
                    <a:gd name="connsiteY5" fmla="*/ 195958 h 420373"/>
                    <a:gd name="connsiteX6" fmla="*/ 4403 w 348383"/>
                    <a:gd name="connsiteY6" fmla="*/ 85944 h 420373"/>
                    <a:gd name="connsiteX7" fmla="*/ 58504 w 348383"/>
                    <a:gd name="connsiteY7" fmla="*/ 1839 h 420373"/>
                    <a:gd name="connsiteX8" fmla="*/ 79745 w 348383"/>
                    <a:gd name="connsiteY8" fmla="*/ 410 h 42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383" h="420373">
                      <a:moveTo>
                        <a:pt x="79745" y="410"/>
                      </a:moveTo>
                      <a:cubicBezTo>
                        <a:pt x="135467" y="3839"/>
                        <a:pt x="178806" y="36605"/>
                        <a:pt x="214811" y="80039"/>
                      </a:cubicBezTo>
                      <a:cubicBezTo>
                        <a:pt x="274056" y="152172"/>
                        <a:pt x="314823" y="237621"/>
                        <a:pt x="333683" y="329022"/>
                      </a:cubicBezTo>
                      <a:cubicBezTo>
                        <a:pt x="338636" y="352168"/>
                        <a:pt x="342064" y="375600"/>
                        <a:pt x="345589" y="399031"/>
                      </a:cubicBezTo>
                      <a:cubicBezTo>
                        <a:pt x="348638" y="418938"/>
                        <a:pt x="339968" y="422653"/>
                        <a:pt x="320823" y="419986"/>
                      </a:cubicBezTo>
                      <a:cubicBezTo>
                        <a:pt x="182806" y="400936"/>
                        <a:pt x="95462" y="319497"/>
                        <a:pt x="42503" y="195958"/>
                      </a:cubicBezTo>
                      <a:cubicBezTo>
                        <a:pt x="26787" y="160420"/>
                        <a:pt x="14023" y="123616"/>
                        <a:pt x="4403" y="85944"/>
                      </a:cubicBezTo>
                      <a:cubicBezTo>
                        <a:pt x="-11027" y="21841"/>
                        <a:pt x="-1883" y="19269"/>
                        <a:pt x="58504" y="1839"/>
                      </a:cubicBezTo>
                      <a:cubicBezTo>
                        <a:pt x="65552" y="715"/>
                        <a:pt x="72601" y="238"/>
                        <a:pt x="79745" y="4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06" name="任意多边形: 形状 459"/>
                <p:cNvSpPr/>
                <p:nvPr/>
              </p:nvSpPr>
              <p:spPr>
                <a:xfrm>
                  <a:off x="12919349" y="2103840"/>
                  <a:ext cx="274161" cy="458499"/>
                </a:xfrm>
                <a:custGeom>
                  <a:avLst/>
                  <a:gdLst>
                    <a:gd name="connsiteX0" fmla="*/ 271964 w 274161"/>
                    <a:gd name="connsiteY0" fmla="*/ 116110 h 458499"/>
                    <a:gd name="connsiteX1" fmla="*/ 201099 w 274161"/>
                    <a:gd name="connsiteY1" fmla="*/ 319088 h 458499"/>
                    <a:gd name="connsiteX2" fmla="*/ 109753 w 274161"/>
                    <a:gd name="connsiteY2" fmla="*/ 445866 h 458499"/>
                    <a:gd name="connsiteX3" fmla="*/ 71653 w 274161"/>
                    <a:gd name="connsiteY3" fmla="*/ 451009 h 458499"/>
                    <a:gd name="connsiteX4" fmla="*/ 9169 w 274161"/>
                    <a:gd name="connsiteY4" fmla="*/ 238030 h 458499"/>
                    <a:gd name="connsiteX5" fmla="*/ 120420 w 274161"/>
                    <a:gd name="connsiteY5" fmla="*/ 34672 h 458499"/>
                    <a:gd name="connsiteX6" fmla="*/ 228148 w 274161"/>
                    <a:gd name="connsiteY6" fmla="*/ 19812 h 458499"/>
                    <a:gd name="connsiteX7" fmla="*/ 271964 w 274161"/>
                    <a:gd name="connsiteY7" fmla="*/ 116110 h 458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161" h="458499">
                      <a:moveTo>
                        <a:pt x="271964" y="116110"/>
                      </a:moveTo>
                      <a:cubicBezTo>
                        <a:pt x="268820" y="189643"/>
                        <a:pt x="241008" y="256985"/>
                        <a:pt x="201099" y="319088"/>
                      </a:cubicBezTo>
                      <a:cubicBezTo>
                        <a:pt x="172998" y="362903"/>
                        <a:pt x="139947" y="403479"/>
                        <a:pt x="109753" y="445866"/>
                      </a:cubicBezTo>
                      <a:cubicBezTo>
                        <a:pt x="98324" y="461868"/>
                        <a:pt x="88513" y="462534"/>
                        <a:pt x="71653" y="451009"/>
                      </a:cubicBezTo>
                      <a:cubicBezTo>
                        <a:pt x="-5596" y="396622"/>
                        <a:pt x="-14072" y="327184"/>
                        <a:pt x="9169" y="238030"/>
                      </a:cubicBezTo>
                      <a:cubicBezTo>
                        <a:pt x="29363" y="161830"/>
                        <a:pt x="72986" y="96679"/>
                        <a:pt x="120420" y="34672"/>
                      </a:cubicBezTo>
                      <a:cubicBezTo>
                        <a:pt x="151567" y="-6000"/>
                        <a:pt x="185858" y="-9906"/>
                        <a:pt x="228148" y="19812"/>
                      </a:cubicBezTo>
                      <a:cubicBezTo>
                        <a:pt x="257391" y="40101"/>
                        <a:pt x="271678" y="71248"/>
                        <a:pt x="271964" y="1161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07" name="任意多边形: 形状 460"/>
                <p:cNvSpPr/>
                <p:nvPr/>
              </p:nvSpPr>
              <p:spPr>
                <a:xfrm>
                  <a:off x="13079534" y="4996405"/>
                  <a:ext cx="411321" cy="250958"/>
                </a:xfrm>
                <a:custGeom>
                  <a:avLst/>
                  <a:gdLst>
                    <a:gd name="connsiteX0" fmla="*/ 262179 w 411321"/>
                    <a:gd name="connsiteY0" fmla="*/ 251257 h 250958"/>
                    <a:gd name="connsiteX1" fmla="*/ 75774 w 411321"/>
                    <a:gd name="connsiteY1" fmla="*/ 184582 h 250958"/>
                    <a:gd name="connsiteX2" fmla="*/ 44818 w 411321"/>
                    <a:gd name="connsiteY2" fmla="*/ 164674 h 250958"/>
                    <a:gd name="connsiteX3" fmla="*/ 3574 w 411321"/>
                    <a:gd name="connsiteY3" fmla="*/ 66853 h 250958"/>
                    <a:gd name="connsiteX4" fmla="*/ 88348 w 411321"/>
                    <a:gd name="connsiteY4" fmla="*/ 1511 h 250958"/>
                    <a:gd name="connsiteX5" fmla="*/ 278848 w 411321"/>
                    <a:gd name="connsiteY5" fmla="*/ 50374 h 250958"/>
                    <a:gd name="connsiteX6" fmla="*/ 392004 w 411321"/>
                    <a:gd name="connsiteY6" fmla="*/ 121050 h 250958"/>
                    <a:gd name="connsiteX7" fmla="*/ 404673 w 411321"/>
                    <a:gd name="connsiteY7" fmla="*/ 167722 h 250958"/>
                    <a:gd name="connsiteX8" fmla="*/ 262179 w 411321"/>
                    <a:gd name="connsiteY8" fmla="*/ 251257 h 25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321" h="250958">
                      <a:moveTo>
                        <a:pt x="262179" y="251257"/>
                      </a:moveTo>
                      <a:cubicBezTo>
                        <a:pt x="194837" y="252590"/>
                        <a:pt x="135496" y="218014"/>
                        <a:pt x="75774" y="184582"/>
                      </a:cubicBezTo>
                      <a:cubicBezTo>
                        <a:pt x="65105" y="178581"/>
                        <a:pt x="55106" y="171342"/>
                        <a:pt x="44818" y="164674"/>
                      </a:cubicBezTo>
                      <a:cubicBezTo>
                        <a:pt x="-3474" y="133432"/>
                        <a:pt x="-9000" y="120288"/>
                        <a:pt x="3574" y="66853"/>
                      </a:cubicBezTo>
                      <a:cubicBezTo>
                        <a:pt x="11290" y="33706"/>
                        <a:pt x="48532" y="5416"/>
                        <a:pt x="88348" y="1511"/>
                      </a:cubicBezTo>
                      <a:cubicBezTo>
                        <a:pt x="157595" y="-5156"/>
                        <a:pt x="219507" y="18370"/>
                        <a:pt x="278848" y="50374"/>
                      </a:cubicBezTo>
                      <a:cubicBezTo>
                        <a:pt x="317899" y="71520"/>
                        <a:pt x="354285" y="97428"/>
                        <a:pt x="392004" y="121050"/>
                      </a:cubicBezTo>
                      <a:cubicBezTo>
                        <a:pt x="411054" y="132861"/>
                        <a:pt x="412482" y="148577"/>
                        <a:pt x="404673" y="167722"/>
                      </a:cubicBezTo>
                      <a:cubicBezTo>
                        <a:pt x="380193" y="226396"/>
                        <a:pt x="336568" y="252971"/>
                        <a:pt x="262179" y="25125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08" name="任意多边形: 形状 461"/>
                <p:cNvSpPr/>
                <p:nvPr/>
              </p:nvSpPr>
              <p:spPr>
                <a:xfrm>
                  <a:off x="13233545" y="1875542"/>
                  <a:ext cx="331376" cy="375345"/>
                </a:xfrm>
                <a:custGeom>
                  <a:avLst/>
                  <a:gdLst>
                    <a:gd name="connsiteX0" fmla="*/ 329052 w 331376"/>
                    <a:gd name="connsiteY0" fmla="*/ 66183 h 375345"/>
                    <a:gd name="connsiteX1" fmla="*/ 280379 w 331376"/>
                    <a:gd name="connsiteY1" fmla="*/ 190008 h 375345"/>
                    <a:gd name="connsiteX2" fmla="*/ 55781 w 331376"/>
                    <a:gd name="connsiteY2" fmla="*/ 370983 h 375345"/>
                    <a:gd name="connsiteX3" fmla="*/ 19871 w 331376"/>
                    <a:gd name="connsiteY3" fmla="*/ 361458 h 375345"/>
                    <a:gd name="connsiteX4" fmla="*/ 16250 w 331376"/>
                    <a:gd name="connsiteY4" fmla="*/ 217916 h 375345"/>
                    <a:gd name="connsiteX5" fmla="*/ 221705 w 331376"/>
                    <a:gd name="connsiteY5" fmla="*/ 23796 h 375345"/>
                    <a:gd name="connsiteX6" fmla="*/ 246564 w 331376"/>
                    <a:gd name="connsiteY6" fmla="*/ 9985 h 375345"/>
                    <a:gd name="connsiteX7" fmla="*/ 329052 w 331376"/>
                    <a:gd name="connsiteY7" fmla="*/ 60182 h 375345"/>
                    <a:gd name="connsiteX8" fmla="*/ 329052 w 331376"/>
                    <a:gd name="connsiteY8" fmla="*/ 66183 h 37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376" h="375345">
                      <a:moveTo>
                        <a:pt x="329052" y="66183"/>
                      </a:moveTo>
                      <a:cubicBezTo>
                        <a:pt x="330099" y="119808"/>
                        <a:pt x="306382" y="155908"/>
                        <a:pt x="280379" y="190008"/>
                      </a:cubicBezTo>
                      <a:cubicBezTo>
                        <a:pt x="220371" y="268208"/>
                        <a:pt x="140076" y="322119"/>
                        <a:pt x="55781" y="370983"/>
                      </a:cubicBezTo>
                      <a:cubicBezTo>
                        <a:pt x="41207" y="379364"/>
                        <a:pt x="30061" y="376888"/>
                        <a:pt x="19871" y="361458"/>
                      </a:cubicBezTo>
                      <a:cubicBezTo>
                        <a:pt x="-11657" y="313833"/>
                        <a:pt x="-6227" y="265731"/>
                        <a:pt x="16250" y="217916"/>
                      </a:cubicBezTo>
                      <a:cubicBezTo>
                        <a:pt x="59113" y="126571"/>
                        <a:pt x="137790" y="72183"/>
                        <a:pt x="221705" y="23796"/>
                      </a:cubicBezTo>
                      <a:cubicBezTo>
                        <a:pt x="229896" y="19129"/>
                        <a:pt x="238088" y="14271"/>
                        <a:pt x="246564" y="9985"/>
                      </a:cubicBezTo>
                      <a:cubicBezTo>
                        <a:pt x="292762" y="-13351"/>
                        <a:pt x="325718" y="6746"/>
                        <a:pt x="329052" y="60182"/>
                      </a:cubicBezTo>
                      <a:cubicBezTo>
                        <a:pt x="329338" y="64563"/>
                        <a:pt x="329052" y="69326"/>
                        <a:pt x="329052" y="6618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09" name="任意多边形: 形状 462"/>
                <p:cNvSpPr/>
                <p:nvPr/>
              </p:nvSpPr>
              <p:spPr>
                <a:xfrm>
                  <a:off x="12933210" y="3710332"/>
                  <a:ext cx="215577" cy="466153"/>
                </a:xfrm>
                <a:custGeom>
                  <a:avLst/>
                  <a:gdLst>
                    <a:gd name="connsiteX0" fmla="*/ 71126 w 215577"/>
                    <a:gd name="connsiteY0" fmla="*/ 466529 h 466153"/>
                    <a:gd name="connsiteX1" fmla="*/ 8453 w 215577"/>
                    <a:gd name="connsiteY1" fmla="*/ 342704 h 466153"/>
                    <a:gd name="connsiteX2" fmla="*/ 35598 w 215577"/>
                    <a:gd name="connsiteY2" fmla="*/ 96293 h 466153"/>
                    <a:gd name="connsiteX3" fmla="*/ 179235 w 215577"/>
                    <a:gd name="connsiteY3" fmla="*/ 376 h 466153"/>
                    <a:gd name="connsiteX4" fmla="*/ 212668 w 215577"/>
                    <a:gd name="connsiteY4" fmla="*/ 36952 h 466153"/>
                    <a:gd name="connsiteX5" fmla="*/ 178568 w 215577"/>
                    <a:gd name="connsiteY5" fmla="*/ 267171 h 466153"/>
                    <a:gd name="connsiteX6" fmla="*/ 71126 w 215577"/>
                    <a:gd name="connsiteY6" fmla="*/ 466529 h 4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577" h="466153">
                      <a:moveTo>
                        <a:pt x="71126" y="466529"/>
                      </a:moveTo>
                      <a:cubicBezTo>
                        <a:pt x="38837" y="432115"/>
                        <a:pt x="17024" y="389139"/>
                        <a:pt x="8453" y="342704"/>
                      </a:cubicBezTo>
                      <a:cubicBezTo>
                        <a:pt x="-9551" y="258218"/>
                        <a:pt x="-7360" y="174112"/>
                        <a:pt x="35598" y="96293"/>
                      </a:cubicBezTo>
                      <a:cubicBezTo>
                        <a:pt x="66363" y="40571"/>
                        <a:pt x="110370" y="1043"/>
                        <a:pt x="179235" y="376"/>
                      </a:cubicBezTo>
                      <a:cubicBezTo>
                        <a:pt x="204285" y="376"/>
                        <a:pt x="216573" y="10568"/>
                        <a:pt x="212668" y="36952"/>
                      </a:cubicBezTo>
                      <a:cubicBezTo>
                        <a:pt x="201525" y="113723"/>
                        <a:pt x="194665" y="191447"/>
                        <a:pt x="178568" y="267171"/>
                      </a:cubicBezTo>
                      <a:cubicBezTo>
                        <a:pt x="162853" y="341276"/>
                        <a:pt x="120750" y="403950"/>
                        <a:pt x="71126" y="46652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10" name="任意多边形: 形状 466"/>
                <p:cNvSpPr/>
                <p:nvPr/>
              </p:nvSpPr>
              <p:spPr>
                <a:xfrm>
                  <a:off x="12991627" y="2600764"/>
                  <a:ext cx="374631" cy="342453"/>
                </a:xfrm>
                <a:custGeom>
                  <a:avLst/>
                  <a:gdLst>
                    <a:gd name="connsiteX0" fmla="*/ 290173 w 374631"/>
                    <a:gd name="connsiteY0" fmla="*/ 376 h 342453"/>
                    <a:gd name="connsiteX1" fmla="*/ 354658 w 374631"/>
                    <a:gd name="connsiteY1" fmla="*/ 19426 h 342453"/>
                    <a:gd name="connsiteX2" fmla="*/ 366278 w 374631"/>
                    <a:gd name="connsiteY2" fmla="*/ 55050 h 342453"/>
                    <a:gd name="connsiteX3" fmla="*/ 63669 w 374631"/>
                    <a:gd name="connsiteY3" fmla="*/ 329369 h 342453"/>
                    <a:gd name="connsiteX4" fmla="*/ 4805 w 374631"/>
                    <a:gd name="connsiteY4" fmla="*/ 281744 h 342453"/>
                    <a:gd name="connsiteX5" fmla="*/ 235214 w 374631"/>
                    <a:gd name="connsiteY5" fmla="*/ 10853 h 342453"/>
                    <a:gd name="connsiteX6" fmla="*/ 249215 w 374631"/>
                    <a:gd name="connsiteY6" fmla="*/ 8091 h 342453"/>
                    <a:gd name="connsiteX7" fmla="*/ 288934 w 374631"/>
                    <a:gd name="connsiteY7" fmla="*/ 4281 h 342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631" h="342453">
                      <a:moveTo>
                        <a:pt x="290173" y="376"/>
                      </a:moveTo>
                      <a:cubicBezTo>
                        <a:pt x="311700" y="6567"/>
                        <a:pt x="333227" y="12568"/>
                        <a:pt x="354658" y="19426"/>
                      </a:cubicBezTo>
                      <a:cubicBezTo>
                        <a:pt x="376089" y="26284"/>
                        <a:pt x="375708" y="40286"/>
                        <a:pt x="366278" y="55050"/>
                      </a:cubicBezTo>
                      <a:cubicBezTo>
                        <a:pt x="290078" y="173731"/>
                        <a:pt x="206258" y="283650"/>
                        <a:pt x="63669" y="329369"/>
                      </a:cubicBezTo>
                      <a:cubicBezTo>
                        <a:pt x="-6150" y="351848"/>
                        <a:pt x="-9959" y="352420"/>
                        <a:pt x="4805" y="281744"/>
                      </a:cubicBezTo>
                      <a:cubicBezTo>
                        <a:pt x="32140" y="151061"/>
                        <a:pt x="109580" y="59907"/>
                        <a:pt x="235214" y="10853"/>
                      </a:cubicBezTo>
                      <a:cubicBezTo>
                        <a:pt x="239786" y="9349"/>
                        <a:pt x="244453" y="8424"/>
                        <a:pt x="249215" y="8091"/>
                      </a:cubicBezTo>
                      <a:cubicBezTo>
                        <a:pt x="262359" y="6662"/>
                        <a:pt x="275695" y="5519"/>
                        <a:pt x="288934" y="428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11" name="任意多边形: 形状 63"/>
                <p:cNvSpPr/>
                <p:nvPr/>
              </p:nvSpPr>
              <p:spPr>
                <a:xfrm>
                  <a:off x="12896438" y="2957334"/>
                  <a:ext cx="306433" cy="392571"/>
                </a:xfrm>
                <a:custGeom>
                  <a:avLst/>
                  <a:gdLst>
                    <a:gd name="connsiteX0" fmla="*/ 14364 w 306433"/>
                    <a:gd name="connsiteY0" fmla="*/ 392947 h 392571"/>
                    <a:gd name="connsiteX1" fmla="*/ 1027 w 306433"/>
                    <a:gd name="connsiteY1" fmla="*/ 351514 h 392571"/>
                    <a:gd name="connsiteX2" fmla="*/ 194671 w 306433"/>
                    <a:gd name="connsiteY2" fmla="*/ 6804 h 392571"/>
                    <a:gd name="connsiteX3" fmla="*/ 293065 w 306433"/>
                    <a:gd name="connsiteY3" fmla="*/ 1565 h 392571"/>
                    <a:gd name="connsiteX4" fmla="*/ 303923 w 306433"/>
                    <a:gd name="connsiteY4" fmla="*/ 30140 h 392571"/>
                    <a:gd name="connsiteX5" fmla="*/ 208673 w 306433"/>
                    <a:gd name="connsiteY5" fmla="*/ 231880 h 392571"/>
                    <a:gd name="connsiteX6" fmla="*/ 14364 w 306433"/>
                    <a:gd name="connsiteY6" fmla="*/ 392947 h 39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6433" h="392571">
                      <a:moveTo>
                        <a:pt x="14364" y="392947"/>
                      </a:moveTo>
                      <a:cubicBezTo>
                        <a:pt x="8934" y="379460"/>
                        <a:pt x="4457" y="365620"/>
                        <a:pt x="1027" y="351514"/>
                      </a:cubicBezTo>
                      <a:cubicBezTo>
                        <a:pt x="-20499" y="225974"/>
                        <a:pt x="68179" y="47952"/>
                        <a:pt x="194671" y="6804"/>
                      </a:cubicBezTo>
                      <a:cubicBezTo>
                        <a:pt x="224960" y="-2721"/>
                        <a:pt x="260107" y="994"/>
                        <a:pt x="293065" y="1565"/>
                      </a:cubicBezTo>
                      <a:cubicBezTo>
                        <a:pt x="297065" y="1565"/>
                        <a:pt x="306018" y="21377"/>
                        <a:pt x="303923" y="30140"/>
                      </a:cubicBezTo>
                      <a:cubicBezTo>
                        <a:pt x="284873" y="103292"/>
                        <a:pt x="250203" y="169015"/>
                        <a:pt x="208673" y="231880"/>
                      </a:cubicBezTo>
                      <a:cubicBezTo>
                        <a:pt x="160571" y="302936"/>
                        <a:pt x="86943" y="341227"/>
                        <a:pt x="14364" y="39294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12" name="任意多边形: 形状 64"/>
                <p:cNvSpPr/>
                <p:nvPr/>
              </p:nvSpPr>
              <p:spPr>
                <a:xfrm>
                  <a:off x="13139120" y="2234852"/>
                  <a:ext cx="374959" cy="357217"/>
                </a:xfrm>
                <a:custGeom>
                  <a:avLst/>
                  <a:gdLst>
                    <a:gd name="connsiteX0" fmla="*/ -2099 w 374959"/>
                    <a:gd name="connsiteY0" fmla="*/ 326664 h 357217"/>
                    <a:gd name="connsiteX1" fmla="*/ 154206 w 374959"/>
                    <a:gd name="connsiteY1" fmla="*/ 69489 h 357217"/>
                    <a:gd name="connsiteX2" fmla="*/ 343848 w 374959"/>
                    <a:gd name="connsiteY2" fmla="*/ 814 h 357217"/>
                    <a:gd name="connsiteX3" fmla="*/ 366995 w 374959"/>
                    <a:gd name="connsiteY3" fmla="*/ 32723 h 357217"/>
                    <a:gd name="connsiteX4" fmla="*/ 23046 w 374959"/>
                    <a:gd name="connsiteY4" fmla="*/ 354763 h 357217"/>
                    <a:gd name="connsiteX5" fmla="*/ -2099 w 374959"/>
                    <a:gd name="connsiteY5" fmla="*/ 326664 h 35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959" h="357217">
                      <a:moveTo>
                        <a:pt x="-2099" y="326664"/>
                      </a:moveTo>
                      <a:cubicBezTo>
                        <a:pt x="7426" y="221889"/>
                        <a:pt x="64576" y="136164"/>
                        <a:pt x="154206" y="69489"/>
                      </a:cubicBezTo>
                      <a:cubicBezTo>
                        <a:pt x="209356" y="28570"/>
                        <a:pt x="275268" y="4691"/>
                        <a:pt x="343848" y="814"/>
                      </a:cubicBezTo>
                      <a:cubicBezTo>
                        <a:pt x="374899" y="-1377"/>
                        <a:pt x="377948" y="3957"/>
                        <a:pt x="366995" y="32723"/>
                      </a:cubicBezTo>
                      <a:cubicBezTo>
                        <a:pt x="304796" y="195981"/>
                        <a:pt x="187257" y="300470"/>
                        <a:pt x="23046" y="354763"/>
                      </a:cubicBezTo>
                      <a:cubicBezTo>
                        <a:pt x="2759" y="361907"/>
                        <a:pt x="-3052" y="356573"/>
                        <a:pt x="-2099" y="32666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13" name="任意多边形: 形状 65"/>
                <p:cNvSpPr/>
                <p:nvPr/>
              </p:nvSpPr>
              <p:spPr>
                <a:xfrm>
                  <a:off x="13039047" y="4065476"/>
                  <a:ext cx="201524" cy="412094"/>
                </a:xfrm>
                <a:custGeom>
                  <a:avLst/>
                  <a:gdLst>
                    <a:gd name="connsiteX0" fmla="*/ 95211 w 201524"/>
                    <a:gd name="connsiteY0" fmla="*/ 412470 h 412094"/>
                    <a:gd name="connsiteX1" fmla="*/ 16153 w 201524"/>
                    <a:gd name="connsiteY1" fmla="*/ 299789 h 412094"/>
                    <a:gd name="connsiteX2" fmla="*/ 1579 w 201524"/>
                    <a:gd name="connsiteY2" fmla="*/ 139483 h 412094"/>
                    <a:gd name="connsiteX3" fmla="*/ 120928 w 201524"/>
                    <a:gd name="connsiteY3" fmla="*/ 704 h 412094"/>
                    <a:gd name="connsiteX4" fmla="*/ 187603 w 201524"/>
                    <a:gd name="connsiteY4" fmla="*/ 8229 h 412094"/>
                    <a:gd name="connsiteX5" fmla="*/ 199319 w 201524"/>
                    <a:gd name="connsiteY5" fmla="*/ 30708 h 412094"/>
                    <a:gd name="connsiteX6" fmla="*/ 187508 w 201524"/>
                    <a:gd name="connsiteY6" fmla="*/ 240925 h 412094"/>
                    <a:gd name="connsiteX7" fmla="*/ 159600 w 201524"/>
                    <a:gd name="connsiteY7" fmla="*/ 314934 h 412094"/>
                    <a:gd name="connsiteX8" fmla="*/ 95211 w 201524"/>
                    <a:gd name="connsiteY8" fmla="*/ 412470 h 41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524" h="412094">
                      <a:moveTo>
                        <a:pt x="95211" y="412470"/>
                      </a:moveTo>
                      <a:cubicBezTo>
                        <a:pt x="58443" y="383438"/>
                        <a:pt x="30917" y="344261"/>
                        <a:pt x="16153" y="299789"/>
                      </a:cubicBezTo>
                      <a:cubicBezTo>
                        <a:pt x="-1565" y="248307"/>
                        <a:pt x="-6518" y="193309"/>
                        <a:pt x="1579" y="139483"/>
                      </a:cubicBezTo>
                      <a:cubicBezTo>
                        <a:pt x="8342" y="87763"/>
                        <a:pt x="46442" y="10039"/>
                        <a:pt x="120928" y="704"/>
                      </a:cubicBezTo>
                      <a:cubicBezTo>
                        <a:pt x="143406" y="-591"/>
                        <a:pt x="165981" y="1952"/>
                        <a:pt x="187603" y="8229"/>
                      </a:cubicBezTo>
                      <a:cubicBezTo>
                        <a:pt x="193128" y="9467"/>
                        <a:pt x="199605" y="23088"/>
                        <a:pt x="199319" y="30708"/>
                      </a:cubicBezTo>
                      <a:cubicBezTo>
                        <a:pt x="196556" y="100907"/>
                        <a:pt x="194461" y="171202"/>
                        <a:pt x="187508" y="240925"/>
                      </a:cubicBezTo>
                      <a:cubicBezTo>
                        <a:pt x="183222" y="267195"/>
                        <a:pt x="173697" y="292350"/>
                        <a:pt x="159600" y="314934"/>
                      </a:cubicBezTo>
                      <a:cubicBezTo>
                        <a:pt x="140931" y="347795"/>
                        <a:pt x="118165" y="378180"/>
                        <a:pt x="95211" y="4124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14" name="任意多边形: 形状 69"/>
                <p:cNvSpPr/>
                <p:nvPr/>
              </p:nvSpPr>
              <p:spPr>
                <a:xfrm>
                  <a:off x="13394067" y="4617829"/>
                  <a:ext cx="225782" cy="377282"/>
                </a:xfrm>
                <a:custGeom>
                  <a:avLst/>
                  <a:gdLst>
                    <a:gd name="connsiteX0" fmla="*/ 223586 w 225782"/>
                    <a:gd name="connsiteY0" fmla="*/ 243974 h 377282"/>
                    <a:gd name="connsiteX1" fmla="*/ 193390 w 225782"/>
                    <a:gd name="connsiteY1" fmla="*/ 372657 h 377282"/>
                    <a:gd name="connsiteX2" fmla="*/ 164815 w 225782"/>
                    <a:gd name="connsiteY2" fmla="*/ 376182 h 377282"/>
                    <a:gd name="connsiteX3" fmla="*/ 21940 w 225782"/>
                    <a:gd name="connsiteY3" fmla="*/ 236450 h 377282"/>
                    <a:gd name="connsiteX4" fmla="*/ 5843 w 225782"/>
                    <a:gd name="connsiteY4" fmla="*/ 90527 h 377282"/>
                    <a:gd name="connsiteX5" fmla="*/ 124524 w 225782"/>
                    <a:gd name="connsiteY5" fmla="*/ 420 h 377282"/>
                    <a:gd name="connsiteX6" fmla="*/ 148146 w 225782"/>
                    <a:gd name="connsiteY6" fmla="*/ 12327 h 377282"/>
                    <a:gd name="connsiteX7" fmla="*/ 223586 w 225782"/>
                    <a:gd name="connsiteY7" fmla="*/ 243974 h 37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82" h="377282">
                      <a:moveTo>
                        <a:pt x="223586" y="243974"/>
                      </a:moveTo>
                      <a:cubicBezTo>
                        <a:pt x="215298" y="280741"/>
                        <a:pt x="205582" y="327033"/>
                        <a:pt x="193390" y="372657"/>
                      </a:cubicBezTo>
                      <a:cubicBezTo>
                        <a:pt x="192439" y="376277"/>
                        <a:pt x="172721" y="379706"/>
                        <a:pt x="164815" y="376182"/>
                      </a:cubicBezTo>
                      <a:cubicBezTo>
                        <a:pt x="101474" y="348922"/>
                        <a:pt x="50610" y="299124"/>
                        <a:pt x="21940" y="236450"/>
                      </a:cubicBezTo>
                      <a:cubicBezTo>
                        <a:pt x="318" y="190158"/>
                        <a:pt x="-10826" y="142533"/>
                        <a:pt x="5843" y="90527"/>
                      </a:cubicBezTo>
                      <a:cubicBezTo>
                        <a:pt x="21465" y="41663"/>
                        <a:pt x="73471" y="-1199"/>
                        <a:pt x="124524" y="420"/>
                      </a:cubicBezTo>
                      <a:cubicBezTo>
                        <a:pt x="133763" y="772"/>
                        <a:pt x="142337" y="5117"/>
                        <a:pt x="148146" y="12327"/>
                      </a:cubicBezTo>
                      <a:cubicBezTo>
                        <a:pt x="185676" y="81954"/>
                        <a:pt x="217870" y="153392"/>
                        <a:pt x="223586" y="24397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15" name="任意多边形: 形状 70"/>
                <p:cNvSpPr/>
                <p:nvPr/>
              </p:nvSpPr>
              <p:spPr>
                <a:xfrm>
                  <a:off x="12876994" y="3374377"/>
                  <a:ext cx="224744" cy="389353"/>
                </a:xfrm>
                <a:custGeom>
                  <a:avLst/>
                  <a:gdLst>
                    <a:gd name="connsiteX0" fmla="*/ -2197 w 224744"/>
                    <a:gd name="connsiteY0" fmla="*/ 261369 h 389353"/>
                    <a:gd name="connsiteX1" fmla="*/ 101148 w 224744"/>
                    <a:gd name="connsiteY1" fmla="*/ 24292 h 389353"/>
                    <a:gd name="connsiteX2" fmla="*/ 192398 w 224744"/>
                    <a:gd name="connsiteY2" fmla="*/ 2860 h 389353"/>
                    <a:gd name="connsiteX3" fmla="*/ 221736 w 224744"/>
                    <a:gd name="connsiteY3" fmla="*/ 42008 h 389353"/>
                    <a:gd name="connsiteX4" fmla="*/ 148108 w 224744"/>
                    <a:gd name="connsiteY4" fmla="*/ 296135 h 389353"/>
                    <a:gd name="connsiteX5" fmla="*/ 44761 w 224744"/>
                    <a:gd name="connsiteY5" fmla="*/ 386242 h 389353"/>
                    <a:gd name="connsiteX6" fmla="*/ 16186 w 224744"/>
                    <a:gd name="connsiteY6" fmla="*/ 373192 h 389353"/>
                    <a:gd name="connsiteX7" fmla="*/ -2197 w 224744"/>
                    <a:gd name="connsiteY7" fmla="*/ 261369 h 389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744" h="389353">
                      <a:moveTo>
                        <a:pt x="-2197" y="261369"/>
                      </a:moveTo>
                      <a:cubicBezTo>
                        <a:pt x="-1341" y="166690"/>
                        <a:pt x="24283" y="84680"/>
                        <a:pt x="101148" y="24292"/>
                      </a:cubicBezTo>
                      <a:cubicBezTo>
                        <a:pt x="126772" y="3765"/>
                        <a:pt x="160298" y="-4112"/>
                        <a:pt x="192398" y="2860"/>
                      </a:cubicBezTo>
                      <a:cubicBezTo>
                        <a:pt x="213543" y="6766"/>
                        <a:pt x="225926" y="16481"/>
                        <a:pt x="221736" y="42008"/>
                      </a:cubicBezTo>
                      <a:cubicBezTo>
                        <a:pt x="207544" y="129829"/>
                        <a:pt x="200779" y="219745"/>
                        <a:pt x="148108" y="296135"/>
                      </a:cubicBezTo>
                      <a:cubicBezTo>
                        <a:pt x="121437" y="334711"/>
                        <a:pt x="90958" y="368906"/>
                        <a:pt x="44761" y="386242"/>
                      </a:cubicBezTo>
                      <a:cubicBezTo>
                        <a:pt x="28473" y="392338"/>
                        <a:pt x="19425" y="391861"/>
                        <a:pt x="16186" y="373192"/>
                      </a:cubicBezTo>
                      <a:cubicBezTo>
                        <a:pt x="10279" y="335854"/>
                        <a:pt x="3993" y="298707"/>
                        <a:pt x="-2197" y="26136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16" name="任意多边形: 形状 71"/>
                <p:cNvSpPr/>
                <p:nvPr/>
              </p:nvSpPr>
              <p:spPr>
                <a:xfrm>
                  <a:off x="13198922" y="4374711"/>
                  <a:ext cx="212518" cy="363130"/>
                </a:xfrm>
                <a:custGeom>
                  <a:avLst/>
                  <a:gdLst>
                    <a:gd name="connsiteX0" fmla="*/ 202513 w 212518"/>
                    <a:gd name="connsiteY0" fmla="*/ 186389 h 363130"/>
                    <a:gd name="connsiteX1" fmla="*/ 163173 w 212518"/>
                    <a:gd name="connsiteY1" fmla="*/ 308118 h 363130"/>
                    <a:gd name="connsiteX2" fmla="*/ 144123 w 212518"/>
                    <a:gd name="connsiteY2" fmla="*/ 336217 h 363130"/>
                    <a:gd name="connsiteX3" fmla="*/ 91926 w 212518"/>
                    <a:gd name="connsiteY3" fmla="*/ 346314 h 363130"/>
                    <a:gd name="connsiteX4" fmla="*/ 2106 w 212518"/>
                    <a:gd name="connsiteY4" fmla="*/ 101426 h 363130"/>
                    <a:gd name="connsiteX5" fmla="*/ 144981 w 212518"/>
                    <a:gd name="connsiteY5" fmla="*/ 2175 h 363130"/>
                    <a:gd name="connsiteX6" fmla="*/ 168889 w 212518"/>
                    <a:gd name="connsiteY6" fmla="*/ 25893 h 363130"/>
                    <a:gd name="connsiteX7" fmla="*/ 210322 w 212518"/>
                    <a:gd name="connsiteY7" fmla="*/ 184770 h 363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518" h="363130">
                      <a:moveTo>
                        <a:pt x="202513" y="186389"/>
                      </a:moveTo>
                      <a:cubicBezTo>
                        <a:pt x="206417" y="232585"/>
                        <a:pt x="190511" y="272114"/>
                        <a:pt x="163173" y="308118"/>
                      </a:cubicBezTo>
                      <a:cubicBezTo>
                        <a:pt x="156315" y="317109"/>
                        <a:pt x="149934" y="326491"/>
                        <a:pt x="144123" y="336217"/>
                      </a:cubicBezTo>
                      <a:cubicBezTo>
                        <a:pt x="124501" y="369555"/>
                        <a:pt x="120501" y="371650"/>
                        <a:pt x="91926" y="346314"/>
                      </a:cubicBezTo>
                      <a:cubicBezTo>
                        <a:pt x="18489" y="281163"/>
                        <a:pt x="-14753" y="199724"/>
                        <a:pt x="2106" y="101426"/>
                      </a:cubicBezTo>
                      <a:cubicBezTo>
                        <a:pt x="12773" y="39037"/>
                        <a:pt x="82973" y="-9731"/>
                        <a:pt x="144981" y="2175"/>
                      </a:cubicBezTo>
                      <a:cubicBezTo>
                        <a:pt x="156125" y="6042"/>
                        <a:pt x="164982" y="14767"/>
                        <a:pt x="168889" y="25893"/>
                      </a:cubicBezTo>
                      <a:cubicBezTo>
                        <a:pt x="184128" y="78471"/>
                        <a:pt x="196797" y="131715"/>
                        <a:pt x="210322" y="1847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grpSp>
          <p:grpSp>
            <p:nvGrpSpPr>
              <p:cNvPr id="117" name="组合 116"/>
              <p:cNvGrpSpPr/>
              <p:nvPr/>
            </p:nvGrpSpPr>
            <p:grpSpPr>
              <a:xfrm rot="0" flipH="1">
                <a:off x="17807" y="715"/>
                <a:ext cx="622" cy="1116"/>
                <a:chOff x="12505110" y="1875542"/>
                <a:chExt cx="2029933" cy="3642920"/>
              </a:xfrm>
              <a:gradFill>
                <a:gsLst>
                  <a:gs pos="0">
                    <a:srgbClr val="FFCD69">
                      <a:lumMod val="40000"/>
                      <a:lumOff val="60000"/>
                    </a:srgbClr>
                  </a:gs>
                  <a:gs pos="100000">
                    <a:srgbClr val="FFCD69">
                      <a:lumMod val="60000"/>
                      <a:lumOff val="40000"/>
                    </a:srgbClr>
                  </a:gs>
                </a:gsLst>
                <a:lin ang="5400000" scaled="1"/>
              </a:gradFill>
            </p:grpSpPr>
            <p:sp>
              <p:nvSpPr>
                <p:cNvPr id="118" name="任意多边形: 形状 52"/>
                <p:cNvSpPr/>
                <p:nvPr/>
              </p:nvSpPr>
              <p:spPr>
                <a:xfrm>
                  <a:off x="12724094" y="2480178"/>
                  <a:ext cx="1810949" cy="3038284"/>
                </a:xfrm>
                <a:custGeom>
                  <a:avLst/>
                  <a:gdLst>
                    <a:gd name="connsiteX0" fmla="*/ 193566 w 1810949"/>
                    <a:gd name="connsiteY0" fmla="*/ 433763 h 3038284"/>
                    <a:gd name="connsiteX1" fmla="*/ 155466 w 1810949"/>
                    <a:gd name="connsiteY1" fmla="*/ 501962 h 3038284"/>
                    <a:gd name="connsiteX2" fmla="*/ 131653 w 1810949"/>
                    <a:gd name="connsiteY2" fmla="*/ 509011 h 3038284"/>
                    <a:gd name="connsiteX3" fmla="*/ 22020 w 1810949"/>
                    <a:gd name="connsiteY3" fmla="*/ 388329 h 3038284"/>
                    <a:gd name="connsiteX4" fmla="*/ 494 w 1810949"/>
                    <a:gd name="connsiteY4" fmla="*/ 223451 h 3038284"/>
                    <a:gd name="connsiteX5" fmla="*/ 69264 w 1810949"/>
                    <a:gd name="connsiteY5" fmla="*/ 19902 h 3038284"/>
                    <a:gd name="connsiteX6" fmla="*/ 116126 w 1810949"/>
                    <a:gd name="connsiteY6" fmla="*/ 4662 h 3038284"/>
                    <a:gd name="connsiteX7" fmla="*/ 237379 w 1810949"/>
                    <a:gd name="connsiteY7" fmla="*/ 217260 h 3038284"/>
                    <a:gd name="connsiteX8" fmla="*/ 216806 w 1810949"/>
                    <a:gd name="connsiteY8" fmla="*/ 352039 h 3038284"/>
                    <a:gd name="connsiteX9" fmla="*/ 219474 w 1810949"/>
                    <a:gd name="connsiteY9" fmla="*/ 378232 h 3038284"/>
                    <a:gd name="connsiteX10" fmla="*/ 348821 w 1810949"/>
                    <a:gd name="connsiteY10" fmla="*/ 81624 h 3038284"/>
                    <a:gd name="connsiteX11" fmla="*/ 359109 w 1810949"/>
                    <a:gd name="connsiteY11" fmla="*/ 84958 h 3038284"/>
                    <a:gd name="connsiteX12" fmla="*/ 354442 w 1810949"/>
                    <a:gd name="connsiteY12" fmla="*/ 106770 h 3038284"/>
                    <a:gd name="connsiteX13" fmla="*/ 244332 w 1810949"/>
                    <a:gd name="connsiteY13" fmla="*/ 395092 h 3038284"/>
                    <a:gd name="connsiteX14" fmla="*/ 161561 w 1810949"/>
                    <a:gd name="connsiteY14" fmla="*/ 728467 h 3038284"/>
                    <a:gd name="connsiteX15" fmla="*/ 133463 w 1810949"/>
                    <a:gd name="connsiteY15" fmla="*/ 1132136 h 3038284"/>
                    <a:gd name="connsiteX16" fmla="*/ 158989 w 1810949"/>
                    <a:gd name="connsiteY16" fmla="*/ 1401694 h 3038284"/>
                    <a:gd name="connsiteX17" fmla="*/ 225664 w 1810949"/>
                    <a:gd name="connsiteY17" fmla="*/ 1672394 h 3038284"/>
                    <a:gd name="connsiteX18" fmla="*/ 414831 w 1810949"/>
                    <a:gd name="connsiteY18" fmla="*/ 2081302 h 3038284"/>
                    <a:gd name="connsiteX19" fmla="*/ 898034 w 1810949"/>
                    <a:gd name="connsiteY19" fmla="*/ 2589747 h 3038284"/>
                    <a:gd name="connsiteX20" fmla="*/ 1317134 w 1810949"/>
                    <a:gd name="connsiteY20" fmla="*/ 2804250 h 3038284"/>
                    <a:gd name="connsiteX21" fmla="*/ 1777478 w 1810949"/>
                    <a:gd name="connsiteY21" fmla="*/ 2892547 h 3038284"/>
                    <a:gd name="connsiteX22" fmla="*/ 1807672 w 1810949"/>
                    <a:gd name="connsiteY22" fmla="*/ 2925599 h 3038284"/>
                    <a:gd name="connsiteX23" fmla="*/ 1792526 w 1810949"/>
                    <a:gd name="connsiteY23" fmla="*/ 3024278 h 3038284"/>
                    <a:gd name="connsiteX24" fmla="*/ 1768237 w 1810949"/>
                    <a:gd name="connsiteY24" fmla="*/ 3038660 h 3038284"/>
                    <a:gd name="connsiteX25" fmla="*/ 1609647 w 1810949"/>
                    <a:gd name="connsiteY25" fmla="*/ 3020277 h 3038284"/>
                    <a:gd name="connsiteX26" fmla="*/ 1400097 w 1810949"/>
                    <a:gd name="connsiteY26" fmla="*/ 2968080 h 3038284"/>
                    <a:gd name="connsiteX27" fmla="*/ 1127776 w 1810949"/>
                    <a:gd name="connsiteY27" fmla="*/ 2862257 h 3038284"/>
                    <a:gd name="connsiteX28" fmla="*/ 563706 w 1810949"/>
                    <a:gd name="connsiteY28" fmla="*/ 2435728 h 3038284"/>
                    <a:gd name="connsiteX29" fmla="*/ 233284 w 1810949"/>
                    <a:gd name="connsiteY29" fmla="*/ 1910614 h 3038284"/>
                    <a:gd name="connsiteX30" fmla="*/ 110696 w 1810949"/>
                    <a:gd name="connsiteY30" fmla="*/ 1479037 h 3038284"/>
                    <a:gd name="connsiteX31" fmla="*/ 87265 w 1810949"/>
                    <a:gd name="connsiteY31" fmla="*/ 1018122 h 3038284"/>
                    <a:gd name="connsiteX32" fmla="*/ 138988 w 1810949"/>
                    <a:gd name="connsiteY32" fmla="*/ 669221 h 3038284"/>
                    <a:gd name="connsiteX33" fmla="*/ 197470 w 1810949"/>
                    <a:gd name="connsiteY33" fmla="*/ 458338 h 3038284"/>
                    <a:gd name="connsiteX34" fmla="*/ 199565 w 1810949"/>
                    <a:gd name="connsiteY34" fmla="*/ 434239 h 303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0949" h="3038284">
                      <a:moveTo>
                        <a:pt x="193566" y="433763"/>
                      </a:moveTo>
                      <a:cubicBezTo>
                        <a:pt x="180992" y="456718"/>
                        <a:pt x="169563" y="480245"/>
                        <a:pt x="155466" y="501962"/>
                      </a:cubicBezTo>
                      <a:cubicBezTo>
                        <a:pt x="151750" y="507487"/>
                        <a:pt x="135272" y="512154"/>
                        <a:pt x="131653" y="509011"/>
                      </a:cubicBezTo>
                      <a:cubicBezTo>
                        <a:pt x="90123" y="473578"/>
                        <a:pt x="43928" y="442336"/>
                        <a:pt x="22020" y="388329"/>
                      </a:cubicBezTo>
                      <a:cubicBezTo>
                        <a:pt x="685" y="336161"/>
                        <a:pt x="-6745" y="279344"/>
                        <a:pt x="494" y="223451"/>
                      </a:cubicBezTo>
                      <a:cubicBezTo>
                        <a:pt x="9733" y="151728"/>
                        <a:pt x="33164" y="82548"/>
                        <a:pt x="69264" y="19902"/>
                      </a:cubicBezTo>
                      <a:cubicBezTo>
                        <a:pt x="81170" y="-1148"/>
                        <a:pt x="94218" y="-3339"/>
                        <a:pt x="116126" y="4662"/>
                      </a:cubicBezTo>
                      <a:cubicBezTo>
                        <a:pt x="216044" y="41047"/>
                        <a:pt x="236810" y="114009"/>
                        <a:pt x="237379" y="217260"/>
                      </a:cubicBezTo>
                      <a:cubicBezTo>
                        <a:pt x="237379" y="262218"/>
                        <a:pt x="223855" y="307081"/>
                        <a:pt x="216806" y="352039"/>
                      </a:cubicBezTo>
                      <a:cubicBezTo>
                        <a:pt x="215188" y="360840"/>
                        <a:pt x="216044" y="369946"/>
                        <a:pt x="219474" y="378232"/>
                      </a:cubicBezTo>
                      <a:lnTo>
                        <a:pt x="348821" y="81624"/>
                      </a:lnTo>
                      <a:lnTo>
                        <a:pt x="359109" y="84958"/>
                      </a:lnTo>
                      <a:cubicBezTo>
                        <a:pt x="358158" y="92339"/>
                        <a:pt x="356633" y="99636"/>
                        <a:pt x="354442" y="106770"/>
                      </a:cubicBezTo>
                      <a:cubicBezTo>
                        <a:pt x="317486" y="202782"/>
                        <a:pt x="274814" y="297270"/>
                        <a:pt x="244332" y="395092"/>
                      </a:cubicBezTo>
                      <a:cubicBezTo>
                        <a:pt x="210235" y="504534"/>
                        <a:pt x="177657" y="615976"/>
                        <a:pt x="161561" y="728467"/>
                      </a:cubicBezTo>
                      <a:cubicBezTo>
                        <a:pt x="143560" y="862283"/>
                        <a:pt x="134130" y="997119"/>
                        <a:pt x="133463" y="1132136"/>
                      </a:cubicBezTo>
                      <a:cubicBezTo>
                        <a:pt x="133558" y="1222586"/>
                        <a:pt x="142129" y="1312835"/>
                        <a:pt x="158989" y="1401694"/>
                      </a:cubicBezTo>
                      <a:cubicBezTo>
                        <a:pt x="176420" y="1493038"/>
                        <a:pt x="198710" y="1583393"/>
                        <a:pt x="225664" y="1672394"/>
                      </a:cubicBezTo>
                      <a:cubicBezTo>
                        <a:pt x="267289" y="1818317"/>
                        <a:pt x="334915" y="1952810"/>
                        <a:pt x="414831" y="2081302"/>
                      </a:cubicBezTo>
                      <a:cubicBezTo>
                        <a:pt x="539608" y="2281939"/>
                        <a:pt x="704009" y="2454963"/>
                        <a:pt x="898034" y="2589747"/>
                      </a:cubicBezTo>
                      <a:cubicBezTo>
                        <a:pt x="1027194" y="2680172"/>
                        <a:pt x="1168258" y="2752352"/>
                        <a:pt x="1317134" y="2804250"/>
                      </a:cubicBezTo>
                      <a:cubicBezTo>
                        <a:pt x="1465535" y="2855510"/>
                        <a:pt x="1620600" y="2885244"/>
                        <a:pt x="1777478" y="2892547"/>
                      </a:cubicBezTo>
                      <a:cubicBezTo>
                        <a:pt x="1802337" y="2893880"/>
                        <a:pt x="1812244" y="2899881"/>
                        <a:pt x="1807672" y="2925599"/>
                      </a:cubicBezTo>
                      <a:cubicBezTo>
                        <a:pt x="1801861" y="2958365"/>
                        <a:pt x="1799384" y="2992274"/>
                        <a:pt x="1792526" y="3024278"/>
                      </a:cubicBezTo>
                      <a:cubicBezTo>
                        <a:pt x="1787383" y="3032908"/>
                        <a:pt x="1778239" y="3038332"/>
                        <a:pt x="1768237" y="3038660"/>
                      </a:cubicBezTo>
                      <a:cubicBezTo>
                        <a:pt x="1715089" y="3035416"/>
                        <a:pt x="1662130" y="3029279"/>
                        <a:pt x="1609647" y="3020277"/>
                      </a:cubicBezTo>
                      <a:cubicBezTo>
                        <a:pt x="1538781" y="3007341"/>
                        <a:pt x="1468772" y="2989907"/>
                        <a:pt x="1400097" y="2968080"/>
                      </a:cubicBezTo>
                      <a:cubicBezTo>
                        <a:pt x="1307228" y="2938469"/>
                        <a:pt x="1216264" y="2903127"/>
                        <a:pt x="1127776" y="2862257"/>
                      </a:cubicBezTo>
                      <a:cubicBezTo>
                        <a:pt x="913464" y="2758742"/>
                        <a:pt x="721727" y="2613774"/>
                        <a:pt x="563706" y="2435728"/>
                      </a:cubicBezTo>
                      <a:cubicBezTo>
                        <a:pt x="425117" y="2280276"/>
                        <a:pt x="313484" y="2102804"/>
                        <a:pt x="233284" y="1910614"/>
                      </a:cubicBezTo>
                      <a:cubicBezTo>
                        <a:pt x="175753" y="1772016"/>
                        <a:pt x="134604" y="1627179"/>
                        <a:pt x="110696" y="1479037"/>
                      </a:cubicBezTo>
                      <a:cubicBezTo>
                        <a:pt x="85265" y="1326799"/>
                        <a:pt x="77454" y="1172151"/>
                        <a:pt x="87265" y="1018122"/>
                      </a:cubicBezTo>
                      <a:cubicBezTo>
                        <a:pt x="92886" y="900393"/>
                        <a:pt x="110222" y="783512"/>
                        <a:pt x="138988" y="669221"/>
                      </a:cubicBezTo>
                      <a:cubicBezTo>
                        <a:pt x="158038" y="598641"/>
                        <a:pt x="178134" y="528632"/>
                        <a:pt x="197470" y="458338"/>
                      </a:cubicBezTo>
                      <a:cubicBezTo>
                        <a:pt x="198898" y="450384"/>
                        <a:pt x="199565" y="442317"/>
                        <a:pt x="199565" y="43423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19" name="任意多边形: 形状 53"/>
                <p:cNvSpPr/>
                <p:nvPr/>
              </p:nvSpPr>
              <p:spPr>
                <a:xfrm>
                  <a:off x="12719092" y="4637983"/>
                  <a:ext cx="510159" cy="317499"/>
                </a:xfrm>
                <a:custGeom>
                  <a:avLst/>
                  <a:gdLst>
                    <a:gd name="connsiteX0" fmla="*/ 370304 w 510159"/>
                    <a:gd name="connsiteY0" fmla="*/ 317833 h 317499"/>
                    <a:gd name="connsiteX1" fmla="*/ 119796 w 510159"/>
                    <a:gd name="connsiteY1" fmla="*/ 208486 h 317499"/>
                    <a:gd name="connsiteX2" fmla="*/ 10735 w 510159"/>
                    <a:gd name="connsiteY2" fmla="*/ 100187 h 317499"/>
                    <a:gd name="connsiteX3" fmla="*/ 8449 w 510159"/>
                    <a:gd name="connsiteY3" fmla="*/ 47323 h 317499"/>
                    <a:gd name="connsiteX4" fmla="*/ 147227 w 510159"/>
                    <a:gd name="connsiteY4" fmla="*/ 4746 h 317499"/>
                    <a:gd name="connsiteX5" fmla="*/ 331536 w 510159"/>
                    <a:gd name="connsiteY5" fmla="*/ 90471 h 317499"/>
                    <a:gd name="connsiteX6" fmla="*/ 493461 w 510159"/>
                    <a:gd name="connsiteY6" fmla="*/ 220868 h 317499"/>
                    <a:gd name="connsiteX7" fmla="*/ 495747 w 510159"/>
                    <a:gd name="connsiteY7" fmla="*/ 267922 h 317499"/>
                    <a:gd name="connsiteX8" fmla="*/ 370304 w 510159"/>
                    <a:gd name="connsiteY8" fmla="*/ 317833 h 31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159" h="317499">
                      <a:moveTo>
                        <a:pt x="370304" y="317833"/>
                      </a:moveTo>
                      <a:cubicBezTo>
                        <a:pt x="272482" y="314499"/>
                        <a:pt x="191898" y="269446"/>
                        <a:pt x="119796" y="208486"/>
                      </a:cubicBezTo>
                      <a:cubicBezTo>
                        <a:pt x="80838" y="175529"/>
                        <a:pt x="47500" y="135905"/>
                        <a:pt x="10735" y="100187"/>
                      </a:cubicBezTo>
                      <a:cubicBezTo>
                        <a:pt x="-7554" y="82470"/>
                        <a:pt x="-4697" y="65706"/>
                        <a:pt x="8449" y="47323"/>
                      </a:cubicBezTo>
                      <a:cubicBezTo>
                        <a:pt x="37024" y="7794"/>
                        <a:pt x="91126" y="-8113"/>
                        <a:pt x="147227" y="4746"/>
                      </a:cubicBezTo>
                      <a:cubicBezTo>
                        <a:pt x="213902" y="20230"/>
                        <a:pt x="276672" y="49423"/>
                        <a:pt x="331536" y="90471"/>
                      </a:cubicBezTo>
                      <a:cubicBezTo>
                        <a:pt x="387352" y="131524"/>
                        <a:pt x="439265" y="177720"/>
                        <a:pt x="493461" y="220868"/>
                      </a:cubicBezTo>
                      <a:cubicBezTo>
                        <a:pt x="513367" y="236680"/>
                        <a:pt x="511463" y="249443"/>
                        <a:pt x="495747" y="267922"/>
                      </a:cubicBezTo>
                      <a:cubicBezTo>
                        <a:pt x="462219" y="306784"/>
                        <a:pt x="419166" y="318690"/>
                        <a:pt x="370304" y="31783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20" name="任意多边形: 形状 54"/>
                <p:cNvSpPr/>
                <p:nvPr/>
              </p:nvSpPr>
              <p:spPr>
                <a:xfrm>
                  <a:off x="12573644" y="4227251"/>
                  <a:ext cx="452202" cy="379955"/>
                </a:xfrm>
                <a:custGeom>
                  <a:avLst/>
                  <a:gdLst>
                    <a:gd name="connsiteX0" fmla="*/ 377923 w 452202"/>
                    <a:gd name="connsiteY0" fmla="*/ 380331 h 379955"/>
                    <a:gd name="connsiteX1" fmla="*/ 141896 w 452202"/>
                    <a:gd name="connsiteY1" fmla="*/ 267555 h 379955"/>
                    <a:gd name="connsiteX2" fmla="*/ 4830 w 452202"/>
                    <a:gd name="connsiteY2" fmla="*/ 93724 h 379955"/>
                    <a:gd name="connsiteX3" fmla="*/ 61980 w 452202"/>
                    <a:gd name="connsiteY3" fmla="*/ 3331 h 379955"/>
                    <a:gd name="connsiteX4" fmla="*/ 204187 w 452202"/>
                    <a:gd name="connsiteY4" fmla="*/ 39717 h 379955"/>
                    <a:gd name="connsiteX5" fmla="*/ 422121 w 452202"/>
                    <a:gd name="connsiteY5" fmla="*/ 298606 h 379955"/>
                    <a:gd name="connsiteX6" fmla="*/ 443838 w 452202"/>
                    <a:gd name="connsiteY6" fmla="*/ 344898 h 379955"/>
                    <a:gd name="connsiteX7" fmla="*/ 423358 w 452202"/>
                    <a:gd name="connsiteY7" fmla="*/ 378235 h 379955"/>
                    <a:gd name="connsiteX8" fmla="*/ 377923 w 452202"/>
                    <a:gd name="connsiteY8" fmla="*/ 380331 h 379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202" h="379955">
                      <a:moveTo>
                        <a:pt x="377923" y="380331"/>
                      </a:moveTo>
                      <a:cubicBezTo>
                        <a:pt x="287817" y="378712"/>
                        <a:pt x="206473" y="337278"/>
                        <a:pt x="141896" y="267555"/>
                      </a:cubicBezTo>
                      <a:cubicBezTo>
                        <a:pt x="91890" y="213643"/>
                        <a:pt x="48455" y="153255"/>
                        <a:pt x="4830" y="93724"/>
                      </a:cubicBezTo>
                      <a:cubicBezTo>
                        <a:pt x="-17460" y="63434"/>
                        <a:pt x="16450" y="11999"/>
                        <a:pt x="61980" y="3331"/>
                      </a:cubicBezTo>
                      <a:cubicBezTo>
                        <a:pt x="115130" y="-6860"/>
                        <a:pt x="161230" y="10285"/>
                        <a:pt x="204187" y="39717"/>
                      </a:cubicBezTo>
                      <a:cubicBezTo>
                        <a:pt x="300581" y="106392"/>
                        <a:pt x="366970" y="197641"/>
                        <a:pt x="422121" y="298606"/>
                      </a:cubicBezTo>
                      <a:cubicBezTo>
                        <a:pt x="430215" y="313561"/>
                        <a:pt x="436694" y="329467"/>
                        <a:pt x="443838" y="344898"/>
                      </a:cubicBezTo>
                      <a:cubicBezTo>
                        <a:pt x="455458" y="369853"/>
                        <a:pt x="451742" y="376045"/>
                        <a:pt x="423358" y="378235"/>
                      </a:cubicBezTo>
                      <a:cubicBezTo>
                        <a:pt x="410596" y="379283"/>
                        <a:pt x="398213" y="379283"/>
                        <a:pt x="377923" y="38033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21" name="任意多边形: 形状 55"/>
                <p:cNvSpPr/>
                <p:nvPr/>
              </p:nvSpPr>
              <p:spPr>
                <a:xfrm>
                  <a:off x="12505673" y="3364558"/>
                  <a:ext cx="277960" cy="488669"/>
                </a:xfrm>
                <a:custGeom>
                  <a:avLst/>
                  <a:gdLst>
                    <a:gd name="connsiteX0" fmla="*/ 271208 w 277960"/>
                    <a:gd name="connsiteY0" fmla="*/ 488453 h 488669"/>
                    <a:gd name="connsiteX1" fmla="*/ 255681 w 277960"/>
                    <a:gd name="connsiteY1" fmla="*/ 488453 h 488669"/>
                    <a:gd name="connsiteX2" fmla="*/ 39368 w 277960"/>
                    <a:gd name="connsiteY2" fmla="*/ 296714 h 488669"/>
                    <a:gd name="connsiteX3" fmla="*/ -1304 w 277960"/>
                    <a:gd name="connsiteY3" fmla="*/ 29443 h 488669"/>
                    <a:gd name="connsiteX4" fmla="*/ 13461 w 277960"/>
                    <a:gd name="connsiteY4" fmla="*/ 9631 h 488669"/>
                    <a:gd name="connsiteX5" fmla="*/ 157954 w 277960"/>
                    <a:gd name="connsiteY5" fmla="*/ 53255 h 488669"/>
                    <a:gd name="connsiteX6" fmla="*/ 247300 w 277960"/>
                    <a:gd name="connsiteY6" fmla="*/ 229182 h 488669"/>
                    <a:gd name="connsiteX7" fmla="*/ 274066 w 277960"/>
                    <a:gd name="connsiteY7" fmla="*/ 465688 h 488669"/>
                    <a:gd name="connsiteX8" fmla="*/ 271208 w 277960"/>
                    <a:gd name="connsiteY8" fmla="*/ 488453 h 48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960" h="488669">
                      <a:moveTo>
                        <a:pt x="271208" y="488453"/>
                      </a:moveTo>
                      <a:cubicBezTo>
                        <a:pt x="266064" y="489243"/>
                        <a:pt x="260825" y="489243"/>
                        <a:pt x="255681" y="488453"/>
                      </a:cubicBezTo>
                      <a:cubicBezTo>
                        <a:pt x="159003" y="452448"/>
                        <a:pt x="83280" y="396060"/>
                        <a:pt x="39368" y="296714"/>
                      </a:cubicBezTo>
                      <a:cubicBezTo>
                        <a:pt x="1268" y="209846"/>
                        <a:pt x="-4922" y="120978"/>
                        <a:pt x="-1304" y="29443"/>
                      </a:cubicBezTo>
                      <a:cubicBezTo>
                        <a:pt x="317" y="20947"/>
                        <a:pt x="5745" y="13660"/>
                        <a:pt x="13461" y="9631"/>
                      </a:cubicBezTo>
                      <a:cubicBezTo>
                        <a:pt x="58800" y="-11991"/>
                        <a:pt x="116712" y="4964"/>
                        <a:pt x="157954" y="53255"/>
                      </a:cubicBezTo>
                      <a:cubicBezTo>
                        <a:pt x="201770" y="104500"/>
                        <a:pt x="227964" y="164507"/>
                        <a:pt x="247300" y="229182"/>
                      </a:cubicBezTo>
                      <a:cubicBezTo>
                        <a:pt x="270731" y="305687"/>
                        <a:pt x="279875" y="385878"/>
                        <a:pt x="274066" y="465688"/>
                      </a:cubicBezTo>
                      <a:cubicBezTo>
                        <a:pt x="273589" y="472832"/>
                        <a:pt x="272254" y="479975"/>
                        <a:pt x="271208" y="48845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22" name="任意多边形: 形状 56"/>
                <p:cNvSpPr/>
                <p:nvPr/>
              </p:nvSpPr>
              <p:spPr>
                <a:xfrm>
                  <a:off x="12596347" y="2922507"/>
                  <a:ext cx="229687" cy="509521"/>
                </a:xfrm>
                <a:custGeom>
                  <a:avLst/>
                  <a:gdLst>
                    <a:gd name="connsiteX0" fmla="*/ 227490 w 229687"/>
                    <a:gd name="connsiteY0" fmla="*/ 290520 h 509521"/>
                    <a:gd name="connsiteX1" fmla="*/ 207582 w 229687"/>
                    <a:gd name="connsiteY1" fmla="*/ 476448 h 509521"/>
                    <a:gd name="connsiteX2" fmla="*/ 159957 w 229687"/>
                    <a:gd name="connsiteY2" fmla="*/ 502737 h 509521"/>
                    <a:gd name="connsiteX3" fmla="*/ 21940 w 229687"/>
                    <a:gd name="connsiteY3" fmla="*/ 346717 h 509521"/>
                    <a:gd name="connsiteX4" fmla="*/ 11655 w 229687"/>
                    <a:gd name="connsiteY4" fmla="*/ 48299 h 509521"/>
                    <a:gd name="connsiteX5" fmla="*/ 112904 w 229687"/>
                    <a:gd name="connsiteY5" fmla="*/ 11437 h 509521"/>
                    <a:gd name="connsiteX6" fmla="*/ 195392 w 229687"/>
                    <a:gd name="connsiteY6" fmla="*/ 118593 h 509521"/>
                    <a:gd name="connsiteX7" fmla="*/ 227490 w 229687"/>
                    <a:gd name="connsiteY7" fmla="*/ 290520 h 509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87" h="509521">
                      <a:moveTo>
                        <a:pt x="227490" y="290520"/>
                      </a:moveTo>
                      <a:cubicBezTo>
                        <a:pt x="219679" y="365196"/>
                        <a:pt x="215203" y="421012"/>
                        <a:pt x="207582" y="476448"/>
                      </a:cubicBezTo>
                      <a:cubicBezTo>
                        <a:pt x="202631" y="512833"/>
                        <a:pt x="193676" y="515976"/>
                        <a:pt x="159957" y="502737"/>
                      </a:cubicBezTo>
                      <a:cubicBezTo>
                        <a:pt x="87378" y="474162"/>
                        <a:pt x="46420" y="418440"/>
                        <a:pt x="21940" y="346717"/>
                      </a:cubicBezTo>
                      <a:cubicBezTo>
                        <a:pt x="-11681" y="248038"/>
                        <a:pt x="-5300" y="148311"/>
                        <a:pt x="11655" y="48299"/>
                      </a:cubicBezTo>
                      <a:cubicBezTo>
                        <a:pt x="19180" y="3531"/>
                        <a:pt x="66042" y="-12470"/>
                        <a:pt x="112904" y="11437"/>
                      </a:cubicBezTo>
                      <a:cubicBezTo>
                        <a:pt x="154911" y="33164"/>
                        <a:pt x="185105" y="72416"/>
                        <a:pt x="195392" y="118593"/>
                      </a:cubicBezTo>
                      <a:cubicBezTo>
                        <a:pt x="211012" y="180696"/>
                        <a:pt x="219300" y="244704"/>
                        <a:pt x="227490" y="29052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23" name="任意多边形: 形状 57"/>
                <p:cNvSpPr/>
                <p:nvPr/>
              </p:nvSpPr>
              <p:spPr>
                <a:xfrm>
                  <a:off x="12505110" y="3811358"/>
                  <a:ext cx="348383" cy="420373"/>
                </a:xfrm>
                <a:custGeom>
                  <a:avLst/>
                  <a:gdLst>
                    <a:gd name="connsiteX0" fmla="*/ 79745 w 348383"/>
                    <a:gd name="connsiteY0" fmla="*/ 410 h 420373"/>
                    <a:gd name="connsiteX1" fmla="*/ 214811 w 348383"/>
                    <a:gd name="connsiteY1" fmla="*/ 80039 h 420373"/>
                    <a:gd name="connsiteX2" fmla="*/ 333683 w 348383"/>
                    <a:gd name="connsiteY2" fmla="*/ 329022 h 420373"/>
                    <a:gd name="connsiteX3" fmla="*/ 345589 w 348383"/>
                    <a:gd name="connsiteY3" fmla="*/ 399031 h 420373"/>
                    <a:gd name="connsiteX4" fmla="*/ 320823 w 348383"/>
                    <a:gd name="connsiteY4" fmla="*/ 419986 h 420373"/>
                    <a:gd name="connsiteX5" fmla="*/ 42503 w 348383"/>
                    <a:gd name="connsiteY5" fmla="*/ 195958 h 420373"/>
                    <a:gd name="connsiteX6" fmla="*/ 4403 w 348383"/>
                    <a:gd name="connsiteY6" fmla="*/ 85944 h 420373"/>
                    <a:gd name="connsiteX7" fmla="*/ 58504 w 348383"/>
                    <a:gd name="connsiteY7" fmla="*/ 1839 h 420373"/>
                    <a:gd name="connsiteX8" fmla="*/ 79745 w 348383"/>
                    <a:gd name="connsiteY8" fmla="*/ 410 h 42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383" h="420373">
                      <a:moveTo>
                        <a:pt x="79745" y="410"/>
                      </a:moveTo>
                      <a:cubicBezTo>
                        <a:pt x="135467" y="3839"/>
                        <a:pt x="178806" y="36605"/>
                        <a:pt x="214811" y="80039"/>
                      </a:cubicBezTo>
                      <a:cubicBezTo>
                        <a:pt x="274056" y="152172"/>
                        <a:pt x="314823" y="237621"/>
                        <a:pt x="333683" y="329022"/>
                      </a:cubicBezTo>
                      <a:cubicBezTo>
                        <a:pt x="338636" y="352168"/>
                        <a:pt x="342064" y="375600"/>
                        <a:pt x="345589" y="399031"/>
                      </a:cubicBezTo>
                      <a:cubicBezTo>
                        <a:pt x="348638" y="418938"/>
                        <a:pt x="339968" y="422653"/>
                        <a:pt x="320823" y="419986"/>
                      </a:cubicBezTo>
                      <a:cubicBezTo>
                        <a:pt x="182806" y="400936"/>
                        <a:pt x="95462" y="319497"/>
                        <a:pt x="42503" y="195958"/>
                      </a:cubicBezTo>
                      <a:cubicBezTo>
                        <a:pt x="26787" y="160420"/>
                        <a:pt x="14023" y="123616"/>
                        <a:pt x="4403" y="85944"/>
                      </a:cubicBezTo>
                      <a:cubicBezTo>
                        <a:pt x="-11027" y="21841"/>
                        <a:pt x="-1883" y="19269"/>
                        <a:pt x="58504" y="1839"/>
                      </a:cubicBezTo>
                      <a:cubicBezTo>
                        <a:pt x="65552" y="715"/>
                        <a:pt x="72601" y="238"/>
                        <a:pt x="79745" y="4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24" name="任意多边形: 形状 58"/>
                <p:cNvSpPr/>
                <p:nvPr/>
              </p:nvSpPr>
              <p:spPr>
                <a:xfrm>
                  <a:off x="12919349" y="2103840"/>
                  <a:ext cx="274161" cy="458499"/>
                </a:xfrm>
                <a:custGeom>
                  <a:avLst/>
                  <a:gdLst>
                    <a:gd name="connsiteX0" fmla="*/ 271964 w 274161"/>
                    <a:gd name="connsiteY0" fmla="*/ 116110 h 458499"/>
                    <a:gd name="connsiteX1" fmla="*/ 201099 w 274161"/>
                    <a:gd name="connsiteY1" fmla="*/ 319088 h 458499"/>
                    <a:gd name="connsiteX2" fmla="*/ 109753 w 274161"/>
                    <a:gd name="connsiteY2" fmla="*/ 445866 h 458499"/>
                    <a:gd name="connsiteX3" fmla="*/ 71653 w 274161"/>
                    <a:gd name="connsiteY3" fmla="*/ 451009 h 458499"/>
                    <a:gd name="connsiteX4" fmla="*/ 9169 w 274161"/>
                    <a:gd name="connsiteY4" fmla="*/ 238030 h 458499"/>
                    <a:gd name="connsiteX5" fmla="*/ 120420 w 274161"/>
                    <a:gd name="connsiteY5" fmla="*/ 34672 h 458499"/>
                    <a:gd name="connsiteX6" fmla="*/ 228148 w 274161"/>
                    <a:gd name="connsiteY6" fmla="*/ 19812 h 458499"/>
                    <a:gd name="connsiteX7" fmla="*/ 271964 w 274161"/>
                    <a:gd name="connsiteY7" fmla="*/ 116110 h 458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161" h="458499">
                      <a:moveTo>
                        <a:pt x="271964" y="116110"/>
                      </a:moveTo>
                      <a:cubicBezTo>
                        <a:pt x="268820" y="189643"/>
                        <a:pt x="241008" y="256985"/>
                        <a:pt x="201099" y="319088"/>
                      </a:cubicBezTo>
                      <a:cubicBezTo>
                        <a:pt x="172998" y="362903"/>
                        <a:pt x="139947" y="403479"/>
                        <a:pt x="109753" y="445866"/>
                      </a:cubicBezTo>
                      <a:cubicBezTo>
                        <a:pt x="98324" y="461868"/>
                        <a:pt x="88513" y="462534"/>
                        <a:pt x="71653" y="451009"/>
                      </a:cubicBezTo>
                      <a:cubicBezTo>
                        <a:pt x="-5596" y="396622"/>
                        <a:pt x="-14072" y="327184"/>
                        <a:pt x="9169" y="238030"/>
                      </a:cubicBezTo>
                      <a:cubicBezTo>
                        <a:pt x="29363" y="161830"/>
                        <a:pt x="72986" y="96679"/>
                        <a:pt x="120420" y="34672"/>
                      </a:cubicBezTo>
                      <a:cubicBezTo>
                        <a:pt x="151567" y="-6000"/>
                        <a:pt x="185858" y="-9906"/>
                        <a:pt x="228148" y="19812"/>
                      </a:cubicBezTo>
                      <a:cubicBezTo>
                        <a:pt x="257391" y="40101"/>
                        <a:pt x="271678" y="71248"/>
                        <a:pt x="271964" y="1161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25" name="任意多边形: 形状 59"/>
                <p:cNvSpPr/>
                <p:nvPr/>
              </p:nvSpPr>
              <p:spPr>
                <a:xfrm>
                  <a:off x="13079534" y="4996405"/>
                  <a:ext cx="411321" cy="250958"/>
                </a:xfrm>
                <a:custGeom>
                  <a:avLst/>
                  <a:gdLst>
                    <a:gd name="connsiteX0" fmla="*/ 262179 w 411321"/>
                    <a:gd name="connsiteY0" fmla="*/ 251257 h 250958"/>
                    <a:gd name="connsiteX1" fmla="*/ 75774 w 411321"/>
                    <a:gd name="connsiteY1" fmla="*/ 184582 h 250958"/>
                    <a:gd name="connsiteX2" fmla="*/ 44818 w 411321"/>
                    <a:gd name="connsiteY2" fmla="*/ 164674 h 250958"/>
                    <a:gd name="connsiteX3" fmla="*/ 3574 w 411321"/>
                    <a:gd name="connsiteY3" fmla="*/ 66853 h 250958"/>
                    <a:gd name="connsiteX4" fmla="*/ 88348 w 411321"/>
                    <a:gd name="connsiteY4" fmla="*/ 1511 h 250958"/>
                    <a:gd name="connsiteX5" fmla="*/ 278848 w 411321"/>
                    <a:gd name="connsiteY5" fmla="*/ 50374 h 250958"/>
                    <a:gd name="connsiteX6" fmla="*/ 392004 w 411321"/>
                    <a:gd name="connsiteY6" fmla="*/ 121050 h 250958"/>
                    <a:gd name="connsiteX7" fmla="*/ 404673 w 411321"/>
                    <a:gd name="connsiteY7" fmla="*/ 167722 h 250958"/>
                    <a:gd name="connsiteX8" fmla="*/ 262179 w 411321"/>
                    <a:gd name="connsiteY8" fmla="*/ 251257 h 25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321" h="250958">
                      <a:moveTo>
                        <a:pt x="262179" y="251257"/>
                      </a:moveTo>
                      <a:cubicBezTo>
                        <a:pt x="194837" y="252590"/>
                        <a:pt x="135496" y="218014"/>
                        <a:pt x="75774" y="184582"/>
                      </a:cubicBezTo>
                      <a:cubicBezTo>
                        <a:pt x="65105" y="178581"/>
                        <a:pt x="55106" y="171342"/>
                        <a:pt x="44818" y="164674"/>
                      </a:cubicBezTo>
                      <a:cubicBezTo>
                        <a:pt x="-3474" y="133432"/>
                        <a:pt x="-9000" y="120288"/>
                        <a:pt x="3574" y="66853"/>
                      </a:cubicBezTo>
                      <a:cubicBezTo>
                        <a:pt x="11290" y="33706"/>
                        <a:pt x="48532" y="5416"/>
                        <a:pt x="88348" y="1511"/>
                      </a:cubicBezTo>
                      <a:cubicBezTo>
                        <a:pt x="157595" y="-5156"/>
                        <a:pt x="219507" y="18370"/>
                        <a:pt x="278848" y="50374"/>
                      </a:cubicBezTo>
                      <a:cubicBezTo>
                        <a:pt x="317899" y="71520"/>
                        <a:pt x="354285" y="97428"/>
                        <a:pt x="392004" y="121050"/>
                      </a:cubicBezTo>
                      <a:cubicBezTo>
                        <a:pt x="411054" y="132861"/>
                        <a:pt x="412482" y="148577"/>
                        <a:pt x="404673" y="167722"/>
                      </a:cubicBezTo>
                      <a:cubicBezTo>
                        <a:pt x="380193" y="226396"/>
                        <a:pt x="336568" y="252971"/>
                        <a:pt x="262179" y="25125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26" name="任意多边形: 形状 60"/>
                <p:cNvSpPr/>
                <p:nvPr/>
              </p:nvSpPr>
              <p:spPr>
                <a:xfrm>
                  <a:off x="13233545" y="1875542"/>
                  <a:ext cx="331376" cy="375345"/>
                </a:xfrm>
                <a:custGeom>
                  <a:avLst/>
                  <a:gdLst>
                    <a:gd name="connsiteX0" fmla="*/ 329052 w 331376"/>
                    <a:gd name="connsiteY0" fmla="*/ 66183 h 375345"/>
                    <a:gd name="connsiteX1" fmla="*/ 280379 w 331376"/>
                    <a:gd name="connsiteY1" fmla="*/ 190008 h 375345"/>
                    <a:gd name="connsiteX2" fmla="*/ 55781 w 331376"/>
                    <a:gd name="connsiteY2" fmla="*/ 370983 h 375345"/>
                    <a:gd name="connsiteX3" fmla="*/ 19871 w 331376"/>
                    <a:gd name="connsiteY3" fmla="*/ 361458 h 375345"/>
                    <a:gd name="connsiteX4" fmla="*/ 16250 w 331376"/>
                    <a:gd name="connsiteY4" fmla="*/ 217916 h 375345"/>
                    <a:gd name="connsiteX5" fmla="*/ 221705 w 331376"/>
                    <a:gd name="connsiteY5" fmla="*/ 23796 h 375345"/>
                    <a:gd name="connsiteX6" fmla="*/ 246564 w 331376"/>
                    <a:gd name="connsiteY6" fmla="*/ 9985 h 375345"/>
                    <a:gd name="connsiteX7" fmla="*/ 329052 w 331376"/>
                    <a:gd name="connsiteY7" fmla="*/ 60182 h 375345"/>
                    <a:gd name="connsiteX8" fmla="*/ 329052 w 331376"/>
                    <a:gd name="connsiteY8" fmla="*/ 66183 h 37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376" h="375345">
                      <a:moveTo>
                        <a:pt x="329052" y="66183"/>
                      </a:moveTo>
                      <a:cubicBezTo>
                        <a:pt x="330099" y="119808"/>
                        <a:pt x="306382" y="155908"/>
                        <a:pt x="280379" y="190008"/>
                      </a:cubicBezTo>
                      <a:cubicBezTo>
                        <a:pt x="220371" y="268208"/>
                        <a:pt x="140076" y="322119"/>
                        <a:pt x="55781" y="370983"/>
                      </a:cubicBezTo>
                      <a:cubicBezTo>
                        <a:pt x="41207" y="379364"/>
                        <a:pt x="30061" y="376888"/>
                        <a:pt x="19871" y="361458"/>
                      </a:cubicBezTo>
                      <a:cubicBezTo>
                        <a:pt x="-11657" y="313833"/>
                        <a:pt x="-6227" y="265731"/>
                        <a:pt x="16250" y="217916"/>
                      </a:cubicBezTo>
                      <a:cubicBezTo>
                        <a:pt x="59113" y="126571"/>
                        <a:pt x="137790" y="72183"/>
                        <a:pt x="221705" y="23796"/>
                      </a:cubicBezTo>
                      <a:cubicBezTo>
                        <a:pt x="229896" y="19129"/>
                        <a:pt x="238088" y="14271"/>
                        <a:pt x="246564" y="9985"/>
                      </a:cubicBezTo>
                      <a:cubicBezTo>
                        <a:pt x="292762" y="-13351"/>
                        <a:pt x="325718" y="6746"/>
                        <a:pt x="329052" y="60182"/>
                      </a:cubicBezTo>
                      <a:cubicBezTo>
                        <a:pt x="329338" y="64563"/>
                        <a:pt x="329052" y="69326"/>
                        <a:pt x="329052" y="6618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27" name="任意多边形: 形状 61"/>
                <p:cNvSpPr/>
                <p:nvPr/>
              </p:nvSpPr>
              <p:spPr>
                <a:xfrm>
                  <a:off x="12933210" y="3710332"/>
                  <a:ext cx="215577" cy="466153"/>
                </a:xfrm>
                <a:custGeom>
                  <a:avLst/>
                  <a:gdLst>
                    <a:gd name="connsiteX0" fmla="*/ 71126 w 215577"/>
                    <a:gd name="connsiteY0" fmla="*/ 466529 h 466153"/>
                    <a:gd name="connsiteX1" fmla="*/ 8453 w 215577"/>
                    <a:gd name="connsiteY1" fmla="*/ 342704 h 466153"/>
                    <a:gd name="connsiteX2" fmla="*/ 35598 w 215577"/>
                    <a:gd name="connsiteY2" fmla="*/ 96293 h 466153"/>
                    <a:gd name="connsiteX3" fmla="*/ 179235 w 215577"/>
                    <a:gd name="connsiteY3" fmla="*/ 376 h 466153"/>
                    <a:gd name="connsiteX4" fmla="*/ 212668 w 215577"/>
                    <a:gd name="connsiteY4" fmla="*/ 36952 h 466153"/>
                    <a:gd name="connsiteX5" fmla="*/ 178568 w 215577"/>
                    <a:gd name="connsiteY5" fmla="*/ 267171 h 466153"/>
                    <a:gd name="connsiteX6" fmla="*/ 71126 w 215577"/>
                    <a:gd name="connsiteY6" fmla="*/ 466529 h 4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577" h="466153">
                      <a:moveTo>
                        <a:pt x="71126" y="466529"/>
                      </a:moveTo>
                      <a:cubicBezTo>
                        <a:pt x="38837" y="432115"/>
                        <a:pt x="17024" y="389139"/>
                        <a:pt x="8453" y="342704"/>
                      </a:cubicBezTo>
                      <a:cubicBezTo>
                        <a:pt x="-9551" y="258218"/>
                        <a:pt x="-7360" y="174112"/>
                        <a:pt x="35598" y="96293"/>
                      </a:cubicBezTo>
                      <a:cubicBezTo>
                        <a:pt x="66363" y="40571"/>
                        <a:pt x="110370" y="1043"/>
                        <a:pt x="179235" y="376"/>
                      </a:cubicBezTo>
                      <a:cubicBezTo>
                        <a:pt x="204285" y="376"/>
                        <a:pt x="216573" y="10568"/>
                        <a:pt x="212668" y="36952"/>
                      </a:cubicBezTo>
                      <a:cubicBezTo>
                        <a:pt x="201525" y="113723"/>
                        <a:pt x="194665" y="191447"/>
                        <a:pt x="178568" y="267171"/>
                      </a:cubicBezTo>
                      <a:cubicBezTo>
                        <a:pt x="162853" y="341276"/>
                        <a:pt x="120750" y="403950"/>
                        <a:pt x="71126" y="46652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28" name="任意多边形: 形状 62"/>
                <p:cNvSpPr/>
                <p:nvPr/>
              </p:nvSpPr>
              <p:spPr>
                <a:xfrm>
                  <a:off x="12991627" y="2600764"/>
                  <a:ext cx="374631" cy="342453"/>
                </a:xfrm>
                <a:custGeom>
                  <a:avLst/>
                  <a:gdLst>
                    <a:gd name="connsiteX0" fmla="*/ 290173 w 374631"/>
                    <a:gd name="connsiteY0" fmla="*/ 376 h 342453"/>
                    <a:gd name="connsiteX1" fmla="*/ 354658 w 374631"/>
                    <a:gd name="connsiteY1" fmla="*/ 19426 h 342453"/>
                    <a:gd name="connsiteX2" fmla="*/ 366278 w 374631"/>
                    <a:gd name="connsiteY2" fmla="*/ 55050 h 342453"/>
                    <a:gd name="connsiteX3" fmla="*/ 63669 w 374631"/>
                    <a:gd name="connsiteY3" fmla="*/ 329369 h 342453"/>
                    <a:gd name="connsiteX4" fmla="*/ 4805 w 374631"/>
                    <a:gd name="connsiteY4" fmla="*/ 281744 h 342453"/>
                    <a:gd name="connsiteX5" fmla="*/ 235214 w 374631"/>
                    <a:gd name="connsiteY5" fmla="*/ 10853 h 342453"/>
                    <a:gd name="connsiteX6" fmla="*/ 249215 w 374631"/>
                    <a:gd name="connsiteY6" fmla="*/ 8091 h 342453"/>
                    <a:gd name="connsiteX7" fmla="*/ 288934 w 374631"/>
                    <a:gd name="connsiteY7" fmla="*/ 4281 h 342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631" h="342453">
                      <a:moveTo>
                        <a:pt x="290173" y="376"/>
                      </a:moveTo>
                      <a:cubicBezTo>
                        <a:pt x="311700" y="6567"/>
                        <a:pt x="333227" y="12568"/>
                        <a:pt x="354658" y="19426"/>
                      </a:cubicBezTo>
                      <a:cubicBezTo>
                        <a:pt x="376089" y="26284"/>
                        <a:pt x="375708" y="40286"/>
                        <a:pt x="366278" y="55050"/>
                      </a:cubicBezTo>
                      <a:cubicBezTo>
                        <a:pt x="290078" y="173731"/>
                        <a:pt x="206258" y="283650"/>
                        <a:pt x="63669" y="329369"/>
                      </a:cubicBezTo>
                      <a:cubicBezTo>
                        <a:pt x="-6150" y="351848"/>
                        <a:pt x="-9959" y="352420"/>
                        <a:pt x="4805" y="281744"/>
                      </a:cubicBezTo>
                      <a:cubicBezTo>
                        <a:pt x="32140" y="151061"/>
                        <a:pt x="109580" y="59907"/>
                        <a:pt x="235214" y="10853"/>
                      </a:cubicBezTo>
                      <a:cubicBezTo>
                        <a:pt x="239786" y="9349"/>
                        <a:pt x="244453" y="8424"/>
                        <a:pt x="249215" y="8091"/>
                      </a:cubicBezTo>
                      <a:cubicBezTo>
                        <a:pt x="262359" y="6662"/>
                        <a:pt x="275695" y="5519"/>
                        <a:pt x="288934" y="428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29" name="任意多边形: 形状 447"/>
                <p:cNvSpPr/>
                <p:nvPr/>
              </p:nvSpPr>
              <p:spPr>
                <a:xfrm>
                  <a:off x="12896438" y="2957334"/>
                  <a:ext cx="306433" cy="392571"/>
                </a:xfrm>
                <a:custGeom>
                  <a:avLst/>
                  <a:gdLst>
                    <a:gd name="connsiteX0" fmla="*/ 14364 w 306433"/>
                    <a:gd name="connsiteY0" fmla="*/ 392947 h 392571"/>
                    <a:gd name="connsiteX1" fmla="*/ 1027 w 306433"/>
                    <a:gd name="connsiteY1" fmla="*/ 351514 h 392571"/>
                    <a:gd name="connsiteX2" fmla="*/ 194671 w 306433"/>
                    <a:gd name="connsiteY2" fmla="*/ 6804 h 392571"/>
                    <a:gd name="connsiteX3" fmla="*/ 293065 w 306433"/>
                    <a:gd name="connsiteY3" fmla="*/ 1565 h 392571"/>
                    <a:gd name="connsiteX4" fmla="*/ 303923 w 306433"/>
                    <a:gd name="connsiteY4" fmla="*/ 30140 h 392571"/>
                    <a:gd name="connsiteX5" fmla="*/ 208673 w 306433"/>
                    <a:gd name="connsiteY5" fmla="*/ 231880 h 392571"/>
                    <a:gd name="connsiteX6" fmla="*/ 14364 w 306433"/>
                    <a:gd name="connsiteY6" fmla="*/ 392947 h 39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6433" h="392571">
                      <a:moveTo>
                        <a:pt x="14364" y="392947"/>
                      </a:moveTo>
                      <a:cubicBezTo>
                        <a:pt x="8934" y="379460"/>
                        <a:pt x="4457" y="365620"/>
                        <a:pt x="1027" y="351514"/>
                      </a:cubicBezTo>
                      <a:cubicBezTo>
                        <a:pt x="-20499" y="225974"/>
                        <a:pt x="68179" y="47952"/>
                        <a:pt x="194671" y="6804"/>
                      </a:cubicBezTo>
                      <a:cubicBezTo>
                        <a:pt x="224960" y="-2721"/>
                        <a:pt x="260107" y="994"/>
                        <a:pt x="293065" y="1565"/>
                      </a:cubicBezTo>
                      <a:cubicBezTo>
                        <a:pt x="297065" y="1565"/>
                        <a:pt x="306018" y="21377"/>
                        <a:pt x="303923" y="30140"/>
                      </a:cubicBezTo>
                      <a:cubicBezTo>
                        <a:pt x="284873" y="103292"/>
                        <a:pt x="250203" y="169015"/>
                        <a:pt x="208673" y="231880"/>
                      </a:cubicBezTo>
                      <a:cubicBezTo>
                        <a:pt x="160571" y="302936"/>
                        <a:pt x="86943" y="341227"/>
                        <a:pt x="14364" y="39294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30" name="任意多边形: 形状 448"/>
                <p:cNvSpPr/>
                <p:nvPr/>
              </p:nvSpPr>
              <p:spPr>
                <a:xfrm>
                  <a:off x="13139120" y="2234852"/>
                  <a:ext cx="374959" cy="357217"/>
                </a:xfrm>
                <a:custGeom>
                  <a:avLst/>
                  <a:gdLst>
                    <a:gd name="connsiteX0" fmla="*/ -2099 w 374959"/>
                    <a:gd name="connsiteY0" fmla="*/ 326664 h 357217"/>
                    <a:gd name="connsiteX1" fmla="*/ 154206 w 374959"/>
                    <a:gd name="connsiteY1" fmla="*/ 69489 h 357217"/>
                    <a:gd name="connsiteX2" fmla="*/ 343848 w 374959"/>
                    <a:gd name="connsiteY2" fmla="*/ 814 h 357217"/>
                    <a:gd name="connsiteX3" fmla="*/ 366995 w 374959"/>
                    <a:gd name="connsiteY3" fmla="*/ 32723 h 357217"/>
                    <a:gd name="connsiteX4" fmla="*/ 23046 w 374959"/>
                    <a:gd name="connsiteY4" fmla="*/ 354763 h 357217"/>
                    <a:gd name="connsiteX5" fmla="*/ -2099 w 374959"/>
                    <a:gd name="connsiteY5" fmla="*/ 326664 h 35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959" h="357217">
                      <a:moveTo>
                        <a:pt x="-2099" y="326664"/>
                      </a:moveTo>
                      <a:cubicBezTo>
                        <a:pt x="7426" y="221889"/>
                        <a:pt x="64576" y="136164"/>
                        <a:pt x="154206" y="69489"/>
                      </a:cubicBezTo>
                      <a:cubicBezTo>
                        <a:pt x="209356" y="28570"/>
                        <a:pt x="275268" y="4691"/>
                        <a:pt x="343848" y="814"/>
                      </a:cubicBezTo>
                      <a:cubicBezTo>
                        <a:pt x="374899" y="-1377"/>
                        <a:pt x="377948" y="3957"/>
                        <a:pt x="366995" y="32723"/>
                      </a:cubicBezTo>
                      <a:cubicBezTo>
                        <a:pt x="304796" y="195981"/>
                        <a:pt x="187257" y="300470"/>
                        <a:pt x="23046" y="354763"/>
                      </a:cubicBezTo>
                      <a:cubicBezTo>
                        <a:pt x="2759" y="361907"/>
                        <a:pt x="-3052" y="356573"/>
                        <a:pt x="-2099" y="32666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31" name="任意多边形: 形状 449"/>
                <p:cNvSpPr/>
                <p:nvPr/>
              </p:nvSpPr>
              <p:spPr>
                <a:xfrm>
                  <a:off x="13039047" y="4065476"/>
                  <a:ext cx="201524" cy="412094"/>
                </a:xfrm>
                <a:custGeom>
                  <a:avLst/>
                  <a:gdLst>
                    <a:gd name="connsiteX0" fmla="*/ 95211 w 201524"/>
                    <a:gd name="connsiteY0" fmla="*/ 412470 h 412094"/>
                    <a:gd name="connsiteX1" fmla="*/ 16153 w 201524"/>
                    <a:gd name="connsiteY1" fmla="*/ 299789 h 412094"/>
                    <a:gd name="connsiteX2" fmla="*/ 1579 w 201524"/>
                    <a:gd name="connsiteY2" fmla="*/ 139483 h 412094"/>
                    <a:gd name="connsiteX3" fmla="*/ 120928 w 201524"/>
                    <a:gd name="connsiteY3" fmla="*/ 704 h 412094"/>
                    <a:gd name="connsiteX4" fmla="*/ 187603 w 201524"/>
                    <a:gd name="connsiteY4" fmla="*/ 8229 h 412094"/>
                    <a:gd name="connsiteX5" fmla="*/ 199319 w 201524"/>
                    <a:gd name="connsiteY5" fmla="*/ 30708 h 412094"/>
                    <a:gd name="connsiteX6" fmla="*/ 187508 w 201524"/>
                    <a:gd name="connsiteY6" fmla="*/ 240925 h 412094"/>
                    <a:gd name="connsiteX7" fmla="*/ 159600 w 201524"/>
                    <a:gd name="connsiteY7" fmla="*/ 314934 h 412094"/>
                    <a:gd name="connsiteX8" fmla="*/ 95211 w 201524"/>
                    <a:gd name="connsiteY8" fmla="*/ 412470 h 41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524" h="412094">
                      <a:moveTo>
                        <a:pt x="95211" y="412470"/>
                      </a:moveTo>
                      <a:cubicBezTo>
                        <a:pt x="58443" y="383438"/>
                        <a:pt x="30917" y="344261"/>
                        <a:pt x="16153" y="299789"/>
                      </a:cubicBezTo>
                      <a:cubicBezTo>
                        <a:pt x="-1565" y="248307"/>
                        <a:pt x="-6518" y="193309"/>
                        <a:pt x="1579" y="139483"/>
                      </a:cubicBezTo>
                      <a:cubicBezTo>
                        <a:pt x="8342" y="87763"/>
                        <a:pt x="46442" y="10039"/>
                        <a:pt x="120928" y="704"/>
                      </a:cubicBezTo>
                      <a:cubicBezTo>
                        <a:pt x="143406" y="-591"/>
                        <a:pt x="165981" y="1952"/>
                        <a:pt x="187603" y="8229"/>
                      </a:cubicBezTo>
                      <a:cubicBezTo>
                        <a:pt x="193128" y="9467"/>
                        <a:pt x="199605" y="23088"/>
                        <a:pt x="199319" y="30708"/>
                      </a:cubicBezTo>
                      <a:cubicBezTo>
                        <a:pt x="196556" y="100907"/>
                        <a:pt x="194461" y="171202"/>
                        <a:pt x="187508" y="240925"/>
                      </a:cubicBezTo>
                      <a:cubicBezTo>
                        <a:pt x="183222" y="267195"/>
                        <a:pt x="173697" y="292350"/>
                        <a:pt x="159600" y="314934"/>
                      </a:cubicBezTo>
                      <a:cubicBezTo>
                        <a:pt x="140931" y="347795"/>
                        <a:pt x="118165" y="378180"/>
                        <a:pt x="95211" y="4124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32" name="任意多边形: 形状 450"/>
                <p:cNvSpPr/>
                <p:nvPr/>
              </p:nvSpPr>
              <p:spPr>
                <a:xfrm>
                  <a:off x="13394067" y="4617829"/>
                  <a:ext cx="225782" cy="377282"/>
                </a:xfrm>
                <a:custGeom>
                  <a:avLst/>
                  <a:gdLst>
                    <a:gd name="connsiteX0" fmla="*/ 223586 w 225782"/>
                    <a:gd name="connsiteY0" fmla="*/ 243974 h 377282"/>
                    <a:gd name="connsiteX1" fmla="*/ 193390 w 225782"/>
                    <a:gd name="connsiteY1" fmla="*/ 372657 h 377282"/>
                    <a:gd name="connsiteX2" fmla="*/ 164815 w 225782"/>
                    <a:gd name="connsiteY2" fmla="*/ 376182 h 377282"/>
                    <a:gd name="connsiteX3" fmla="*/ 21940 w 225782"/>
                    <a:gd name="connsiteY3" fmla="*/ 236450 h 377282"/>
                    <a:gd name="connsiteX4" fmla="*/ 5843 w 225782"/>
                    <a:gd name="connsiteY4" fmla="*/ 90527 h 377282"/>
                    <a:gd name="connsiteX5" fmla="*/ 124524 w 225782"/>
                    <a:gd name="connsiteY5" fmla="*/ 420 h 377282"/>
                    <a:gd name="connsiteX6" fmla="*/ 148146 w 225782"/>
                    <a:gd name="connsiteY6" fmla="*/ 12327 h 377282"/>
                    <a:gd name="connsiteX7" fmla="*/ 223586 w 225782"/>
                    <a:gd name="connsiteY7" fmla="*/ 243974 h 37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82" h="377282">
                      <a:moveTo>
                        <a:pt x="223586" y="243974"/>
                      </a:moveTo>
                      <a:cubicBezTo>
                        <a:pt x="215298" y="280741"/>
                        <a:pt x="205582" y="327033"/>
                        <a:pt x="193390" y="372657"/>
                      </a:cubicBezTo>
                      <a:cubicBezTo>
                        <a:pt x="192439" y="376277"/>
                        <a:pt x="172721" y="379706"/>
                        <a:pt x="164815" y="376182"/>
                      </a:cubicBezTo>
                      <a:cubicBezTo>
                        <a:pt x="101474" y="348922"/>
                        <a:pt x="50610" y="299124"/>
                        <a:pt x="21940" y="236450"/>
                      </a:cubicBezTo>
                      <a:cubicBezTo>
                        <a:pt x="318" y="190158"/>
                        <a:pt x="-10826" y="142533"/>
                        <a:pt x="5843" y="90527"/>
                      </a:cubicBezTo>
                      <a:cubicBezTo>
                        <a:pt x="21465" y="41663"/>
                        <a:pt x="73471" y="-1199"/>
                        <a:pt x="124524" y="420"/>
                      </a:cubicBezTo>
                      <a:cubicBezTo>
                        <a:pt x="133763" y="772"/>
                        <a:pt x="142337" y="5117"/>
                        <a:pt x="148146" y="12327"/>
                      </a:cubicBezTo>
                      <a:cubicBezTo>
                        <a:pt x="185676" y="81954"/>
                        <a:pt x="217870" y="153392"/>
                        <a:pt x="223586" y="24397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33" name="任意多边形: 形状 451"/>
                <p:cNvSpPr/>
                <p:nvPr/>
              </p:nvSpPr>
              <p:spPr>
                <a:xfrm>
                  <a:off x="12876994" y="3374377"/>
                  <a:ext cx="224744" cy="389353"/>
                </a:xfrm>
                <a:custGeom>
                  <a:avLst/>
                  <a:gdLst>
                    <a:gd name="connsiteX0" fmla="*/ -2197 w 224744"/>
                    <a:gd name="connsiteY0" fmla="*/ 261369 h 389353"/>
                    <a:gd name="connsiteX1" fmla="*/ 101148 w 224744"/>
                    <a:gd name="connsiteY1" fmla="*/ 24292 h 389353"/>
                    <a:gd name="connsiteX2" fmla="*/ 192398 w 224744"/>
                    <a:gd name="connsiteY2" fmla="*/ 2860 h 389353"/>
                    <a:gd name="connsiteX3" fmla="*/ 221736 w 224744"/>
                    <a:gd name="connsiteY3" fmla="*/ 42008 h 389353"/>
                    <a:gd name="connsiteX4" fmla="*/ 148108 w 224744"/>
                    <a:gd name="connsiteY4" fmla="*/ 296135 h 389353"/>
                    <a:gd name="connsiteX5" fmla="*/ 44761 w 224744"/>
                    <a:gd name="connsiteY5" fmla="*/ 386242 h 389353"/>
                    <a:gd name="connsiteX6" fmla="*/ 16186 w 224744"/>
                    <a:gd name="connsiteY6" fmla="*/ 373192 h 389353"/>
                    <a:gd name="connsiteX7" fmla="*/ -2197 w 224744"/>
                    <a:gd name="connsiteY7" fmla="*/ 261369 h 389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744" h="389353">
                      <a:moveTo>
                        <a:pt x="-2197" y="261369"/>
                      </a:moveTo>
                      <a:cubicBezTo>
                        <a:pt x="-1341" y="166690"/>
                        <a:pt x="24283" y="84680"/>
                        <a:pt x="101148" y="24292"/>
                      </a:cubicBezTo>
                      <a:cubicBezTo>
                        <a:pt x="126772" y="3765"/>
                        <a:pt x="160298" y="-4112"/>
                        <a:pt x="192398" y="2860"/>
                      </a:cubicBezTo>
                      <a:cubicBezTo>
                        <a:pt x="213543" y="6766"/>
                        <a:pt x="225926" y="16481"/>
                        <a:pt x="221736" y="42008"/>
                      </a:cubicBezTo>
                      <a:cubicBezTo>
                        <a:pt x="207544" y="129829"/>
                        <a:pt x="200779" y="219745"/>
                        <a:pt x="148108" y="296135"/>
                      </a:cubicBezTo>
                      <a:cubicBezTo>
                        <a:pt x="121437" y="334711"/>
                        <a:pt x="90958" y="368906"/>
                        <a:pt x="44761" y="386242"/>
                      </a:cubicBezTo>
                      <a:cubicBezTo>
                        <a:pt x="28473" y="392338"/>
                        <a:pt x="19425" y="391861"/>
                        <a:pt x="16186" y="373192"/>
                      </a:cubicBezTo>
                      <a:cubicBezTo>
                        <a:pt x="10279" y="335854"/>
                        <a:pt x="3993" y="298707"/>
                        <a:pt x="-2197" y="26136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34" name="任意多边形: 形状 452"/>
                <p:cNvSpPr/>
                <p:nvPr/>
              </p:nvSpPr>
              <p:spPr>
                <a:xfrm>
                  <a:off x="13198922" y="4374711"/>
                  <a:ext cx="212518" cy="363130"/>
                </a:xfrm>
                <a:custGeom>
                  <a:avLst/>
                  <a:gdLst>
                    <a:gd name="connsiteX0" fmla="*/ 202513 w 212518"/>
                    <a:gd name="connsiteY0" fmla="*/ 186389 h 363130"/>
                    <a:gd name="connsiteX1" fmla="*/ 163173 w 212518"/>
                    <a:gd name="connsiteY1" fmla="*/ 308118 h 363130"/>
                    <a:gd name="connsiteX2" fmla="*/ 144123 w 212518"/>
                    <a:gd name="connsiteY2" fmla="*/ 336217 h 363130"/>
                    <a:gd name="connsiteX3" fmla="*/ 91926 w 212518"/>
                    <a:gd name="connsiteY3" fmla="*/ 346314 h 363130"/>
                    <a:gd name="connsiteX4" fmla="*/ 2106 w 212518"/>
                    <a:gd name="connsiteY4" fmla="*/ 101426 h 363130"/>
                    <a:gd name="connsiteX5" fmla="*/ 144981 w 212518"/>
                    <a:gd name="connsiteY5" fmla="*/ 2175 h 363130"/>
                    <a:gd name="connsiteX6" fmla="*/ 168889 w 212518"/>
                    <a:gd name="connsiteY6" fmla="*/ 25893 h 363130"/>
                    <a:gd name="connsiteX7" fmla="*/ 210322 w 212518"/>
                    <a:gd name="connsiteY7" fmla="*/ 184770 h 363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518" h="363130">
                      <a:moveTo>
                        <a:pt x="202513" y="186389"/>
                      </a:moveTo>
                      <a:cubicBezTo>
                        <a:pt x="206417" y="232585"/>
                        <a:pt x="190511" y="272114"/>
                        <a:pt x="163173" y="308118"/>
                      </a:cubicBezTo>
                      <a:cubicBezTo>
                        <a:pt x="156315" y="317109"/>
                        <a:pt x="149934" y="326491"/>
                        <a:pt x="144123" y="336217"/>
                      </a:cubicBezTo>
                      <a:cubicBezTo>
                        <a:pt x="124501" y="369555"/>
                        <a:pt x="120501" y="371650"/>
                        <a:pt x="91926" y="346314"/>
                      </a:cubicBezTo>
                      <a:cubicBezTo>
                        <a:pt x="18489" y="281163"/>
                        <a:pt x="-14753" y="199724"/>
                        <a:pt x="2106" y="101426"/>
                      </a:cubicBezTo>
                      <a:cubicBezTo>
                        <a:pt x="12773" y="39037"/>
                        <a:pt x="82973" y="-9731"/>
                        <a:pt x="144981" y="2175"/>
                      </a:cubicBezTo>
                      <a:cubicBezTo>
                        <a:pt x="156125" y="6042"/>
                        <a:pt x="164982" y="14767"/>
                        <a:pt x="168889" y="25893"/>
                      </a:cubicBezTo>
                      <a:cubicBezTo>
                        <a:pt x="184128" y="78471"/>
                        <a:pt x="196797" y="131715"/>
                        <a:pt x="210322" y="1847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grpSp>
        </p:grpSp>
        <p:sp>
          <p:nvSpPr>
            <p:cNvPr id="60" name="文本框 59"/>
            <p:cNvSpPr txBox="1"/>
            <p:nvPr/>
          </p:nvSpPr>
          <p:spPr>
            <a:xfrm>
              <a:off x="14319" y="4555"/>
              <a:ext cx="2828" cy="1035"/>
            </a:xfrm>
            <a:prstGeom prst="rect">
              <a:avLst/>
            </a:prstGeom>
            <a:noFill/>
          </p:spPr>
          <p:txBody>
            <a:bodyPr vert="horz" wrap="none" lIns="91440" tIns="45720" rIns="91440" bIns="45720" rtlCol="0" anchor="ctr" anchorCtr="0">
              <a:spAutoFit/>
            </a:bodyPr>
            <a:lstStyle>
              <a:defPPr>
                <a:defRPr lang="en-US"/>
              </a:defPPr>
              <a:lvl1pPr marR="0" lvl="0" indent="0" algn="ctr" fontAlgn="auto">
                <a:spcBef>
                  <a:spcPts val="0"/>
                </a:spcBef>
                <a:spcAft>
                  <a:spcPts val="0"/>
                </a:spcAft>
                <a:buClrTx/>
                <a:buSzTx/>
                <a:buFontTx/>
                <a:buNone/>
                <a:defRPr kumimoji="0" sz="2400" b="1" i="0" u="none" strike="noStrike" cap="none" spc="0" normalizeH="0" baseline="0">
                  <a:ln>
                    <a:noFill/>
                  </a:ln>
                  <a:gradFill>
                    <a:gsLst>
                      <a:gs pos="0">
                        <a:srgbClr val="0A34BA"/>
                      </a:gs>
                      <a:gs pos="100000">
                        <a:srgbClr val="00256E"/>
                      </a:gs>
                    </a:gsLst>
                    <a:lin ang="2700000" scaled="0"/>
                  </a:gradFill>
                  <a:effectLst/>
                  <a:uLnTx/>
                  <a:uFillTx/>
                  <a:latin typeface="微软雅黑" panose="020B0503020204020204" charset="-122"/>
                  <a:ea typeface="微软雅黑" panose="020B0503020204020204" charset="-122"/>
                </a:defRPr>
              </a:lvl1pPr>
            </a:lstStyle>
            <a:p>
              <a:pPr marL="12700" lvl="0" algn="ctr">
                <a:spcBef>
                  <a:spcPts val="95"/>
                </a:spcBef>
              </a:pPr>
              <a:r>
                <a:rPr lang="zh-CN" altLang="en-US" sz="1800">
                  <a:solidFill>
                    <a:schemeClr val="bg1"/>
                  </a:solidFill>
                  <a:cs typeface="微软雅黑" panose="020B0503020204020204" charset="-122"/>
                  <a:sym typeface="+mn-ea"/>
                </a:rPr>
                <a:t>全国商业联合会</a:t>
              </a:r>
              <a:endParaRPr lang="zh-CN" altLang="en-US" sz="1800">
                <a:solidFill>
                  <a:schemeClr val="bg1"/>
                </a:solidFill>
                <a:cs typeface="微软雅黑" panose="020B0503020204020204" charset="-122"/>
                <a:sym typeface="+mn-ea"/>
              </a:endParaRPr>
            </a:p>
            <a:p>
              <a:pPr marL="12700" lvl="0" algn="ctr">
                <a:spcBef>
                  <a:spcPts val="95"/>
                </a:spcBef>
              </a:pPr>
              <a:r>
                <a:rPr lang="zh-CN" altLang="en-US" sz="1800">
                  <a:solidFill>
                    <a:schemeClr val="bg1"/>
                  </a:solidFill>
                  <a:cs typeface="微软雅黑" panose="020B0503020204020204" charset="-122"/>
                  <a:sym typeface="+mn-ea"/>
                </a:rPr>
                <a:t>科技进步奖</a:t>
              </a:r>
              <a:endParaRPr lang="zh-CN" altLang="en-US" sz="1800">
                <a:solidFill>
                  <a:schemeClr val="bg1"/>
                </a:solidFill>
                <a:cs typeface="微软雅黑" panose="020B0503020204020204" charset="-122"/>
                <a:sym typeface="+mn-ea"/>
              </a:endParaRPr>
            </a:p>
          </p:txBody>
        </p:sp>
        <p:grpSp>
          <p:nvGrpSpPr>
            <p:cNvPr id="135" name="组合 134"/>
            <p:cNvGrpSpPr/>
            <p:nvPr/>
          </p:nvGrpSpPr>
          <p:grpSpPr>
            <a:xfrm rot="0">
              <a:off x="13446" y="4604"/>
              <a:ext cx="4575" cy="936"/>
              <a:chOff x="12973" y="715"/>
              <a:chExt cx="5456" cy="1116"/>
            </a:xfrm>
          </p:grpSpPr>
          <p:grpSp>
            <p:nvGrpSpPr>
              <p:cNvPr id="136" name="组合 135"/>
              <p:cNvGrpSpPr/>
              <p:nvPr/>
            </p:nvGrpSpPr>
            <p:grpSpPr>
              <a:xfrm rot="0">
                <a:off x="12973" y="715"/>
                <a:ext cx="622" cy="1116"/>
                <a:chOff x="12505110" y="1875542"/>
                <a:chExt cx="2029933" cy="3642920"/>
              </a:xfrm>
              <a:gradFill>
                <a:gsLst>
                  <a:gs pos="0">
                    <a:srgbClr val="FFCD69">
                      <a:lumMod val="40000"/>
                      <a:lumOff val="60000"/>
                    </a:srgbClr>
                  </a:gs>
                  <a:gs pos="100000">
                    <a:srgbClr val="FFCD69">
                      <a:lumMod val="60000"/>
                      <a:lumOff val="40000"/>
                    </a:srgbClr>
                  </a:gs>
                </a:gsLst>
                <a:lin ang="5400000" scaled="1"/>
              </a:gradFill>
            </p:grpSpPr>
            <p:sp>
              <p:nvSpPr>
                <p:cNvPr id="137" name="任意多边形: 形状 453"/>
                <p:cNvSpPr/>
                <p:nvPr/>
              </p:nvSpPr>
              <p:spPr>
                <a:xfrm>
                  <a:off x="12724094" y="2480178"/>
                  <a:ext cx="1810949" cy="3038284"/>
                </a:xfrm>
                <a:custGeom>
                  <a:avLst/>
                  <a:gdLst>
                    <a:gd name="connsiteX0" fmla="*/ 193566 w 1810949"/>
                    <a:gd name="connsiteY0" fmla="*/ 433763 h 3038284"/>
                    <a:gd name="connsiteX1" fmla="*/ 155466 w 1810949"/>
                    <a:gd name="connsiteY1" fmla="*/ 501962 h 3038284"/>
                    <a:gd name="connsiteX2" fmla="*/ 131653 w 1810949"/>
                    <a:gd name="connsiteY2" fmla="*/ 509011 h 3038284"/>
                    <a:gd name="connsiteX3" fmla="*/ 22020 w 1810949"/>
                    <a:gd name="connsiteY3" fmla="*/ 388329 h 3038284"/>
                    <a:gd name="connsiteX4" fmla="*/ 494 w 1810949"/>
                    <a:gd name="connsiteY4" fmla="*/ 223451 h 3038284"/>
                    <a:gd name="connsiteX5" fmla="*/ 69264 w 1810949"/>
                    <a:gd name="connsiteY5" fmla="*/ 19902 h 3038284"/>
                    <a:gd name="connsiteX6" fmla="*/ 116126 w 1810949"/>
                    <a:gd name="connsiteY6" fmla="*/ 4662 h 3038284"/>
                    <a:gd name="connsiteX7" fmla="*/ 237379 w 1810949"/>
                    <a:gd name="connsiteY7" fmla="*/ 217260 h 3038284"/>
                    <a:gd name="connsiteX8" fmla="*/ 216806 w 1810949"/>
                    <a:gd name="connsiteY8" fmla="*/ 352039 h 3038284"/>
                    <a:gd name="connsiteX9" fmla="*/ 219474 w 1810949"/>
                    <a:gd name="connsiteY9" fmla="*/ 378232 h 3038284"/>
                    <a:gd name="connsiteX10" fmla="*/ 348821 w 1810949"/>
                    <a:gd name="connsiteY10" fmla="*/ 81624 h 3038284"/>
                    <a:gd name="connsiteX11" fmla="*/ 359109 w 1810949"/>
                    <a:gd name="connsiteY11" fmla="*/ 84958 h 3038284"/>
                    <a:gd name="connsiteX12" fmla="*/ 354442 w 1810949"/>
                    <a:gd name="connsiteY12" fmla="*/ 106770 h 3038284"/>
                    <a:gd name="connsiteX13" fmla="*/ 244332 w 1810949"/>
                    <a:gd name="connsiteY13" fmla="*/ 395092 h 3038284"/>
                    <a:gd name="connsiteX14" fmla="*/ 161561 w 1810949"/>
                    <a:gd name="connsiteY14" fmla="*/ 728467 h 3038284"/>
                    <a:gd name="connsiteX15" fmla="*/ 133463 w 1810949"/>
                    <a:gd name="connsiteY15" fmla="*/ 1132136 h 3038284"/>
                    <a:gd name="connsiteX16" fmla="*/ 158989 w 1810949"/>
                    <a:gd name="connsiteY16" fmla="*/ 1401694 h 3038284"/>
                    <a:gd name="connsiteX17" fmla="*/ 225664 w 1810949"/>
                    <a:gd name="connsiteY17" fmla="*/ 1672394 h 3038284"/>
                    <a:gd name="connsiteX18" fmla="*/ 414831 w 1810949"/>
                    <a:gd name="connsiteY18" fmla="*/ 2081302 h 3038284"/>
                    <a:gd name="connsiteX19" fmla="*/ 898034 w 1810949"/>
                    <a:gd name="connsiteY19" fmla="*/ 2589747 h 3038284"/>
                    <a:gd name="connsiteX20" fmla="*/ 1317134 w 1810949"/>
                    <a:gd name="connsiteY20" fmla="*/ 2804250 h 3038284"/>
                    <a:gd name="connsiteX21" fmla="*/ 1777478 w 1810949"/>
                    <a:gd name="connsiteY21" fmla="*/ 2892547 h 3038284"/>
                    <a:gd name="connsiteX22" fmla="*/ 1807672 w 1810949"/>
                    <a:gd name="connsiteY22" fmla="*/ 2925599 h 3038284"/>
                    <a:gd name="connsiteX23" fmla="*/ 1792526 w 1810949"/>
                    <a:gd name="connsiteY23" fmla="*/ 3024278 h 3038284"/>
                    <a:gd name="connsiteX24" fmla="*/ 1768237 w 1810949"/>
                    <a:gd name="connsiteY24" fmla="*/ 3038660 h 3038284"/>
                    <a:gd name="connsiteX25" fmla="*/ 1609647 w 1810949"/>
                    <a:gd name="connsiteY25" fmla="*/ 3020277 h 3038284"/>
                    <a:gd name="connsiteX26" fmla="*/ 1400097 w 1810949"/>
                    <a:gd name="connsiteY26" fmla="*/ 2968080 h 3038284"/>
                    <a:gd name="connsiteX27" fmla="*/ 1127776 w 1810949"/>
                    <a:gd name="connsiteY27" fmla="*/ 2862257 h 3038284"/>
                    <a:gd name="connsiteX28" fmla="*/ 563706 w 1810949"/>
                    <a:gd name="connsiteY28" fmla="*/ 2435728 h 3038284"/>
                    <a:gd name="connsiteX29" fmla="*/ 233284 w 1810949"/>
                    <a:gd name="connsiteY29" fmla="*/ 1910614 h 3038284"/>
                    <a:gd name="connsiteX30" fmla="*/ 110696 w 1810949"/>
                    <a:gd name="connsiteY30" fmla="*/ 1479037 h 3038284"/>
                    <a:gd name="connsiteX31" fmla="*/ 87265 w 1810949"/>
                    <a:gd name="connsiteY31" fmla="*/ 1018122 h 3038284"/>
                    <a:gd name="connsiteX32" fmla="*/ 138988 w 1810949"/>
                    <a:gd name="connsiteY32" fmla="*/ 669221 h 3038284"/>
                    <a:gd name="connsiteX33" fmla="*/ 197470 w 1810949"/>
                    <a:gd name="connsiteY33" fmla="*/ 458338 h 3038284"/>
                    <a:gd name="connsiteX34" fmla="*/ 199565 w 1810949"/>
                    <a:gd name="connsiteY34" fmla="*/ 434239 h 303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0949" h="3038284">
                      <a:moveTo>
                        <a:pt x="193566" y="433763"/>
                      </a:moveTo>
                      <a:cubicBezTo>
                        <a:pt x="180992" y="456718"/>
                        <a:pt x="169563" y="480245"/>
                        <a:pt x="155466" y="501962"/>
                      </a:cubicBezTo>
                      <a:cubicBezTo>
                        <a:pt x="151750" y="507487"/>
                        <a:pt x="135272" y="512154"/>
                        <a:pt x="131653" y="509011"/>
                      </a:cubicBezTo>
                      <a:cubicBezTo>
                        <a:pt x="90123" y="473578"/>
                        <a:pt x="43928" y="442336"/>
                        <a:pt x="22020" y="388329"/>
                      </a:cubicBezTo>
                      <a:cubicBezTo>
                        <a:pt x="685" y="336161"/>
                        <a:pt x="-6745" y="279344"/>
                        <a:pt x="494" y="223451"/>
                      </a:cubicBezTo>
                      <a:cubicBezTo>
                        <a:pt x="9733" y="151728"/>
                        <a:pt x="33164" y="82548"/>
                        <a:pt x="69264" y="19902"/>
                      </a:cubicBezTo>
                      <a:cubicBezTo>
                        <a:pt x="81170" y="-1148"/>
                        <a:pt x="94218" y="-3339"/>
                        <a:pt x="116126" y="4662"/>
                      </a:cubicBezTo>
                      <a:cubicBezTo>
                        <a:pt x="216044" y="41047"/>
                        <a:pt x="236810" y="114009"/>
                        <a:pt x="237379" y="217260"/>
                      </a:cubicBezTo>
                      <a:cubicBezTo>
                        <a:pt x="237379" y="262218"/>
                        <a:pt x="223855" y="307081"/>
                        <a:pt x="216806" y="352039"/>
                      </a:cubicBezTo>
                      <a:cubicBezTo>
                        <a:pt x="215188" y="360840"/>
                        <a:pt x="216044" y="369946"/>
                        <a:pt x="219474" y="378232"/>
                      </a:cubicBezTo>
                      <a:lnTo>
                        <a:pt x="348821" y="81624"/>
                      </a:lnTo>
                      <a:lnTo>
                        <a:pt x="359109" y="84958"/>
                      </a:lnTo>
                      <a:cubicBezTo>
                        <a:pt x="358158" y="92339"/>
                        <a:pt x="356633" y="99636"/>
                        <a:pt x="354442" y="106770"/>
                      </a:cubicBezTo>
                      <a:cubicBezTo>
                        <a:pt x="317486" y="202782"/>
                        <a:pt x="274814" y="297270"/>
                        <a:pt x="244332" y="395092"/>
                      </a:cubicBezTo>
                      <a:cubicBezTo>
                        <a:pt x="210235" y="504534"/>
                        <a:pt x="177657" y="615976"/>
                        <a:pt x="161561" y="728467"/>
                      </a:cubicBezTo>
                      <a:cubicBezTo>
                        <a:pt x="143560" y="862283"/>
                        <a:pt x="134130" y="997119"/>
                        <a:pt x="133463" y="1132136"/>
                      </a:cubicBezTo>
                      <a:cubicBezTo>
                        <a:pt x="133558" y="1222586"/>
                        <a:pt x="142129" y="1312835"/>
                        <a:pt x="158989" y="1401694"/>
                      </a:cubicBezTo>
                      <a:cubicBezTo>
                        <a:pt x="176420" y="1493038"/>
                        <a:pt x="198710" y="1583393"/>
                        <a:pt x="225664" y="1672394"/>
                      </a:cubicBezTo>
                      <a:cubicBezTo>
                        <a:pt x="267289" y="1818317"/>
                        <a:pt x="334915" y="1952810"/>
                        <a:pt x="414831" y="2081302"/>
                      </a:cubicBezTo>
                      <a:cubicBezTo>
                        <a:pt x="539608" y="2281939"/>
                        <a:pt x="704009" y="2454963"/>
                        <a:pt x="898034" y="2589747"/>
                      </a:cubicBezTo>
                      <a:cubicBezTo>
                        <a:pt x="1027194" y="2680172"/>
                        <a:pt x="1168258" y="2752352"/>
                        <a:pt x="1317134" y="2804250"/>
                      </a:cubicBezTo>
                      <a:cubicBezTo>
                        <a:pt x="1465535" y="2855510"/>
                        <a:pt x="1620600" y="2885244"/>
                        <a:pt x="1777478" y="2892547"/>
                      </a:cubicBezTo>
                      <a:cubicBezTo>
                        <a:pt x="1802337" y="2893880"/>
                        <a:pt x="1812244" y="2899881"/>
                        <a:pt x="1807672" y="2925599"/>
                      </a:cubicBezTo>
                      <a:cubicBezTo>
                        <a:pt x="1801861" y="2958365"/>
                        <a:pt x="1799384" y="2992274"/>
                        <a:pt x="1792526" y="3024278"/>
                      </a:cubicBezTo>
                      <a:cubicBezTo>
                        <a:pt x="1787383" y="3032908"/>
                        <a:pt x="1778239" y="3038332"/>
                        <a:pt x="1768237" y="3038660"/>
                      </a:cubicBezTo>
                      <a:cubicBezTo>
                        <a:pt x="1715089" y="3035416"/>
                        <a:pt x="1662130" y="3029279"/>
                        <a:pt x="1609647" y="3020277"/>
                      </a:cubicBezTo>
                      <a:cubicBezTo>
                        <a:pt x="1538781" y="3007341"/>
                        <a:pt x="1468772" y="2989907"/>
                        <a:pt x="1400097" y="2968080"/>
                      </a:cubicBezTo>
                      <a:cubicBezTo>
                        <a:pt x="1307228" y="2938469"/>
                        <a:pt x="1216264" y="2903127"/>
                        <a:pt x="1127776" y="2862257"/>
                      </a:cubicBezTo>
                      <a:cubicBezTo>
                        <a:pt x="913464" y="2758742"/>
                        <a:pt x="721727" y="2613774"/>
                        <a:pt x="563706" y="2435728"/>
                      </a:cubicBezTo>
                      <a:cubicBezTo>
                        <a:pt x="425117" y="2280276"/>
                        <a:pt x="313484" y="2102804"/>
                        <a:pt x="233284" y="1910614"/>
                      </a:cubicBezTo>
                      <a:cubicBezTo>
                        <a:pt x="175753" y="1772016"/>
                        <a:pt x="134604" y="1627179"/>
                        <a:pt x="110696" y="1479037"/>
                      </a:cubicBezTo>
                      <a:cubicBezTo>
                        <a:pt x="85265" y="1326799"/>
                        <a:pt x="77454" y="1172151"/>
                        <a:pt x="87265" y="1018122"/>
                      </a:cubicBezTo>
                      <a:cubicBezTo>
                        <a:pt x="92886" y="900393"/>
                        <a:pt x="110222" y="783512"/>
                        <a:pt x="138988" y="669221"/>
                      </a:cubicBezTo>
                      <a:cubicBezTo>
                        <a:pt x="158038" y="598641"/>
                        <a:pt x="178134" y="528632"/>
                        <a:pt x="197470" y="458338"/>
                      </a:cubicBezTo>
                      <a:cubicBezTo>
                        <a:pt x="198898" y="450384"/>
                        <a:pt x="199565" y="442317"/>
                        <a:pt x="199565" y="43423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38" name="任意多边形: 形状 454"/>
                <p:cNvSpPr/>
                <p:nvPr/>
              </p:nvSpPr>
              <p:spPr>
                <a:xfrm>
                  <a:off x="12719092" y="4637983"/>
                  <a:ext cx="510159" cy="317499"/>
                </a:xfrm>
                <a:custGeom>
                  <a:avLst/>
                  <a:gdLst>
                    <a:gd name="connsiteX0" fmla="*/ 370304 w 510159"/>
                    <a:gd name="connsiteY0" fmla="*/ 317833 h 317499"/>
                    <a:gd name="connsiteX1" fmla="*/ 119796 w 510159"/>
                    <a:gd name="connsiteY1" fmla="*/ 208486 h 317499"/>
                    <a:gd name="connsiteX2" fmla="*/ 10735 w 510159"/>
                    <a:gd name="connsiteY2" fmla="*/ 100187 h 317499"/>
                    <a:gd name="connsiteX3" fmla="*/ 8449 w 510159"/>
                    <a:gd name="connsiteY3" fmla="*/ 47323 h 317499"/>
                    <a:gd name="connsiteX4" fmla="*/ 147227 w 510159"/>
                    <a:gd name="connsiteY4" fmla="*/ 4746 h 317499"/>
                    <a:gd name="connsiteX5" fmla="*/ 331536 w 510159"/>
                    <a:gd name="connsiteY5" fmla="*/ 90471 h 317499"/>
                    <a:gd name="connsiteX6" fmla="*/ 493461 w 510159"/>
                    <a:gd name="connsiteY6" fmla="*/ 220868 h 317499"/>
                    <a:gd name="connsiteX7" fmla="*/ 495747 w 510159"/>
                    <a:gd name="connsiteY7" fmla="*/ 267922 h 317499"/>
                    <a:gd name="connsiteX8" fmla="*/ 370304 w 510159"/>
                    <a:gd name="connsiteY8" fmla="*/ 317833 h 31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159" h="317499">
                      <a:moveTo>
                        <a:pt x="370304" y="317833"/>
                      </a:moveTo>
                      <a:cubicBezTo>
                        <a:pt x="272482" y="314499"/>
                        <a:pt x="191898" y="269446"/>
                        <a:pt x="119796" y="208486"/>
                      </a:cubicBezTo>
                      <a:cubicBezTo>
                        <a:pt x="80838" y="175529"/>
                        <a:pt x="47500" y="135905"/>
                        <a:pt x="10735" y="100187"/>
                      </a:cubicBezTo>
                      <a:cubicBezTo>
                        <a:pt x="-7554" y="82470"/>
                        <a:pt x="-4697" y="65706"/>
                        <a:pt x="8449" y="47323"/>
                      </a:cubicBezTo>
                      <a:cubicBezTo>
                        <a:pt x="37024" y="7794"/>
                        <a:pt x="91126" y="-8113"/>
                        <a:pt x="147227" y="4746"/>
                      </a:cubicBezTo>
                      <a:cubicBezTo>
                        <a:pt x="213902" y="20230"/>
                        <a:pt x="276672" y="49423"/>
                        <a:pt x="331536" y="90471"/>
                      </a:cubicBezTo>
                      <a:cubicBezTo>
                        <a:pt x="387352" y="131524"/>
                        <a:pt x="439265" y="177720"/>
                        <a:pt x="493461" y="220868"/>
                      </a:cubicBezTo>
                      <a:cubicBezTo>
                        <a:pt x="513367" y="236680"/>
                        <a:pt x="511463" y="249443"/>
                        <a:pt x="495747" y="267922"/>
                      </a:cubicBezTo>
                      <a:cubicBezTo>
                        <a:pt x="462219" y="306784"/>
                        <a:pt x="419166" y="318690"/>
                        <a:pt x="370304" y="31783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39" name="任意多边形: 形状 455"/>
                <p:cNvSpPr/>
                <p:nvPr/>
              </p:nvSpPr>
              <p:spPr>
                <a:xfrm>
                  <a:off x="12573644" y="4227251"/>
                  <a:ext cx="452202" cy="379955"/>
                </a:xfrm>
                <a:custGeom>
                  <a:avLst/>
                  <a:gdLst>
                    <a:gd name="connsiteX0" fmla="*/ 377923 w 452202"/>
                    <a:gd name="connsiteY0" fmla="*/ 380331 h 379955"/>
                    <a:gd name="connsiteX1" fmla="*/ 141896 w 452202"/>
                    <a:gd name="connsiteY1" fmla="*/ 267555 h 379955"/>
                    <a:gd name="connsiteX2" fmla="*/ 4830 w 452202"/>
                    <a:gd name="connsiteY2" fmla="*/ 93724 h 379955"/>
                    <a:gd name="connsiteX3" fmla="*/ 61980 w 452202"/>
                    <a:gd name="connsiteY3" fmla="*/ 3331 h 379955"/>
                    <a:gd name="connsiteX4" fmla="*/ 204187 w 452202"/>
                    <a:gd name="connsiteY4" fmla="*/ 39717 h 379955"/>
                    <a:gd name="connsiteX5" fmla="*/ 422121 w 452202"/>
                    <a:gd name="connsiteY5" fmla="*/ 298606 h 379955"/>
                    <a:gd name="connsiteX6" fmla="*/ 443838 w 452202"/>
                    <a:gd name="connsiteY6" fmla="*/ 344898 h 379955"/>
                    <a:gd name="connsiteX7" fmla="*/ 423358 w 452202"/>
                    <a:gd name="connsiteY7" fmla="*/ 378235 h 379955"/>
                    <a:gd name="connsiteX8" fmla="*/ 377923 w 452202"/>
                    <a:gd name="connsiteY8" fmla="*/ 380331 h 379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202" h="379955">
                      <a:moveTo>
                        <a:pt x="377923" y="380331"/>
                      </a:moveTo>
                      <a:cubicBezTo>
                        <a:pt x="287817" y="378712"/>
                        <a:pt x="206473" y="337278"/>
                        <a:pt x="141896" y="267555"/>
                      </a:cubicBezTo>
                      <a:cubicBezTo>
                        <a:pt x="91890" y="213643"/>
                        <a:pt x="48455" y="153255"/>
                        <a:pt x="4830" y="93724"/>
                      </a:cubicBezTo>
                      <a:cubicBezTo>
                        <a:pt x="-17460" y="63434"/>
                        <a:pt x="16450" y="11999"/>
                        <a:pt x="61980" y="3331"/>
                      </a:cubicBezTo>
                      <a:cubicBezTo>
                        <a:pt x="115130" y="-6860"/>
                        <a:pt x="161230" y="10285"/>
                        <a:pt x="204187" y="39717"/>
                      </a:cubicBezTo>
                      <a:cubicBezTo>
                        <a:pt x="300581" y="106392"/>
                        <a:pt x="366970" y="197641"/>
                        <a:pt x="422121" y="298606"/>
                      </a:cubicBezTo>
                      <a:cubicBezTo>
                        <a:pt x="430215" y="313561"/>
                        <a:pt x="436694" y="329467"/>
                        <a:pt x="443838" y="344898"/>
                      </a:cubicBezTo>
                      <a:cubicBezTo>
                        <a:pt x="455458" y="369853"/>
                        <a:pt x="451742" y="376045"/>
                        <a:pt x="423358" y="378235"/>
                      </a:cubicBezTo>
                      <a:cubicBezTo>
                        <a:pt x="410596" y="379283"/>
                        <a:pt x="398213" y="379283"/>
                        <a:pt x="377923" y="38033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40" name="任意多边形: 形状 456"/>
                <p:cNvSpPr/>
                <p:nvPr/>
              </p:nvSpPr>
              <p:spPr>
                <a:xfrm>
                  <a:off x="12505673" y="3364558"/>
                  <a:ext cx="277960" cy="488669"/>
                </a:xfrm>
                <a:custGeom>
                  <a:avLst/>
                  <a:gdLst>
                    <a:gd name="connsiteX0" fmla="*/ 271208 w 277960"/>
                    <a:gd name="connsiteY0" fmla="*/ 488453 h 488669"/>
                    <a:gd name="connsiteX1" fmla="*/ 255681 w 277960"/>
                    <a:gd name="connsiteY1" fmla="*/ 488453 h 488669"/>
                    <a:gd name="connsiteX2" fmla="*/ 39368 w 277960"/>
                    <a:gd name="connsiteY2" fmla="*/ 296714 h 488669"/>
                    <a:gd name="connsiteX3" fmla="*/ -1304 w 277960"/>
                    <a:gd name="connsiteY3" fmla="*/ 29443 h 488669"/>
                    <a:gd name="connsiteX4" fmla="*/ 13461 w 277960"/>
                    <a:gd name="connsiteY4" fmla="*/ 9631 h 488669"/>
                    <a:gd name="connsiteX5" fmla="*/ 157954 w 277960"/>
                    <a:gd name="connsiteY5" fmla="*/ 53255 h 488669"/>
                    <a:gd name="connsiteX6" fmla="*/ 247300 w 277960"/>
                    <a:gd name="connsiteY6" fmla="*/ 229182 h 488669"/>
                    <a:gd name="connsiteX7" fmla="*/ 274066 w 277960"/>
                    <a:gd name="connsiteY7" fmla="*/ 465688 h 488669"/>
                    <a:gd name="connsiteX8" fmla="*/ 271208 w 277960"/>
                    <a:gd name="connsiteY8" fmla="*/ 488453 h 48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960" h="488669">
                      <a:moveTo>
                        <a:pt x="271208" y="488453"/>
                      </a:moveTo>
                      <a:cubicBezTo>
                        <a:pt x="266064" y="489243"/>
                        <a:pt x="260825" y="489243"/>
                        <a:pt x="255681" y="488453"/>
                      </a:cubicBezTo>
                      <a:cubicBezTo>
                        <a:pt x="159003" y="452448"/>
                        <a:pt x="83280" y="396060"/>
                        <a:pt x="39368" y="296714"/>
                      </a:cubicBezTo>
                      <a:cubicBezTo>
                        <a:pt x="1268" y="209846"/>
                        <a:pt x="-4922" y="120978"/>
                        <a:pt x="-1304" y="29443"/>
                      </a:cubicBezTo>
                      <a:cubicBezTo>
                        <a:pt x="317" y="20947"/>
                        <a:pt x="5745" y="13660"/>
                        <a:pt x="13461" y="9631"/>
                      </a:cubicBezTo>
                      <a:cubicBezTo>
                        <a:pt x="58800" y="-11991"/>
                        <a:pt x="116712" y="4964"/>
                        <a:pt x="157954" y="53255"/>
                      </a:cubicBezTo>
                      <a:cubicBezTo>
                        <a:pt x="201770" y="104500"/>
                        <a:pt x="227964" y="164507"/>
                        <a:pt x="247300" y="229182"/>
                      </a:cubicBezTo>
                      <a:cubicBezTo>
                        <a:pt x="270731" y="305687"/>
                        <a:pt x="279875" y="385878"/>
                        <a:pt x="274066" y="465688"/>
                      </a:cubicBezTo>
                      <a:cubicBezTo>
                        <a:pt x="273589" y="472832"/>
                        <a:pt x="272254" y="479975"/>
                        <a:pt x="271208" y="48845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41" name="任意多边形: 形状 457"/>
                <p:cNvSpPr/>
                <p:nvPr/>
              </p:nvSpPr>
              <p:spPr>
                <a:xfrm>
                  <a:off x="12596347" y="2922507"/>
                  <a:ext cx="229687" cy="509521"/>
                </a:xfrm>
                <a:custGeom>
                  <a:avLst/>
                  <a:gdLst>
                    <a:gd name="connsiteX0" fmla="*/ 227490 w 229687"/>
                    <a:gd name="connsiteY0" fmla="*/ 290520 h 509521"/>
                    <a:gd name="connsiteX1" fmla="*/ 207582 w 229687"/>
                    <a:gd name="connsiteY1" fmla="*/ 476448 h 509521"/>
                    <a:gd name="connsiteX2" fmla="*/ 159957 w 229687"/>
                    <a:gd name="connsiteY2" fmla="*/ 502737 h 509521"/>
                    <a:gd name="connsiteX3" fmla="*/ 21940 w 229687"/>
                    <a:gd name="connsiteY3" fmla="*/ 346717 h 509521"/>
                    <a:gd name="connsiteX4" fmla="*/ 11655 w 229687"/>
                    <a:gd name="connsiteY4" fmla="*/ 48299 h 509521"/>
                    <a:gd name="connsiteX5" fmla="*/ 112904 w 229687"/>
                    <a:gd name="connsiteY5" fmla="*/ 11437 h 509521"/>
                    <a:gd name="connsiteX6" fmla="*/ 195392 w 229687"/>
                    <a:gd name="connsiteY6" fmla="*/ 118593 h 509521"/>
                    <a:gd name="connsiteX7" fmla="*/ 227490 w 229687"/>
                    <a:gd name="connsiteY7" fmla="*/ 290520 h 509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87" h="509521">
                      <a:moveTo>
                        <a:pt x="227490" y="290520"/>
                      </a:moveTo>
                      <a:cubicBezTo>
                        <a:pt x="219679" y="365196"/>
                        <a:pt x="215203" y="421012"/>
                        <a:pt x="207582" y="476448"/>
                      </a:cubicBezTo>
                      <a:cubicBezTo>
                        <a:pt x="202631" y="512833"/>
                        <a:pt x="193676" y="515976"/>
                        <a:pt x="159957" y="502737"/>
                      </a:cubicBezTo>
                      <a:cubicBezTo>
                        <a:pt x="87378" y="474162"/>
                        <a:pt x="46420" y="418440"/>
                        <a:pt x="21940" y="346717"/>
                      </a:cubicBezTo>
                      <a:cubicBezTo>
                        <a:pt x="-11681" y="248038"/>
                        <a:pt x="-5300" y="148311"/>
                        <a:pt x="11655" y="48299"/>
                      </a:cubicBezTo>
                      <a:cubicBezTo>
                        <a:pt x="19180" y="3531"/>
                        <a:pt x="66042" y="-12470"/>
                        <a:pt x="112904" y="11437"/>
                      </a:cubicBezTo>
                      <a:cubicBezTo>
                        <a:pt x="154911" y="33164"/>
                        <a:pt x="185105" y="72416"/>
                        <a:pt x="195392" y="118593"/>
                      </a:cubicBezTo>
                      <a:cubicBezTo>
                        <a:pt x="211012" y="180696"/>
                        <a:pt x="219300" y="244704"/>
                        <a:pt x="227490" y="29052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42" name="任意多边形: 形状 458"/>
                <p:cNvSpPr/>
                <p:nvPr/>
              </p:nvSpPr>
              <p:spPr>
                <a:xfrm>
                  <a:off x="12505110" y="3811358"/>
                  <a:ext cx="348383" cy="420373"/>
                </a:xfrm>
                <a:custGeom>
                  <a:avLst/>
                  <a:gdLst>
                    <a:gd name="connsiteX0" fmla="*/ 79745 w 348383"/>
                    <a:gd name="connsiteY0" fmla="*/ 410 h 420373"/>
                    <a:gd name="connsiteX1" fmla="*/ 214811 w 348383"/>
                    <a:gd name="connsiteY1" fmla="*/ 80039 h 420373"/>
                    <a:gd name="connsiteX2" fmla="*/ 333683 w 348383"/>
                    <a:gd name="connsiteY2" fmla="*/ 329022 h 420373"/>
                    <a:gd name="connsiteX3" fmla="*/ 345589 w 348383"/>
                    <a:gd name="connsiteY3" fmla="*/ 399031 h 420373"/>
                    <a:gd name="connsiteX4" fmla="*/ 320823 w 348383"/>
                    <a:gd name="connsiteY4" fmla="*/ 419986 h 420373"/>
                    <a:gd name="connsiteX5" fmla="*/ 42503 w 348383"/>
                    <a:gd name="connsiteY5" fmla="*/ 195958 h 420373"/>
                    <a:gd name="connsiteX6" fmla="*/ 4403 w 348383"/>
                    <a:gd name="connsiteY6" fmla="*/ 85944 h 420373"/>
                    <a:gd name="connsiteX7" fmla="*/ 58504 w 348383"/>
                    <a:gd name="connsiteY7" fmla="*/ 1839 h 420373"/>
                    <a:gd name="connsiteX8" fmla="*/ 79745 w 348383"/>
                    <a:gd name="connsiteY8" fmla="*/ 410 h 42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383" h="420373">
                      <a:moveTo>
                        <a:pt x="79745" y="410"/>
                      </a:moveTo>
                      <a:cubicBezTo>
                        <a:pt x="135467" y="3839"/>
                        <a:pt x="178806" y="36605"/>
                        <a:pt x="214811" y="80039"/>
                      </a:cubicBezTo>
                      <a:cubicBezTo>
                        <a:pt x="274056" y="152172"/>
                        <a:pt x="314823" y="237621"/>
                        <a:pt x="333683" y="329022"/>
                      </a:cubicBezTo>
                      <a:cubicBezTo>
                        <a:pt x="338636" y="352168"/>
                        <a:pt x="342064" y="375600"/>
                        <a:pt x="345589" y="399031"/>
                      </a:cubicBezTo>
                      <a:cubicBezTo>
                        <a:pt x="348638" y="418938"/>
                        <a:pt x="339968" y="422653"/>
                        <a:pt x="320823" y="419986"/>
                      </a:cubicBezTo>
                      <a:cubicBezTo>
                        <a:pt x="182806" y="400936"/>
                        <a:pt x="95462" y="319497"/>
                        <a:pt x="42503" y="195958"/>
                      </a:cubicBezTo>
                      <a:cubicBezTo>
                        <a:pt x="26787" y="160420"/>
                        <a:pt x="14023" y="123616"/>
                        <a:pt x="4403" y="85944"/>
                      </a:cubicBezTo>
                      <a:cubicBezTo>
                        <a:pt x="-11027" y="21841"/>
                        <a:pt x="-1883" y="19269"/>
                        <a:pt x="58504" y="1839"/>
                      </a:cubicBezTo>
                      <a:cubicBezTo>
                        <a:pt x="65552" y="715"/>
                        <a:pt x="72601" y="238"/>
                        <a:pt x="79745" y="4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43" name="任意多边形: 形状 459"/>
                <p:cNvSpPr/>
                <p:nvPr/>
              </p:nvSpPr>
              <p:spPr>
                <a:xfrm>
                  <a:off x="12919349" y="2103840"/>
                  <a:ext cx="274161" cy="458499"/>
                </a:xfrm>
                <a:custGeom>
                  <a:avLst/>
                  <a:gdLst>
                    <a:gd name="connsiteX0" fmla="*/ 271964 w 274161"/>
                    <a:gd name="connsiteY0" fmla="*/ 116110 h 458499"/>
                    <a:gd name="connsiteX1" fmla="*/ 201099 w 274161"/>
                    <a:gd name="connsiteY1" fmla="*/ 319088 h 458499"/>
                    <a:gd name="connsiteX2" fmla="*/ 109753 w 274161"/>
                    <a:gd name="connsiteY2" fmla="*/ 445866 h 458499"/>
                    <a:gd name="connsiteX3" fmla="*/ 71653 w 274161"/>
                    <a:gd name="connsiteY3" fmla="*/ 451009 h 458499"/>
                    <a:gd name="connsiteX4" fmla="*/ 9169 w 274161"/>
                    <a:gd name="connsiteY4" fmla="*/ 238030 h 458499"/>
                    <a:gd name="connsiteX5" fmla="*/ 120420 w 274161"/>
                    <a:gd name="connsiteY5" fmla="*/ 34672 h 458499"/>
                    <a:gd name="connsiteX6" fmla="*/ 228148 w 274161"/>
                    <a:gd name="connsiteY6" fmla="*/ 19812 h 458499"/>
                    <a:gd name="connsiteX7" fmla="*/ 271964 w 274161"/>
                    <a:gd name="connsiteY7" fmla="*/ 116110 h 458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161" h="458499">
                      <a:moveTo>
                        <a:pt x="271964" y="116110"/>
                      </a:moveTo>
                      <a:cubicBezTo>
                        <a:pt x="268820" y="189643"/>
                        <a:pt x="241008" y="256985"/>
                        <a:pt x="201099" y="319088"/>
                      </a:cubicBezTo>
                      <a:cubicBezTo>
                        <a:pt x="172998" y="362903"/>
                        <a:pt x="139947" y="403479"/>
                        <a:pt x="109753" y="445866"/>
                      </a:cubicBezTo>
                      <a:cubicBezTo>
                        <a:pt x="98324" y="461868"/>
                        <a:pt x="88513" y="462534"/>
                        <a:pt x="71653" y="451009"/>
                      </a:cubicBezTo>
                      <a:cubicBezTo>
                        <a:pt x="-5596" y="396622"/>
                        <a:pt x="-14072" y="327184"/>
                        <a:pt x="9169" y="238030"/>
                      </a:cubicBezTo>
                      <a:cubicBezTo>
                        <a:pt x="29363" y="161830"/>
                        <a:pt x="72986" y="96679"/>
                        <a:pt x="120420" y="34672"/>
                      </a:cubicBezTo>
                      <a:cubicBezTo>
                        <a:pt x="151567" y="-6000"/>
                        <a:pt x="185858" y="-9906"/>
                        <a:pt x="228148" y="19812"/>
                      </a:cubicBezTo>
                      <a:cubicBezTo>
                        <a:pt x="257391" y="40101"/>
                        <a:pt x="271678" y="71248"/>
                        <a:pt x="271964" y="1161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44" name="任意多边形: 形状 460"/>
                <p:cNvSpPr/>
                <p:nvPr/>
              </p:nvSpPr>
              <p:spPr>
                <a:xfrm>
                  <a:off x="13079534" y="4996405"/>
                  <a:ext cx="411321" cy="250958"/>
                </a:xfrm>
                <a:custGeom>
                  <a:avLst/>
                  <a:gdLst>
                    <a:gd name="connsiteX0" fmla="*/ 262179 w 411321"/>
                    <a:gd name="connsiteY0" fmla="*/ 251257 h 250958"/>
                    <a:gd name="connsiteX1" fmla="*/ 75774 w 411321"/>
                    <a:gd name="connsiteY1" fmla="*/ 184582 h 250958"/>
                    <a:gd name="connsiteX2" fmla="*/ 44818 w 411321"/>
                    <a:gd name="connsiteY2" fmla="*/ 164674 h 250958"/>
                    <a:gd name="connsiteX3" fmla="*/ 3574 w 411321"/>
                    <a:gd name="connsiteY3" fmla="*/ 66853 h 250958"/>
                    <a:gd name="connsiteX4" fmla="*/ 88348 w 411321"/>
                    <a:gd name="connsiteY4" fmla="*/ 1511 h 250958"/>
                    <a:gd name="connsiteX5" fmla="*/ 278848 w 411321"/>
                    <a:gd name="connsiteY5" fmla="*/ 50374 h 250958"/>
                    <a:gd name="connsiteX6" fmla="*/ 392004 w 411321"/>
                    <a:gd name="connsiteY6" fmla="*/ 121050 h 250958"/>
                    <a:gd name="connsiteX7" fmla="*/ 404673 w 411321"/>
                    <a:gd name="connsiteY7" fmla="*/ 167722 h 250958"/>
                    <a:gd name="connsiteX8" fmla="*/ 262179 w 411321"/>
                    <a:gd name="connsiteY8" fmla="*/ 251257 h 25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321" h="250958">
                      <a:moveTo>
                        <a:pt x="262179" y="251257"/>
                      </a:moveTo>
                      <a:cubicBezTo>
                        <a:pt x="194837" y="252590"/>
                        <a:pt x="135496" y="218014"/>
                        <a:pt x="75774" y="184582"/>
                      </a:cubicBezTo>
                      <a:cubicBezTo>
                        <a:pt x="65105" y="178581"/>
                        <a:pt x="55106" y="171342"/>
                        <a:pt x="44818" y="164674"/>
                      </a:cubicBezTo>
                      <a:cubicBezTo>
                        <a:pt x="-3474" y="133432"/>
                        <a:pt x="-9000" y="120288"/>
                        <a:pt x="3574" y="66853"/>
                      </a:cubicBezTo>
                      <a:cubicBezTo>
                        <a:pt x="11290" y="33706"/>
                        <a:pt x="48532" y="5416"/>
                        <a:pt x="88348" y="1511"/>
                      </a:cubicBezTo>
                      <a:cubicBezTo>
                        <a:pt x="157595" y="-5156"/>
                        <a:pt x="219507" y="18370"/>
                        <a:pt x="278848" y="50374"/>
                      </a:cubicBezTo>
                      <a:cubicBezTo>
                        <a:pt x="317899" y="71520"/>
                        <a:pt x="354285" y="97428"/>
                        <a:pt x="392004" y="121050"/>
                      </a:cubicBezTo>
                      <a:cubicBezTo>
                        <a:pt x="411054" y="132861"/>
                        <a:pt x="412482" y="148577"/>
                        <a:pt x="404673" y="167722"/>
                      </a:cubicBezTo>
                      <a:cubicBezTo>
                        <a:pt x="380193" y="226396"/>
                        <a:pt x="336568" y="252971"/>
                        <a:pt x="262179" y="25125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45" name="任意多边形: 形状 461"/>
                <p:cNvSpPr/>
                <p:nvPr/>
              </p:nvSpPr>
              <p:spPr>
                <a:xfrm>
                  <a:off x="13233545" y="1875542"/>
                  <a:ext cx="331376" cy="375345"/>
                </a:xfrm>
                <a:custGeom>
                  <a:avLst/>
                  <a:gdLst>
                    <a:gd name="connsiteX0" fmla="*/ 329052 w 331376"/>
                    <a:gd name="connsiteY0" fmla="*/ 66183 h 375345"/>
                    <a:gd name="connsiteX1" fmla="*/ 280379 w 331376"/>
                    <a:gd name="connsiteY1" fmla="*/ 190008 h 375345"/>
                    <a:gd name="connsiteX2" fmla="*/ 55781 w 331376"/>
                    <a:gd name="connsiteY2" fmla="*/ 370983 h 375345"/>
                    <a:gd name="connsiteX3" fmla="*/ 19871 w 331376"/>
                    <a:gd name="connsiteY3" fmla="*/ 361458 h 375345"/>
                    <a:gd name="connsiteX4" fmla="*/ 16250 w 331376"/>
                    <a:gd name="connsiteY4" fmla="*/ 217916 h 375345"/>
                    <a:gd name="connsiteX5" fmla="*/ 221705 w 331376"/>
                    <a:gd name="connsiteY5" fmla="*/ 23796 h 375345"/>
                    <a:gd name="connsiteX6" fmla="*/ 246564 w 331376"/>
                    <a:gd name="connsiteY6" fmla="*/ 9985 h 375345"/>
                    <a:gd name="connsiteX7" fmla="*/ 329052 w 331376"/>
                    <a:gd name="connsiteY7" fmla="*/ 60182 h 375345"/>
                    <a:gd name="connsiteX8" fmla="*/ 329052 w 331376"/>
                    <a:gd name="connsiteY8" fmla="*/ 66183 h 37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376" h="375345">
                      <a:moveTo>
                        <a:pt x="329052" y="66183"/>
                      </a:moveTo>
                      <a:cubicBezTo>
                        <a:pt x="330099" y="119808"/>
                        <a:pt x="306382" y="155908"/>
                        <a:pt x="280379" y="190008"/>
                      </a:cubicBezTo>
                      <a:cubicBezTo>
                        <a:pt x="220371" y="268208"/>
                        <a:pt x="140076" y="322119"/>
                        <a:pt x="55781" y="370983"/>
                      </a:cubicBezTo>
                      <a:cubicBezTo>
                        <a:pt x="41207" y="379364"/>
                        <a:pt x="30061" y="376888"/>
                        <a:pt x="19871" y="361458"/>
                      </a:cubicBezTo>
                      <a:cubicBezTo>
                        <a:pt x="-11657" y="313833"/>
                        <a:pt x="-6227" y="265731"/>
                        <a:pt x="16250" y="217916"/>
                      </a:cubicBezTo>
                      <a:cubicBezTo>
                        <a:pt x="59113" y="126571"/>
                        <a:pt x="137790" y="72183"/>
                        <a:pt x="221705" y="23796"/>
                      </a:cubicBezTo>
                      <a:cubicBezTo>
                        <a:pt x="229896" y="19129"/>
                        <a:pt x="238088" y="14271"/>
                        <a:pt x="246564" y="9985"/>
                      </a:cubicBezTo>
                      <a:cubicBezTo>
                        <a:pt x="292762" y="-13351"/>
                        <a:pt x="325718" y="6746"/>
                        <a:pt x="329052" y="60182"/>
                      </a:cubicBezTo>
                      <a:cubicBezTo>
                        <a:pt x="329338" y="64563"/>
                        <a:pt x="329052" y="69326"/>
                        <a:pt x="329052" y="6618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46" name="任意多边形: 形状 462"/>
                <p:cNvSpPr/>
                <p:nvPr/>
              </p:nvSpPr>
              <p:spPr>
                <a:xfrm>
                  <a:off x="12933210" y="3710332"/>
                  <a:ext cx="215577" cy="466153"/>
                </a:xfrm>
                <a:custGeom>
                  <a:avLst/>
                  <a:gdLst>
                    <a:gd name="connsiteX0" fmla="*/ 71126 w 215577"/>
                    <a:gd name="connsiteY0" fmla="*/ 466529 h 466153"/>
                    <a:gd name="connsiteX1" fmla="*/ 8453 w 215577"/>
                    <a:gd name="connsiteY1" fmla="*/ 342704 h 466153"/>
                    <a:gd name="connsiteX2" fmla="*/ 35598 w 215577"/>
                    <a:gd name="connsiteY2" fmla="*/ 96293 h 466153"/>
                    <a:gd name="connsiteX3" fmla="*/ 179235 w 215577"/>
                    <a:gd name="connsiteY3" fmla="*/ 376 h 466153"/>
                    <a:gd name="connsiteX4" fmla="*/ 212668 w 215577"/>
                    <a:gd name="connsiteY4" fmla="*/ 36952 h 466153"/>
                    <a:gd name="connsiteX5" fmla="*/ 178568 w 215577"/>
                    <a:gd name="connsiteY5" fmla="*/ 267171 h 466153"/>
                    <a:gd name="connsiteX6" fmla="*/ 71126 w 215577"/>
                    <a:gd name="connsiteY6" fmla="*/ 466529 h 4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577" h="466153">
                      <a:moveTo>
                        <a:pt x="71126" y="466529"/>
                      </a:moveTo>
                      <a:cubicBezTo>
                        <a:pt x="38837" y="432115"/>
                        <a:pt x="17024" y="389139"/>
                        <a:pt x="8453" y="342704"/>
                      </a:cubicBezTo>
                      <a:cubicBezTo>
                        <a:pt x="-9551" y="258218"/>
                        <a:pt x="-7360" y="174112"/>
                        <a:pt x="35598" y="96293"/>
                      </a:cubicBezTo>
                      <a:cubicBezTo>
                        <a:pt x="66363" y="40571"/>
                        <a:pt x="110370" y="1043"/>
                        <a:pt x="179235" y="376"/>
                      </a:cubicBezTo>
                      <a:cubicBezTo>
                        <a:pt x="204285" y="376"/>
                        <a:pt x="216573" y="10568"/>
                        <a:pt x="212668" y="36952"/>
                      </a:cubicBezTo>
                      <a:cubicBezTo>
                        <a:pt x="201525" y="113723"/>
                        <a:pt x="194665" y="191447"/>
                        <a:pt x="178568" y="267171"/>
                      </a:cubicBezTo>
                      <a:cubicBezTo>
                        <a:pt x="162853" y="341276"/>
                        <a:pt x="120750" y="403950"/>
                        <a:pt x="71126" y="46652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47" name="任意多边形: 形状 466"/>
                <p:cNvSpPr/>
                <p:nvPr/>
              </p:nvSpPr>
              <p:spPr>
                <a:xfrm>
                  <a:off x="12991627" y="2600764"/>
                  <a:ext cx="374631" cy="342453"/>
                </a:xfrm>
                <a:custGeom>
                  <a:avLst/>
                  <a:gdLst>
                    <a:gd name="connsiteX0" fmla="*/ 290173 w 374631"/>
                    <a:gd name="connsiteY0" fmla="*/ 376 h 342453"/>
                    <a:gd name="connsiteX1" fmla="*/ 354658 w 374631"/>
                    <a:gd name="connsiteY1" fmla="*/ 19426 h 342453"/>
                    <a:gd name="connsiteX2" fmla="*/ 366278 w 374631"/>
                    <a:gd name="connsiteY2" fmla="*/ 55050 h 342453"/>
                    <a:gd name="connsiteX3" fmla="*/ 63669 w 374631"/>
                    <a:gd name="connsiteY3" fmla="*/ 329369 h 342453"/>
                    <a:gd name="connsiteX4" fmla="*/ 4805 w 374631"/>
                    <a:gd name="connsiteY4" fmla="*/ 281744 h 342453"/>
                    <a:gd name="connsiteX5" fmla="*/ 235214 w 374631"/>
                    <a:gd name="connsiteY5" fmla="*/ 10853 h 342453"/>
                    <a:gd name="connsiteX6" fmla="*/ 249215 w 374631"/>
                    <a:gd name="connsiteY6" fmla="*/ 8091 h 342453"/>
                    <a:gd name="connsiteX7" fmla="*/ 288934 w 374631"/>
                    <a:gd name="connsiteY7" fmla="*/ 4281 h 342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631" h="342453">
                      <a:moveTo>
                        <a:pt x="290173" y="376"/>
                      </a:moveTo>
                      <a:cubicBezTo>
                        <a:pt x="311700" y="6567"/>
                        <a:pt x="333227" y="12568"/>
                        <a:pt x="354658" y="19426"/>
                      </a:cubicBezTo>
                      <a:cubicBezTo>
                        <a:pt x="376089" y="26284"/>
                        <a:pt x="375708" y="40286"/>
                        <a:pt x="366278" y="55050"/>
                      </a:cubicBezTo>
                      <a:cubicBezTo>
                        <a:pt x="290078" y="173731"/>
                        <a:pt x="206258" y="283650"/>
                        <a:pt x="63669" y="329369"/>
                      </a:cubicBezTo>
                      <a:cubicBezTo>
                        <a:pt x="-6150" y="351848"/>
                        <a:pt x="-9959" y="352420"/>
                        <a:pt x="4805" y="281744"/>
                      </a:cubicBezTo>
                      <a:cubicBezTo>
                        <a:pt x="32140" y="151061"/>
                        <a:pt x="109580" y="59907"/>
                        <a:pt x="235214" y="10853"/>
                      </a:cubicBezTo>
                      <a:cubicBezTo>
                        <a:pt x="239786" y="9349"/>
                        <a:pt x="244453" y="8424"/>
                        <a:pt x="249215" y="8091"/>
                      </a:cubicBezTo>
                      <a:cubicBezTo>
                        <a:pt x="262359" y="6662"/>
                        <a:pt x="275695" y="5519"/>
                        <a:pt x="288934" y="428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48" name="任意多边形: 形状 63"/>
                <p:cNvSpPr/>
                <p:nvPr/>
              </p:nvSpPr>
              <p:spPr>
                <a:xfrm>
                  <a:off x="12896438" y="2957334"/>
                  <a:ext cx="306433" cy="392571"/>
                </a:xfrm>
                <a:custGeom>
                  <a:avLst/>
                  <a:gdLst>
                    <a:gd name="connsiteX0" fmla="*/ 14364 w 306433"/>
                    <a:gd name="connsiteY0" fmla="*/ 392947 h 392571"/>
                    <a:gd name="connsiteX1" fmla="*/ 1027 w 306433"/>
                    <a:gd name="connsiteY1" fmla="*/ 351514 h 392571"/>
                    <a:gd name="connsiteX2" fmla="*/ 194671 w 306433"/>
                    <a:gd name="connsiteY2" fmla="*/ 6804 h 392571"/>
                    <a:gd name="connsiteX3" fmla="*/ 293065 w 306433"/>
                    <a:gd name="connsiteY3" fmla="*/ 1565 h 392571"/>
                    <a:gd name="connsiteX4" fmla="*/ 303923 w 306433"/>
                    <a:gd name="connsiteY4" fmla="*/ 30140 h 392571"/>
                    <a:gd name="connsiteX5" fmla="*/ 208673 w 306433"/>
                    <a:gd name="connsiteY5" fmla="*/ 231880 h 392571"/>
                    <a:gd name="connsiteX6" fmla="*/ 14364 w 306433"/>
                    <a:gd name="connsiteY6" fmla="*/ 392947 h 39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6433" h="392571">
                      <a:moveTo>
                        <a:pt x="14364" y="392947"/>
                      </a:moveTo>
                      <a:cubicBezTo>
                        <a:pt x="8934" y="379460"/>
                        <a:pt x="4457" y="365620"/>
                        <a:pt x="1027" y="351514"/>
                      </a:cubicBezTo>
                      <a:cubicBezTo>
                        <a:pt x="-20499" y="225974"/>
                        <a:pt x="68179" y="47952"/>
                        <a:pt x="194671" y="6804"/>
                      </a:cubicBezTo>
                      <a:cubicBezTo>
                        <a:pt x="224960" y="-2721"/>
                        <a:pt x="260107" y="994"/>
                        <a:pt x="293065" y="1565"/>
                      </a:cubicBezTo>
                      <a:cubicBezTo>
                        <a:pt x="297065" y="1565"/>
                        <a:pt x="306018" y="21377"/>
                        <a:pt x="303923" y="30140"/>
                      </a:cubicBezTo>
                      <a:cubicBezTo>
                        <a:pt x="284873" y="103292"/>
                        <a:pt x="250203" y="169015"/>
                        <a:pt x="208673" y="231880"/>
                      </a:cubicBezTo>
                      <a:cubicBezTo>
                        <a:pt x="160571" y="302936"/>
                        <a:pt x="86943" y="341227"/>
                        <a:pt x="14364" y="39294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49" name="任意多边形: 形状 64"/>
                <p:cNvSpPr/>
                <p:nvPr/>
              </p:nvSpPr>
              <p:spPr>
                <a:xfrm>
                  <a:off x="13139120" y="2234852"/>
                  <a:ext cx="374959" cy="357217"/>
                </a:xfrm>
                <a:custGeom>
                  <a:avLst/>
                  <a:gdLst>
                    <a:gd name="connsiteX0" fmla="*/ -2099 w 374959"/>
                    <a:gd name="connsiteY0" fmla="*/ 326664 h 357217"/>
                    <a:gd name="connsiteX1" fmla="*/ 154206 w 374959"/>
                    <a:gd name="connsiteY1" fmla="*/ 69489 h 357217"/>
                    <a:gd name="connsiteX2" fmla="*/ 343848 w 374959"/>
                    <a:gd name="connsiteY2" fmla="*/ 814 h 357217"/>
                    <a:gd name="connsiteX3" fmla="*/ 366995 w 374959"/>
                    <a:gd name="connsiteY3" fmla="*/ 32723 h 357217"/>
                    <a:gd name="connsiteX4" fmla="*/ 23046 w 374959"/>
                    <a:gd name="connsiteY4" fmla="*/ 354763 h 357217"/>
                    <a:gd name="connsiteX5" fmla="*/ -2099 w 374959"/>
                    <a:gd name="connsiteY5" fmla="*/ 326664 h 35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959" h="357217">
                      <a:moveTo>
                        <a:pt x="-2099" y="326664"/>
                      </a:moveTo>
                      <a:cubicBezTo>
                        <a:pt x="7426" y="221889"/>
                        <a:pt x="64576" y="136164"/>
                        <a:pt x="154206" y="69489"/>
                      </a:cubicBezTo>
                      <a:cubicBezTo>
                        <a:pt x="209356" y="28570"/>
                        <a:pt x="275268" y="4691"/>
                        <a:pt x="343848" y="814"/>
                      </a:cubicBezTo>
                      <a:cubicBezTo>
                        <a:pt x="374899" y="-1377"/>
                        <a:pt x="377948" y="3957"/>
                        <a:pt x="366995" y="32723"/>
                      </a:cubicBezTo>
                      <a:cubicBezTo>
                        <a:pt x="304796" y="195981"/>
                        <a:pt x="187257" y="300470"/>
                        <a:pt x="23046" y="354763"/>
                      </a:cubicBezTo>
                      <a:cubicBezTo>
                        <a:pt x="2759" y="361907"/>
                        <a:pt x="-3052" y="356573"/>
                        <a:pt x="-2099" y="32666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50" name="任意多边形: 形状 65"/>
                <p:cNvSpPr/>
                <p:nvPr/>
              </p:nvSpPr>
              <p:spPr>
                <a:xfrm>
                  <a:off x="13039047" y="4065476"/>
                  <a:ext cx="201524" cy="412094"/>
                </a:xfrm>
                <a:custGeom>
                  <a:avLst/>
                  <a:gdLst>
                    <a:gd name="connsiteX0" fmla="*/ 95211 w 201524"/>
                    <a:gd name="connsiteY0" fmla="*/ 412470 h 412094"/>
                    <a:gd name="connsiteX1" fmla="*/ 16153 w 201524"/>
                    <a:gd name="connsiteY1" fmla="*/ 299789 h 412094"/>
                    <a:gd name="connsiteX2" fmla="*/ 1579 w 201524"/>
                    <a:gd name="connsiteY2" fmla="*/ 139483 h 412094"/>
                    <a:gd name="connsiteX3" fmla="*/ 120928 w 201524"/>
                    <a:gd name="connsiteY3" fmla="*/ 704 h 412094"/>
                    <a:gd name="connsiteX4" fmla="*/ 187603 w 201524"/>
                    <a:gd name="connsiteY4" fmla="*/ 8229 h 412094"/>
                    <a:gd name="connsiteX5" fmla="*/ 199319 w 201524"/>
                    <a:gd name="connsiteY5" fmla="*/ 30708 h 412094"/>
                    <a:gd name="connsiteX6" fmla="*/ 187508 w 201524"/>
                    <a:gd name="connsiteY6" fmla="*/ 240925 h 412094"/>
                    <a:gd name="connsiteX7" fmla="*/ 159600 w 201524"/>
                    <a:gd name="connsiteY7" fmla="*/ 314934 h 412094"/>
                    <a:gd name="connsiteX8" fmla="*/ 95211 w 201524"/>
                    <a:gd name="connsiteY8" fmla="*/ 412470 h 41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524" h="412094">
                      <a:moveTo>
                        <a:pt x="95211" y="412470"/>
                      </a:moveTo>
                      <a:cubicBezTo>
                        <a:pt x="58443" y="383438"/>
                        <a:pt x="30917" y="344261"/>
                        <a:pt x="16153" y="299789"/>
                      </a:cubicBezTo>
                      <a:cubicBezTo>
                        <a:pt x="-1565" y="248307"/>
                        <a:pt x="-6518" y="193309"/>
                        <a:pt x="1579" y="139483"/>
                      </a:cubicBezTo>
                      <a:cubicBezTo>
                        <a:pt x="8342" y="87763"/>
                        <a:pt x="46442" y="10039"/>
                        <a:pt x="120928" y="704"/>
                      </a:cubicBezTo>
                      <a:cubicBezTo>
                        <a:pt x="143406" y="-591"/>
                        <a:pt x="165981" y="1952"/>
                        <a:pt x="187603" y="8229"/>
                      </a:cubicBezTo>
                      <a:cubicBezTo>
                        <a:pt x="193128" y="9467"/>
                        <a:pt x="199605" y="23088"/>
                        <a:pt x="199319" y="30708"/>
                      </a:cubicBezTo>
                      <a:cubicBezTo>
                        <a:pt x="196556" y="100907"/>
                        <a:pt x="194461" y="171202"/>
                        <a:pt x="187508" y="240925"/>
                      </a:cubicBezTo>
                      <a:cubicBezTo>
                        <a:pt x="183222" y="267195"/>
                        <a:pt x="173697" y="292350"/>
                        <a:pt x="159600" y="314934"/>
                      </a:cubicBezTo>
                      <a:cubicBezTo>
                        <a:pt x="140931" y="347795"/>
                        <a:pt x="118165" y="378180"/>
                        <a:pt x="95211" y="4124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51" name="任意多边形: 形状 69"/>
                <p:cNvSpPr/>
                <p:nvPr/>
              </p:nvSpPr>
              <p:spPr>
                <a:xfrm>
                  <a:off x="13394067" y="4617829"/>
                  <a:ext cx="225782" cy="377282"/>
                </a:xfrm>
                <a:custGeom>
                  <a:avLst/>
                  <a:gdLst>
                    <a:gd name="connsiteX0" fmla="*/ 223586 w 225782"/>
                    <a:gd name="connsiteY0" fmla="*/ 243974 h 377282"/>
                    <a:gd name="connsiteX1" fmla="*/ 193390 w 225782"/>
                    <a:gd name="connsiteY1" fmla="*/ 372657 h 377282"/>
                    <a:gd name="connsiteX2" fmla="*/ 164815 w 225782"/>
                    <a:gd name="connsiteY2" fmla="*/ 376182 h 377282"/>
                    <a:gd name="connsiteX3" fmla="*/ 21940 w 225782"/>
                    <a:gd name="connsiteY3" fmla="*/ 236450 h 377282"/>
                    <a:gd name="connsiteX4" fmla="*/ 5843 w 225782"/>
                    <a:gd name="connsiteY4" fmla="*/ 90527 h 377282"/>
                    <a:gd name="connsiteX5" fmla="*/ 124524 w 225782"/>
                    <a:gd name="connsiteY5" fmla="*/ 420 h 377282"/>
                    <a:gd name="connsiteX6" fmla="*/ 148146 w 225782"/>
                    <a:gd name="connsiteY6" fmla="*/ 12327 h 377282"/>
                    <a:gd name="connsiteX7" fmla="*/ 223586 w 225782"/>
                    <a:gd name="connsiteY7" fmla="*/ 243974 h 37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82" h="377282">
                      <a:moveTo>
                        <a:pt x="223586" y="243974"/>
                      </a:moveTo>
                      <a:cubicBezTo>
                        <a:pt x="215298" y="280741"/>
                        <a:pt x="205582" y="327033"/>
                        <a:pt x="193390" y="372657"/>
                      </a:cubicBezTo>
                      <a:cubicBezTo>
                        <a:pt x="192439" y="376277"/>
                        <a:pt x="172721" y="379706"/>
                        <a:pt x="164815" y="376182"/>
                      </a:cubicBezTo>
                      <a:cubicBezTo>
                        <a:pt x="101474" y="348922"/>
                        <a:pt x="50610" y="299124"/>
                        <a:pt x="21940" y="236450"/>
                      </a:cubicBezTo>
                      <a:cubicBezTo>
                        <a:pt x="318" y="190158"/>
                        <a:pt x="-10826" y="142533"/>
                        <a:pt x="5843" y="90527"/>
                      </a:cubicBezTo>
                      <a:cubicBezTo>
                        <a:pt x="21465" y="41663"/>
                        <a:pt x="73471" y="-1199"/>
                        <a:pt x="124524" y="420"/>
                      </a:cubicBezTo>
                      <a:cubicBezTo>
                        <a:pt x="133763" y="772"/>
                        <a:pt x="142337" y="5117"/>
                        <a:pt x="148146" y="12327"/>
                      </a:cubicBezTo>
                      <a:cubicBezTo>
                        <a:pt x="185676" y="81954"/>
                        <a:pt x="217870" y="153392"/>
                        <a:pt x="223586" y="24397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52" name="任意多边形: 形状 70"/>
                <p:cNvSpPr/>
                <p:nvPr/>
              </p:nvSpPr>
              <p:spPr>
                <a:xfrm>
                  <a:off x="12876994" y="3374377"/>
                  <a:ext cx="224744" cy="389353"/>
                </a:xfrm>
                <a:custGeom>
                  <a:avLst/>
                  <a:gdLst>
                    <a:gd name="connsiteX0" fmla="*/ -2197 w 224744"/>
                    <a:gd name="connsiteY0" fmla="*/ 261369 h 389353"/>
                    <a:gd name="connsiteX1" fmla="*/ 101148 w 224744"/>
                    <a:gd name="connsiteY1" fmla="*/ 24292 h 389353"/>
                    <a:gd name="connsiteX2" fmla="*/ 192398 w 224744"/>
                    <a:gd name="connsiteY2" fmla="*/ 2860 h 389353"/>
                    <a:gd name="connsiteX3" fmla="*/ 221736 w 224744"/>
                    <a:gd name="connsiteY3" fmla="*/ 42008 h 389353"/>
                    <a:gd name="connsiteX4" fmla="*/ 148108 w 224744"/>
                    <a:gd name="connsiteY4" fmla="*/ 296135 h 389353"/>
                    <a:gd name="connsiteX5" fmla="*/ 44761 w 224744"/>
                    <a:gd name="connsiteY5" fmla="*/ 386242 h 389353"/>
                    <a:gd name="connsiteX6" fmla="*/ 16186 w 224744"/>
                    <a:gd name="connsiteY6" fmla="*/ 373192 h 389353"/>
                    <a:gd name="connsiteX7" fmla="*/ -2197 w 224744"/>
                    <a:gd name="connsiteY7" fmla="*/ 261369 h 389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744" h="389353">
                      <a:moveTo>
                        <a:pt x="-2197" y="261369"/>
                      </a:moveTo>
                      <a:cubicBezTo>
                        <a:pt x="-1341" y="166690"/>
                        <a:pt x="24283" y="84680"/>
                        <a:pt x="101148" y="24292"/>
                      </a:cubicBezTo>
                      <a:cubicBezTo>
                        <a:pt x="126772" y="3765"/>
                        <a:pt x="160298" y="-4112"/>
                        <a:pt x="192398" y="2860"/>
                      </a:cubicBezTo>
                      <a:cubicBezTo>
                        <a:pt x="213543" y="6766"/>
                        <a:pt x="225926" y="16481"/>
                        <a:pt x="221736" y="42008"/>
                      </a:cubicBezTo>
                      <a:cubicBezTo>
                        <a:pt x="207544" y="129829"/>
                        <a:pt x="200779" y="219745"/>
                        <a:pt x="148108" y="296135"/>
                      </a:cubicBezTo>
                      <a:cubicBezTo>
                        <a:pt x="121437" y="334711"/>
                        <a:pt x="90958" y="368906"/>
                        <a:pt x="44761" y="386242"/>
                      </a:cubicBezTo>
                      <a:cubicBezTo>
                        <a:pt x="28473" y="392338"/>
                        <a:pt x="19425" y="391861"/>
                        <a:pt x="16186" y="373192"/>
                      </a:cubicBezTo>
                      <a:cubicBezTo>
                        <a:pt x="10279" y="335854"/>
                        <a:pt x="3993" y="298707"/>
                        <a:pt x="-2197" y="26136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53" name="任意多边形: 形状 71"/>
                <p:cNvSpPr/>
                <p:nvPr/>
              </p:nvSpPr>
              <p:spPr>
                <a:xfrm>
                  <a:off x="13198922" y="4374711"/>
                  <a:ext cx="212518" cy="363130"/>
                </a:xfrm>
                <a:custGeom>
                  <a:avLst/>
                  <a:gdLst>
                    <a:gd name="connsiteX0" fmla="*/ 202513 w 212518"/>
                    <a:gd name="connsiteY0" fmla="*/ 186389 h 363130"/>
                    <a:gd name="connsiteX1" fmla="*/ 163173 w 212518"/>
                    <a:gd name="connsiteY1" fmla="*/ 308118 h 363130"/>
                    <a:gd name="connsiteX2" fmla="*/ 144123 w 212518"/>
                    <a:gd name="connsiteY2" fmla="*/ 336217 h 363130"/>
                    <a:gd name="connsiteX3" fmla="*/ 91926 w 212518"/>
                    <a:gd name="connsiteY3" fmla="*/ 346314 h 363130"/>
                    <a:gd name="connsiteX4" fmla="*/ 2106 w 212518"/>
                    <a:gd name="connsiteY4" fmla="*/ 101426 h 363130"/>
                    <a:gd name="connsiteX5" fmla="*/ 144981 w 212518"/>
                    <a:gd name="connsiteY5" fmla="*/ 2175 h 363130"/>
                    <a:gd name="connsiteX6" fmla="*/ 168889 w 212518"/>
                    <a:gd name="connsiteY6" fmla="*/ 25893 h 363130"/>
                    <a:gd name="connsiteX7" fmla="*/ 210322 w 212518"/>
                    <a:gd name="connsiteY7" fmla="*/ 184770 h 363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518" h="363130">
                      <a:moveTo>
                        <a:pt x="202513" y="186389"/>
                      </a:moveTo>
                      <a:cubicBezTo>
                        <a:pt x="206417" y="232585"/>
                        <a:pt x="190511" y="272114"/>
                        <a:pt x="163173" y="308118"/>
                      </a:cubicBezTo>
                      <a:cubicBezTo>
                        <a:pt x="156315" y="317109"/>
                        <a:pt x="149934" y="326491"/>
                        <a:pt x="144123" y="336217"/>
                      </a:cubicBezTo>
                      <a:cubicBezTo>
                        <a:pt x="124501" y="369555"/>
                        <a:pt x="120501" y="371650"/>
                        <a:pt x="91926" y="346314"/>
                      </a:cubicBezTo>
                      <a:cubicBezTo>
                        <a:pt x="18489" y="281163"/>
                        <a:pt x="-14753" y="199724"/>
                        <a:pt x="2106" y="101426"/>
                      </a:cubicBezTo>
                      <a:cubicBezTo>
                        <a:pt x="12773" y="39037"/>
                        <a:pt x="82973" y="-9731"/>
                        <a:pt x="144981" y="2175"/>
                      </a:cubicBezTo>
                      <a:cubicBezTo>
                        <a:pt x="156125" y="6042"/>
                        <a:pt x="164982" y="14767"/>
                        <a:pt x="168889" y="25893"/>
                      </a:cubicBezTo>
                      <a:cubicBezTo>
                        <a:pt x="184128" y="78471"/>
                        <a:pt x="196797" y="131715"/>
                        <a:pt x="210322" y="1847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grpSp>
          <p:grpSp>
            <p:nvGrpSpPr>
              <p:cNvPr id="154" name="组合 153"/>
              <p:cNvGrpSpPr/>
              <p:nvPr/>
            </p:nvGrpSpPr>
            <p:grpSpPr>
              <a:xfrm rot="0" flipH="1">
                <a:off x="17807" y="715"/>
                <a:ext cx="622" cy="1116"/>
                <a:chOff x="12505110" y="1875542"/>
                <a:chExt cx="2029933" cy="3642920"/>
              </a:xfrm>
              <a:gradFill>
                <a:gsLst>
                  <a:gs pos="0">
                    <a:srgbClr val="FFCD69">
                      <a:lumMod val="40000"/>
                      <a:lumOff val="60000"/>
                    </a:srgbClr>
                  </a:gs>
                  <a:gs pos="100000">
                    <a:srgbClr val="FFCD69">
                      <a:lumMod val="60000"/>
                      <a:lumOff val="40000"/>
                    </a:srgbClr>
                  </a:gs>
                </a:gsLst>
                <a:lin ang="5400000" scaled="1"/>
              </a:gradFill>
            </p:grpSpPr>
            <p:sp>
              <p:nvSpPr>
                <p:cNvPr id="155" name="任意多边形: 形状 52"/>
                <p:cNvSpPr/>
                <p:nvPr/>
              </p:nvSpPr>
              <p:spPr>
                <a:xfrm>
                  <a:off x="12724094" y="2480178"/>
                  <a:ext cx="1810949" cy="3038284"/>
                </a:xfrm>
                <a:custGeom>
                  <a:avLst/>
                  <a:gdLst>
                    <a:gd name="connsiteX0" fmla="*/ 193566 w 1810949"/>
                    <a:gd name="connsiteY0" fmla="*/ 433763 h 3038284"/>
                    <a:gd name="connsiteX1" fmla="*/ 155466 w 1810949"/>
                    <a:gd name="connsiteY1" fmla="*/ 501962 h 3038284"/>
                    <a:gd name="connsiteX2" fmla="*/ 131653 w 1810949"/>
                    <a:gd name="connsiteY2" fmla="*/ 509011 h 3038284"/>
                    <a:gd name="connsiteX3" fmla="*/ 22020 w 1810949"/>
                    <a:gd name="connsiteY3" fmla="*/ 388329 h 3038284"/>
                    <a:gd name="connsiteX4" fmla="*/ 494 w 1810949"/>
                    <a:gd name="connsiteY4" fmla="*/ 223451 h 3038284"/>
                    <a:gd name="connsiteX5" fmla="*/ 69264 w 1810949"/>
                    <a:gd name="connsiteY5" fmla="*/ 19902 h 3038284"/>
                    <a:gd name="connsiteX6" fmla="*/ 116126 w 1810949"/>
                    <a:gd name="connsiteY6" fmla="*/ 4662 h 3038284"/>
                    <a:gd name="connsiteX7" fmla="*/ 237379 w 1810949"/>
                    <a:gd name="connsiteY7" fmla="*/ 217260 h 3038284"/>
                    <a:gd name="connsiteX8" fmla="*/ 216806 w 1810949"/>
                    <a:gd name="connsiteY8" fmla="*/ 352039 h 3038284"/>
                    <a:gd name="connsiteX9" fmla="*/ 219474 w 1810949"/>
                    <a:gd name="connsiteY9" fmla="*/ 378232 h 3038284"/>
                    <a:gd name="connsiteX10" fmla="*/ 348821 w 1810949"/>
                    <a:gd name="connsiteY10" fmla="*/ 81624 h 3038284"/>
                    <a:gd name="connsiteX11" fmla="*/ 359109 w 1810949"/>
                    <a:gd name="connsiteY11" fmla="*/ 84958 h 3038284"/>
                    <a:gd name="connsiteX12" fmla="*/ 354442 w 1810949"/>
                    <a:gd name="connsiteY12" fmla="*/ 106770 h 3038284"/>
                    <a:gd name="connsiteX13" fmla="*/ 244332 w 1810949"/>
                    <a:gd name="connsiteY13" fmla="*/ 395092 h 3038284"/>
                    <a:gd name="connsiteX14" fmla="*/ 161561 w 1810949"/>
                    <a:gd name="connsiteY14" fmla="*/ 728467 h 3038284"/>
                    <a:gd name="connsiteX15" fmla="*/ 133463 w 1810949"/>
                    <a:gd name="connsiteY15" fmla="*/ 1132136 h 3038284"/>
                    <a:gd name="connsiteX16" fmla="*/ 158989 w 1810949"/>
                    <a:gd name="connsiteY16" fmla="*/ 1401694 h 3038284"/>
                    <a:gd name="connsiteX17" fmla="*/ 225664 w 1810949"/>
                    <a:gd name="connsiteY17" fmla="*/ 1672394 h 3038284"/>
                    <a:gd name="connsiteX18" fmla="*/ 414831 w 1810949"/>
                    <a:gd name="connsiteY18" fmla="*/ 2081302 h 3038284"/>
                    <a:gd name="connsiteX19" fmla="*/ 898034 w 1810949"/>
                    <a:gd name="connsiteY19" fmla="*/ 2589747 h 3038284"/>
                    <a:gd name="connsiteX20" fmla="*/ 1317134 w 1810949"/>
                    <a:gd name="connsiteY20" fmla="*/ 2804250 h 3038284"/>
                    <a:gd name="connsiteX21" fmla="*/ 1777478 w 1810949"/>
                    <a:gd name="connsiteY21" fmla="*/ 2892547 h 3038284"/>
                    <a:gd name="connsiteX22" fmla="*/ 1807672 w 1810949"/>
                    <a:gd name="connsiteY22" fmla="*/ 2925599 h 3038284"/>
                    <a:gd name="connsiteX23" fmla="*/ 1792526 w 1810949"/>
                    <a:gd name="connsiteY23" fmla="*/ 3024278 h 3038284"/>
                    <a:gd name="connsiteX24" fmla="*/ 1768237 w 1810949"/>
                    <a:gd name="connsiteY24" fmla="*/ 3038660 h 3038284"/>
                    <a:gd name="connsiteX25" fmla="*/ 1609647 w 1810949"/>
                    <a:gd name="connsiteY25" fmla="*/ 3020277 h 3038284"/>
                    <a:gd name="connsiteX26" fmla="*/ 1400097 w 1810949"/>
                    <a:gd name="connsiteY26" fmla="*/ 2968080 h 3038284"/>
                    <a:gd name="connsiteX27" fmla="*/ 1127776 w 1810949"/>
                    <a:gd name="connsiteY27" fmla="*/ 2862257 h 3038284"/>
                    <a:gd name="connsiteX28" fmla="*/ 563706 w 1810949"/>
                    <a:gd name="connsiteY28" fmla="*/ 2435728 h 3038284"/>
                    <a:gd name="connsiteX29" fmla="*/ 233284 w 1810949"/>
                    <a:gd name="connsiteY29" fmla="*/ 1910614 h 3038284"/>
                    <a:gd name="connsiteX30" fmla="*/ 110696 w 1810949"/>
                    <a:gd name="connsiteY30" fmla="*/ 1479037 h 3038284"/>
                    <a:gd name="connsiteX31" fmla="*/ 87265 w 1810949"/>
                    <a:gd name="connsiteY31" fmla="*/ 1018122 h 3038284"/>
                    <a:gd name="connsiteX32" fmla="*/ 138988 w 1810949"/>
                    <a:gd name="connsiteY32" fmla="*/ 669221 h 3038284"/>
                    <a:gd name="connsiteX33" fmla="*/ 197470 w 1810949"/>
                    <a:gd name="connsiteY33" fmla="*/ 458338 h 3038284"/>
                    <a:gd name="connsiteX34" fmla="*/ 199565 w 1810949"/>
                    <a:gd name="connsiteY34" fmla="*/ 434239 h 303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0949" h="3038284">
                      <a:moveTo>
                        <a:pt x="193566" y="433763"/>
                      </a:moveTo>
                      <a:cubicBezTo>
                        <a:pt x="180992" y="456718"/>
                        <a:pt x="169563" y="480245"/>
                        <a:pt x="155466" y="501962"/>
                      </a:cubicBezTo>
                      <a:cubicBezTo>
                        <a:pt x="151750" y="507487"/>
                        <a:pt x="135272" y="512154"/>
                        <a:pt x="131653" y="509011"/>
                      </a:cubicBezTo>
                      <a:cubicBezTo>
                        <a:pt x="90123" y="473578"/>
                        <a:pt x="43928" y="442336"/>
                        <a:pt x="22020" y="388329"/>
                      </a:cubicBezTo>
                      <a:cubicBezTo>
                        <a:pt x="685" y="336161"/>
                        <a:pt x="-6745" y="279344"/>
                        <a:pt x="494" y="223451"/>
                      </a:cubicBezTo>
                      <a:cubicBezTo>
                        <a:pt x="9733" y="151728"/>
                        <a:pt x="33164" y="82548"/>
                        <a:pt x="69264" y="19902"/>
                      </a:cubicBezTo>
                      <a:cubicBezTo>
                        <a:pt x="81170" y="-1148"/>
                        <a:pt x="94218" y="-3339"/>
                        <a:pt x="116126" y="4662"/>
                      </a:cubicBezTo>
                      <a:cubicBezTo>
                        <a:pt x="216044" y="41047"/>
                        <a:pt x="236810" y="114009"/>
                        <a:pt x="237379" y="217260"/>
                      </a:cubicBezTo>
                      <a:cubicBezTo>
                        <a:pt x="237379" y="262218"/>
                        <a:pt x="223855" y="307081"/>
                        <a:pt x="216806" y="352039"/>
                      </a:cubicBezTo>
                      <a:cubicBezTo>
                        <a:pt x="215188" y="360840"/>
                        <a:pt x="216044" y="369946"/>
                        <a:pt x="219474" y="378232"/>
                      </a:cubicBezTo>
                      <a:lnTo>
                        <a:pt x="348821" y="81624"/>
                      </a:lnTo>
                      <a:lnTo>
                        <a:pt x="359109" y="84958"/>
                      </a:lnTo>
                      <a:cubicBezTo>
                        <a:pt x="358158" y="92339"/>
                        <a:pt x="356633" y="99636"/>
                        <a:pt x="354442" y="106770"/>
                      </a:cubicBezTo>
                      <a:cubicBezTo>
                        <a:pt x="317486" y="202782"/>
                        <a:pt x="274814" y="297270"/>
                        <a:pt x="244332" y="395092"/>
                      </a:cubicBezTo>
                      <a:cubicBezTo>
                        <a:pt x="210235" y="504534"/>
                        <a:pt x="177657" y="615976"/>
                        <a:pt x="161561" y="728467"/>
                      </a:cubicBezTo>
                      <a:cubicBezTo>
                        <a:pt x="143560" y="862283"/>
                        <a:pt x="134130" y="997119"/>
                        <a:pt x="133463" y="1132136"/>
                      </a:cubicBezTo>
                      <a:cubicBezTo>
                        <a:pt x="133558" y="1222586"/>
                        <a:pt x="142129" y="1312835"/>
                        <a:pt x="158989" y="1401694"/>
                      </a:cubicBezTo>
                      <a:cubicBezTo>
                        <a:pt x="176420" y="1493038"/>
                        <a:pt x="198710" y="1583393"/>
                        <a:pt x="225664" y="1672394"/>
                      </a:cubicBezTo>
                      <a:cubicBezTo>
                        <a:pt x="267289" y="1818317"/>
                        <a:pt x="334915" y="1952810"/>
                        <a:pt x="414831" y="2081302"/>
                      </a:cubicBezTo>
                      <a:cubicBezTo>
                        <a:pt x="539608" y="2281939"/>
                        <a:pt x="704009" y="2454963"/>
                        <a:pt x="898034" y="2589747"/>
                      </a:cubicBezTo>
                      <a:cubicBezTo>
                        <a:pt x="1027194" y="2680172"/>
                        <a:pt x="1168258" y="2752352"/>
                        <a:pt x="1317134" y="2804250"/>
                      </a:cubicBezTo>
                      <a:cubicBezTo>
                        <a:pt x="1465535" y="2855510"/>
                        <a:pt x="1620600" y="2885244"/>
                        <a:pt x="1777478" y="2892547"/>
                      </a:cubicBezTo>
                      <a:cubicBezTo>
                        <a:pt x="1802337" y="2893880"/>
                        <a:pt x="1812244" y="2899881"/>
                        <a:pt x="1807672" y="2925599"/>
                      </a:cubicBezTo>
                      <a:cubicBezTo>
                        <a:pt x="1801861" y="2958365"/>
                        <a:pt x="1799384" y="2992274"/>
                        <a:pt x="1792526" y="3024278"/>
                      </a:cubicBezTo>
                      <a:cubicBezTo>
                        <a:pt x="1787383" y="3032908"/>
                        <a:pt x="1778239" y="3038332"/>
                        <a:pt x="1768237" y="3038660"/>
                      </a:cubicBezTo>
                      <a:cubicBezTo>
                        <a:pt x="1715089" y="3035416"/>
                        <a:pt x="1662130" y="3029279"/>
                        <a:pt x="1609647" y="3020277"/>
                      </a:cubicBezTo>
                      <a:cubicBezTo>
                        <a:pt x="1538781" y="3007341"/>
                        <a:pt x="1468772" y="2989907"/>
                        <a:pt x="1400097" y="2968080"/>
                      </a:cubicBezTo>
                      <a:cubicBezTo>
                        <a:pt x="1307228" y="2938469"/>
                        <a:pt x="1216264" y="2903127"/>
                        <a:pt x="1127776" y="2862257"/>
                      </a:cubicBezTo>
                      <a:cubicBezTo>
                        <a:pt x="913464" y="2758742"/>
                        <a:pt x="721727" y="2613774"/>
                        <a:pt x="563706" y="2435728"/>
                      </a:cubicBezTo>
                      <a:cubicBezTo>
                        <a:pt x="425117" y="2280276"/>
                        <a:pt x="313484" y="2102804"/>
                        <a:pt x="233284" y="1910614"/>
                      </a:cubicBezTo>
                      <a:cubicBezTo>
                        <a:pt x="175753" y="1772016"/>
                        <a:pt x="134604" y="1627179"/>
                        <a:pt x="110696" y="1479037"/>
                      </a:cubicBezTo>
                      <a:cubicBezTo>
                        <a:pt x="85265" y="1326799"/>
                        <a:pt x="77454" y="1172151"/>
                        <a:pt x="87265" y="1018122"/>
                      </a:cubicBezTo>
                      <a:cubicBezTo>
                        <a:pt x="92886" y="900393"/>
                        <a:pt x="110222" y="783512"/>
                        <a:pt x="138988" y="669221"/>
                      </a:cubicBezTo>
                      <a:cubicBezTo>
                        <a:pt x="158038" y="598641"/>
                        <a:pt x="178134" y="528632"/>
                        <a:pt x="197470" y="458338"/>
                      </a:cubicBezTo>
                      <a:cubicBezTo>
                        <a:pt x="198898" y="450384"/>
                        <a:pt x="199565" y="442317"/>
                        <a:pt x="199565" y="43423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56" name="任意多边形: 形状 53"/>
                <p:cNvSpPr/>
                <p:nvPr/>
              </p:nvSpPr>
              <p:spPr>
                <a:xfrm>
                  <a:off x="12719092" y="4637983"/>
                  <a:ext cx="510159" cy="317499"/>
                </a:xfrm>
                <a:custGeom>
                  <a:avLst/>
                  <a:gdLst>
                    <a:gd name="connsiteX0" fmla="*/ 370304 w 510159"/>
                    <a:gd name="connsiteY0" fmla="*/ 317833 h 317499"/>
                    <a:gd name="connsiteX1" fmla="*/ 119796 w 510159"/>
                    <a:gd name="connsiteY1" fmla="*/ 208486 h 317499"/>
                    <a:gd name="connsiteX2" fmla="*/ 10735 w 510159"/>
                    <a:gd name="connsiteY2" fmla="*/ 100187 h 317499"/>
                    <a:gd name="connsiteX3" fmla="*/ 8449 w 510159"/>
                    <a:gd name="connsiteY3" fmla="*/ 47323 h 317499"/>
                    <a:gd name="connsiteX4" fmla="*/ 147227 w 510159"/>
                    <a:gd name="connsiteY4" fmla="*/ 4746 h 317499"/>
                    <a:gd name="connsiteX5" fmla="*/ 331536 w 510159"/>
                    <a:gd name="connsiteY5" fmla="*/ 90471 h 317499"/>
                    <a:gd name="connsiteX6" fmla="*/ 493461 w 510159"/>
                    <a:gd name="connsiteY6" fmla="*/ 220868 h 317499"/>
                    <a:gd name="connsiteX7" fmla="*/ 495747 w 510159"/>
                    <a:gd name="connsiteY7" fmla="*/ 267922 h 317499"/>
                    <a:gd name="connsiteX8" fmla="*/ 370304 w 510159"/>
                    <a:gd name="connsiteY8" fmla="*/ 317833 h 31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159" h="317499">
                      <a:moveTo>
                        <a:pt x="370304" y="317833"/>
                      </a:moveTo>
                      <a:cubicBezTo>
                        <a:pt x="272482" y="314499"/>
                        <a:pt x="191898" y="269446"/>
                        <a:pt x="119796" y="208486"/>
                      </a:cubicBezTo>
                      <a:cubicBezTo>
                        <a:pt x="80838" y="175529"/>
                        <a:pt x="47500" y="135905"/>
                        <a:pt x="10735" y="100187"/>
                      </a:cubicBezTo>
                      <a:cubicBezTo>
                        <a:pt x="-7554" y="82470"/>
                        <a:pt x="-4697" y="65706"/>
                        <a:pt x="8449" y="47323"/>
                      </a:cubicBezTo>
                      <a:cubicBezTo>
                        <a:pt x="37024" y="7794"/>
                        <a:pt x="91126" y="-8113"/>
                        <a:pt x="147227" y="4746"/>
                      </a:cubicBezTo>
                      <a:cubicBezTo>
                        <a:pt x="213902" y="20230"/>
                        <a:pt x="276672" y="49423"/>
                        <a:pt x="331536" y="90471"/>
                      </a:cubicBezTo>
                      <a:cubicBezTo>
                        <a:pt x="387352" y="131524"/>
                        <a:pt x="439265" y="177720"/>
                        <a:pt x="493461" y="220868"/>
                      </a:cubicBezTo>
                      <a:cubicBezTo>
                        <a:pt x="513367" y="236680"/>
                        <a:pt x="511463" y="249443"/>
                        <a:pt x="495747" y="267922"/>
                      </a:cubicBezTo>
                      <a:cubicBezTo>
                        <a:pt x="462219" y="306784"/>
                        <a:pt x="419166" y="318690"/>
                        <a:pt x="370304" y="31783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57" name="任意多边形: 形状 54"/>
                <p:cNvSpPr/>
                <p:nvPr/>
              </p:nvSpPr>
              <p:spPr>
                <a:xfrm>
                  <a:off x="12573644" y="4227251"/>
                  <a:ext cx="452202" cy="379955"/>
                </a:xfrm>
                <a:custGeom>
                  <a:avLst/>
                  <a:gdLst>
                    <a:gd name="connsiteX0" fmla="*/ 377923 w 452202"/>
                    <a:gd name="connsiteY0" fmla="*/ 380331 h 379955"/>
                    <a:gd name="connsiteX1" fmla="*/ 141896 w 452202"/>
                    <a:gd name="connsiteY1" fmla="*/ 267555 h 379955"/>
                    <a:gd name="connsiteX2" fmla="*/ 4830 w 452202"/>
                    <a:gd name="connsiteY2" fmla="*/ 93724 h 379955"/>
                    <a:gd name="connsiteX3" fmla="*/ 61980 w 452202"/>
                    <a:gd name="connsiteY3" fmla="*/ 3331 h 379955"/>
                    <a:gd name="connsiteX4" fmla="*/ 204187 w 452202"/>
                    <a:gd name="connsiteY4" fmla="*/ 39717 h 379955"/>
                    <a:gd name="connsiteX5" fmla="*/ 422121 w 452202"/>
                    <a:gd name="connsiteY5" fmla="*/ 298606 h 379955"/>
                    <a:gd name="connsiteX6" fmla="*/ 443838 w 452202"/>
                    <a:gd name="connsiteY6" fmla="*/ 344898 h 379955"/>
                    <a:gd name="connsiteX7" fmla="*/ 423358 w 452202"/>
                    <a:gd name="connsiteY7" fmla="*/ 378235 h 379955"/>
                    <a:gd name="connsiteX8" fmla="*/ 377923 w 452202"/>
                    <a:gd name="connsiteY8" fmla="*/ 380331 h 379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202" h="379955">
                      <a:moveTo>
                        <a:pt x="377923" y="380331"/>
                      </a:moveTo>
                      <a:cubicBezTo>
                        <a:pt x="287817" y="378712"/>
                        <a:pt x="206473" y="337278"/>
                        <a:pt x="141896" y="267555"/>
                      </a:cubicBezTo>
                      <a:cubicBezTo>
                        <a:pt x="91890" y="213643"/>
                        <a:pt x="48455" y="153255"/>
                        <a:pt x="4830" y="93724"/>
                      </a:cubicBezTo>
                      <a:cubicBezTo>
                        <a:pt x="-17460" y="63434"/>
                        <a:pt x="16450" y="11999"/>
                        <a:pt x="61980" y="3331"/>
                      </a:cubicBezTo>
                      <a:cubicBezTo>
                        <a:pt x="115130" y="-6860"/>
                        <a:pt x="161230" y="10285"/>
                        <a:pt x="204187" y="39717"/>
                      </a:cubicBezTo>
                      <a:cubicBezTo>
                        <a:pt x="300581" y="106392"/>
                        <a:pt x="366970" y="197641"/>
                        <a:pt x="422121" y="298606"/>
                      </a:cubicBezTo>
                      <a:cubicBezTo>
                        <a:pt x="430215" y="313561"/>
                        <a:pt x="436694" y="329467"/>
                        <a:pt x="443838" y="344898"/>
                      </a:cubicBezTo>
                      <a:cubicBezTo>
                        <a:pt x="455458" y="369853"/>
                        <a:pt x="451742" y="376045"/>
                        <a:pt x="423358" y="378235"/>
                      </a:cubicBezTo>
                      <a:cubicBezTo>
                        <a:pt x="410596" y="379283"/>
                        <a:pt x="398213" y="379283"/>
                        <a:pt x="377923" y="38033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58" name="任意多边形: 形状 55"/>
                <p:cNvSpPr/>
                <p:nvPr/>
              </p:nvSpPr>
              <p:spPr>
                <a:xfrm>
                  <a:off x="12505673" y="3364558"/>
                  <a:ext cx="277960" cy="488669"/>
                </a:xfrm>
                <a:custGeom>
                  <a:avLst/>
                  <a:gdLst>
                    <a:gd name="connsiteX0" fmla="*/ 271208 w 277960"/>
                    <a:gd name="connsiteY0" fmla="*/ 488453 h 488669"/>
                    <a:gd name="connsiteX1" fmla="*/ 255681 w 277960"/>
                    <a:gd name="connsiteY1" fmla="*/ 488453 h 488669"/>
                    <a:gd name="connsiteX2" fmla="*/ 39368 w 277960"/>
                    <a:gd name="connsiteY2" fmla="*/ 296714 h 488669"/>
                    <a:gd name="connsiteX3" fmla="*/ -1304 w 277960"/>
                    <a:gd name="connsiteY3" fmla="*/ 29443 h 488669"/>
                    <a:gd name="connsiteX4" fmla="*/ 13461 w 277960"/>
                    <a:gd name="connsiteY4" fmla="*/ 9631 h 488669"/>
                    <a:gd name="connsiteX5" fmla="*/ 157954 w 277960"/>
                    <a:gd name="connsiteY5" fmla="*/ 53255 h 488669"/>
                    <a:gd name="connsiteX6" fmla="*/ 247300 w 277960"/>
                    <a:gd name="connsiteY6" fmla="*/ 229182 h 488669"/>
                    <a:gd name="connsiteX7" fmla="*/ 274066 w 277960"/>
                    <a:gd name="connsiteY7" fmla="*/ 465688 h 488669"/>
                    <a:gd name="connsiteX8" fmla="*/ 271208 w 277960"/>
                    <a:gd name="connsiteY8" fmla="*/ 488453 h 48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960" h="488669">
                      <a:moveTo>
                        <a:pt x="271208" y="488453"/>
                      </a:moveTo>
                      <a:cubicBezTo>
                        <a:pt x="266064" y="489243"/>
                        <a:pt x="260825" y="489243"/>
                        <a:pt x="255681" y="488453"/>
                      </a:cubicBezTo>
                      <a:cubicBezTo>
                        <a:pt x="159003" y="452448"/>
                        <a:pt x="83280" y="396060"/>
                        <a:pt x="39368" y="296714"/>
                      </a:cubicBezTo>
                      <a:cubicBezTo>
                        <a:pt x="1268" y="209846"/>
                        <a:pt x="-4922" y="120978"/>
                        <a:pt x="-1304" y="29443"/>
                      </a:cubicBezTo>
                      <a:cubicBezTo>
                        <a:pt x="317" y="20947"/>
                        <a:pt x="5745" y="13660"/>
                        <a:pt x="13461" y="9631"/>
                      </a:cubicBezTo>
                      <a:cubicBezTo>
                        <a:pt x="58800" y="-11991"/>
                        <a:pt x="116712" y="4964"/>
                        <a:pt x="157954" y="53255"/>
                      </a:cubicBezTo>
                      <a:cubicBezTo>
                        <a:pt x="201770" y="104500"/>
                        <a:pt x="227964" y="164507"/>
                        <a:pt x="247300" y="229182"/>
                      </a:cubicBezTo>
                      <a:cubicBezTo>
                        <a:pt x="270731" y="305687"/>
                        <a:pt x="279875" y="385878"/>
                        <a:pt x="274066" y="465688"/>
                      </a:cubicBezTo>
                      <a:cubicBezTo>
                        <a:pt x="273589" y="472832"/>
                        <a:pt x="272254" y="479975"/>
                        <a:pt x="271208" y="48845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59" name="任意多边形: 形状 56"/>
                <p:cNvSpPr/>
                <p:nvPr/>
              </p:nvSpPr>
              <p:spPr>
                <a:xfrm>
                  <a:off x="12596347" y="2922507"/>
                  <a:ext cx="229687" cy="509521"/>
                </a:xfrm>
                <a:custGeom>
                  <a:avLst/>
                  <a:gdLst>
                    <a:gd name="connsiteX0" fmla="*/ 227490 w 229687"/>
                    <a:gd name="connsiteY0" fmla="*/ 290520 h 509521"/>
                    <a:gd name="connsiteX1" fmla="*/ 207582 w 229687"/>
                    <a:gd name="connsiteY1" fmla="*/ 476448 h 509521"/>
                    <a:gd name="connsiteX2" fmla="*/ 159957 w 229687"/>
                    <a:gd name="connsiteY2" fmla="*/ 502737 h 509521"/>
                    <a:gd name="connsiteX3" fmla="*/ 21940 w 229687"/>
                    <a:gd name="connsiteY3" fmla="*/ 346717 h 509521"/>
                    <a:gd name="connsiteX4" fmla="*/ 11655 w 229687"/>
                    <a:gd name="connsiteY4" fmla="*/ 48299 h 509521"/>
                    <a:gd name="connsiteX5" fmla="*/ 112904 w 229687"/>
                    <a:gd name="connsiteY5" fmla="*/ 11437 h 509521"/>
                    <a:gd name="connsiteX6" fmla="*/ 195392 w 229687"/>
                    <a:gd name="connsiteY6" fmla="*/ 118593 h 509521"/>
                    <a:gd name="connsiteX7" fmla="*/ 227490 w 229687"/>
                    <a:gd name="connsiteY7" fmla="*/ 290520 h 509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87" h="509521">
                      <a:moveTo>
                        <a:pt x="227490" y="290520"/>
                      </a:moveTo>
                      <a:cubicBezTo>
                        <a:pt x="219679" y="365196"/>
                        <a:pt x="215203" y="421012"/>
                        <a:pt x="207582" y="476448"/>
                      </a:cubicBezTo>
                      <a:cubicBezTo>
                        <a:pt x="202631" y="512833"/>
                        <a:pt x="193676" y="515976"/>
                        <a:pt x="159957" y="502737"/>
                      </a:cubicBezTo>
                      <a:cubicBezTo>
                        <a:pt x="87378" y="474162"/>
                        <a:pt x="46420" y="418440"/>
                        <a:pt x="21940" y="346717"/>
                      </a:cubicBezTo>
                      <a:cubicBezTo>
                        <a:pt x="-11681" y="248038"/>
                        <a:pt x="-5300" y="148311"/>
                        <a:pt x="11655" y="48299"/>
                      </a:cubicBezTo>
                      <a:cubicBezTo>
                        <a:pt x="19180" y="3531"/>
                        <a:pt x="66042" y="-12470"/>
                        <a:pt x="112904" y="11437"/>
                      </a:cubicBezTo>
                      <a:cubicBezTo>
                        <a:pt x="154911" y="33164"/>
                        <a:pt x="185105" y="72416"/>
                        <a:pt x="195392" y="118593"/>
                      </a:cubicBezTo>
                      <a:cubicBezTo>
                        <a:pt x="211012" y="180696"/>
                        <a:pt x="219300" y="244704"/>
                        <a:pt x="227490" y="29052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60" name="任意多边形: 形状 57"/>
                <p:cNvSpPr/>
                <p:nvPr/>
              </p:nvSpPr>
              <p:spPr>
                <a:xfrm>
                  <a:off x="12505110" y="3811358"/>
                  <a:ext cx="348383" cy="420373"/>
                </a:xfrm>
                <a:custGeom>
                  <a:avLst/>
                  <a:gdLst>
                    <a:gd name="connsiteX0" fmla="*/ 79745 w 348383"/>
                    <a:gd name="connsiteY0" fmla="*/ 410 h 420373"/>
                    <a:gd name="connsiteX1" fmla="*/ 214811 w 348383"/>
                    <a:gd name="connsiteY1" fmla="*/ 80039 h 420373"/>
                    <a:gd name="connsiteX2" fmla="*/ 333683 w 348383"/>
                    <a:gd name="connsiteY2" fmla="*/ 329022 h 420373"/>
                    <a:gd name="connsiteX3" fmla="*/ 345589 w 348383"/>
                    <a:gd name="connsiteY3" fmla="*/ 399031 h 420373"/>
                    <a:gd name="connsiteX4" fmla="*/ 320823 w 348383"/>
                    <a:gd name="connsiteY4" fmla="*/ 419986 h 420373"/>
                    <a:gd name="connsiteX5" fmla="*/ 42503 w 348383"/>
                    <a:gd name="connsiteY5" fmla="*/ 195958 h 420373"/>
                    <a:gd name="connsiteX6" fmla="*/ 4403 w 348383"/>
                    <a:gd name="connsiteY6" fmla="*/ 85944 h 420373"/>
                    <a:gd name="connsiteX7" fmla="*/ 58504 w 348383"/>
                    <a:gd name="connsiteY7" fmla="*/ 1839 h 420373"/>
                    <a:gd name="connsiteX8" fmla="*/ 79745 w 348383"/>
                    <a:gd name="connsiteY8" fmla="*/ 410 h 42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383" h="420373">
                      <a:moveTo>
                        <a:pt x="79745" y="410"/>
                      </a:moveTo>
                      <a:cubicBezTo>
                        <a:pt x="135467" y="3839"/>
                        <a:pt x="178806" y="36605"/>
                        <a:pt x="214811" y="80039"/>
                      </a:cubicBezTo>
                      <a:cubicBezTo>
                        <a:pt x="274056" y="152172"/>
                        <a:pt x="314823" y="237621"/>
                        <a:pt x="333683" y="329022"/>
                      </a:cubicBezTo>
                      <a:cubicBezTo>
                        <a:pt x="338636" y="352168"/>
                        <a:pt x="342064" y="375600"/>
                        <a:pt x="345589" y="399031"/>
                      </a:cubicBezTo>
                      <a:cubicBezTo>
                        <a:pt x="348638" y="418938"/>
                        <a:pt x="339968" y="422653"/>
                        <a:pt x="320823" y="419986"/>
                      </a:cubicBezTo>
                      <a:cubicBezTo>
                        <a:pt x="182806" y="400936"/>
                        <a:pt x="95462" y="319497"/>
                        <a:pt x="42503" y="195958"/>
                      </a:cubicBezTo>
                      <a:cubicBezTo>
                        <a:pt x="26787" y="160420"/>
                        <a:pt x="14023" y="123616"/>
                        <a:pt x="4403" y="85944"/>
                      </a:cubicBezTo>
                      <a:cubicBezTo>
                        <a:pt x="-11027" y="21841"/>
                        <a:pt x="-1883" y="19269"/>
                        <a:pt x="58504" y="1839"/>
                      </a:cubicBezTo>
                      <a:cubicBezTo>
                        <a:pt x="65552" y="715"/>
                        <a:pt x="72601" y="238"/>
                        <a:pt x="79745" y="4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61" name="任意多边形: 形状 58"/>
                <p:cNvSpPr/>
                <p:nvPr/>
              </p:nvSpPr>
              <p:spPr>
                <a:xfrm>
                  <a:off x="12919349" y="2103840"/>
                  <a:ext cx="274161" cy="458499"/>
                </a:xfrm>
                <a:custGeom>
                  <a:avLst/>
                  <a:gdLst>
                    <a:gd name="connsiteX0" fmla="*/ 271964 w 274161"/>
                    <a:gd name="connsiteY0" fmla="*/ 116110 h 458499"/>
                    <a:gd name="connsiteX1" fmla="*/ 201099 w 274161"/>
                    <a:gd name="connsiteY1" fmla="*/ 319088 h 458499"/>
                    <a:gd name="connsiteX2" fmla="*/ 109753 w 274161"/>
                    <a:gd name="connsiteY2" fmla="*/ 445866 h 458499"/>
                    <a:gd name="connsiteX3" fmla="*/ 71653 w 274161"/>
                    <a:gd name="connsiteY3" fmla="*/ 451009 h 458499"/>
                    <a:gd name="connsiteX4" fmla="*/ 9169 w 274161"/>
                    <a:gd name="connsiteY4" fmla="*/ 238030 h 458499"/>
                    <a:gd name="connsiteX5" fmla="*/ 120420 w 274161"/>
                    <a:gd name="connsiteY5" fmla="*/ 34672 h 458499"/>
                    <a:gd name="connsiteX6" fmla="*/ 228148 w 274161"/>
                    <a:gd name="connsiteY6" fmla="*/ 19812 h 458499"/>
                    <a:gd name="connsiteX7" fmla="*/ 271964 w 274161"/>
                    <a:gd name="connsiteY7" fmla="*/ 116110 h 458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161" h="458499">
                      <a:moveTo>
                        <a:pt x="271964" y="116110"/>
                      </a:moveTo>
                      <a:cubicBezTo>
                        <a:pt x="268820" y="189643"/>
                        <a:pt x="241008" y="256985"/>
                        <a:pt x="201099" y="319088"/>
                      </a:cubicBezTo>
                      <a:cubicBezTo>
                        <a:pt x="172998" y="362903"/>
                        <a:pt x="139947" y="403479"/>
                        <a:pt x="109753" y="445866"/>
                      </a:cubicBezTo>
                      <a:cubicBezTo>
                        <a:pt x="98324" y="461868"/>
                        <a:pt x="88513" y="462534"/>
                        <a:pt x="71653" y="451009"/>
                      </a:cubicBezTo>
                      <a:cubicBezTo>
                        <a:pt x="-5596" y="396622"/>
                        <a:pt x="-14072" y="327184"/>
                        <a:pt x="9169" y="238030"/>
                      </a:cubicBezTo>
                      <a:cubicBezTo>
                        <a:pt x="29363" y="161830"/>
                        <a:pt x="72986" y="96679"/>
                        <a:pt x="120420" y="34672"/>
                      </a:cubicBezTo>
                      <a:cubicBezTo>
                        <a:pt x="151567" y="-6000"/>
                        <a:pt x="185858" y="-9906"/>
                        <a:pt x="228148" y="19812"/>
                      </a:cubicBezTo>
                      <a:cubicBezTo>
                        <a:pt x="257391" y="40101"/>
                        <a:pt x="271678" y="71248"/>
                        <a:pt x="271964" y="1161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62" name="任意多边形: 形状 59"/>
                <p:cNvSpPr/>
                <p:nvPr/>
              </p:nvSpPr>
              <p:spPr>
                <a:xfrm>
                  <a:off x="13079534" y="4996405"/>
                  <a:ext cx="411321" cy="250958"/>
                </a:xfrm>
                <a:custGeom>
                  <a:avLst/>
                  <a:gdLst>
                    <a:gd name="connsiteX0" fmla="*/ 262179 w 411321"/>
                    <a:gd name="connsiteY0" fmla="*/ 251257 h 250958"/>
                    <a:gd name="connsiteX1" fmla="*/ 75774 w 411321"/>
                    <a:gd name="connsiteY1" fmla="*/ 184582 h 250958"/>
                    <a:gd name="connsiteX2" fmla="*/ 44818 w 411321"/>
                    <a:gd name="connsiteY2" fmla="*/ 164674 h 250958"/>
                    <a:gd name="connsiteX3" fmla="*/ 3574 w 411321"/>
                    <a:gd name="connsiteY3" fmla="*/ 66853 h 250958"/>
                    <a:gd name="connsiteX4" fmla="*/ 88348 w 411321"/>
                    <a:gd name="connsiteY4" fmla="*/ 1511 h 250958"/>
                    <a:gd name="connsiteX5" fmla="*/ 278848 w 411321"/>
                    <a:gd name="connsiteY5" fmla="*/ 50374 h 250958"/>
                    <a:gd name="connsiteX6" fmla="*/ 392004 w 411321"/>
                    <a:gd name="connsiteY6" fmla="*/ 121050 h 250958"/>
                    <a:gd name="connsiteX7" fmla="*/ 404673 w 411321"/>
                    <a:gd name="connsiteY7" fmla="*/ 167722 h 250958"/>
                    <a:gd name="connsiteX8" fmla="*/ 262179 w 411321"/>
                    <a:gd name="connsiteY8" fmla="*/ 251257 h 25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321" h="250958">
                      <a:moveTo>
                        <a:pt x="262179" y="251257"/>
                      </a:moveTo>
                      <a:cubicBezTo>
                        <a:pt x="194837" y="252590"/>
                        <a:pt x="135496" y="218014"/>
                        <a:pt x="75774" y="184582"/>
                      </a:cubicBezTo>
                      <a:cubicBezTo>
                        <a:pt x="65105" y="178581"/>
                        <a:pt x="55106" y="171342"/>
                        <a:pt x="44818" y="164674"/>
                      </a:cubicBezTo>
                      <a:cubicBezTo>
                        <a:pt x="-3474" y="133432"/>
                        <a:pt x="-9000" y="120288"/>
                        <a:pt x="3574" y="66853"/>
                      </a:cubicBezTo>
                      <a:cubicBezTo>
                        <a:pt x="11290" y="33706"/>
                        <a:pt x="48532" y="5416"/>
                        <a:pt x="88348" y="1511"/>
                      </a:cubicBezTo>
                      <a:cubicBezTo>
                        <a:pt x="157595" y="-5156"/>
                        <a:pt x="219507" y="18370"/>
                        <a:pt x="278848" y="50374"/>
                      </a:cubicBezTo>
                      <a:cubicBezTo>
                        <a:pt x="317899" y="71520"/>
                        <a:pt x="354285" y="97428"/>
                        <a:pt x="392004" y="121050"/>
                      </a:cubicBezTo>
                      <a:cubicBezTo>
                        <a:pt x="411054" y="132861"/>
                        <a:pt x="412482" y="148577"/>
                        <a:pt x="404673" y="167722"/>
                      </a:cubicBezTo>
                      <a:cubicBezTo>
                        <a:pt x="380193" y="226396"/>
                        <a:pt x="336568" y="252971"/>
                        <a:pt x="262179" y="25125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63" name="任意多边形: 形状 60"/>
                <p:cNvSpPr/>
                <p:nvPr/>
              </p:nvSpPr>
              <p:spPr>
                <a:xfrm>
                  <a:off x="13233545" y="1875542"/>
                  <a:ext cx="331376" cy="375345"/>
                </a:xfrm>
                <a:custGeom>
                  <a:avLst/>
                  <a:gdLst>
                    <a:gd name="connsiteX0" fmla="*/ 329052 w 331376"/>
                    <a:gd name="connsiteY0" fmla="*/ 66183 h 375345"/>
                    <a:gd name="connsiteX1" fmla="*/ 280379 w 331376"/>
                    <a:gd name="connsiteY1" fmla="*/ 190008 h 375345"/>
                    <a:gd name="connsiteX2" fmla="*/ 55781 w 331376"/>
                    <a:gd name="connsiteY2" fmla="*/ 370983 h 375345"/>
                    <a:gd name="connsiteX3" fmla="*/ 19871 w 331376"/>
                    <a:gd name="connsiteY3" fmla="*/ 361458 h 375345"/>
                    <a:gd name="connsiteX4" fmla="*/ 16250 w 331376"/>
                    <a:gd name="connsiteY4" fmla="*/ 217916 h 375345"/>
                    <a:gd name="connsiteX5" fmla="*/ 221705 w 331376"/>
                    <a:gd name="connsiteY5" fmla="*/ 23796 h 375345"/>
                    <a:gd name="connsiteX6" fmla="*/ 246564 w 331376"/>
                    <a:gd name="connsiteY6" fmla="*/ 9985 h 375345"/>
                    <a:gd name="connsiteX7" fmla="*/ 329052 w 331376"/>
                    <a:gd name="connsiteY7" fmla="*/ 60182 h 375345"/>
                    <a:gd name="connsiteX8" fmla="*/ 329052 w 331376"/>
                    <a:gd name="connsiteY8" fmla="*/ 66183 h 37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376" h="375345">
                      <a:moveTo>
                        <a:pt x="329052" y="66183"/>
                      </a:moveTo>
                      <a:cubicBezTo>
                        <a:pt x="330099" y="119808"/>
                        <a:pt x="306382" y="155908"/>
                        <a:pt x="280379" y="190008"/>
                      </a:cubicBezTo>
                      <a:cubicBezTo>
                        <a:pt x="220371" y="268208"/>
                        <a:pt x="140076" y="322119"/>
                        <a:pt x="55781" y="370983"/>
                      </a:cubicBezTo>
                      <a:cubicBezTo>
                        <a:pt x="41207" y="379364"/>
                        <a:pt x="30061" y="376888"/>
                        <a:pt x="19871" y="361458"/>
                      </a:cubicBezTo>
                      <a:cubicBezTo>
                        <a:pt x="-11657" y="313833"/>
                        <a:pt x="-6227" y="265731"/>
                        <a:pt x="16250" y="217916"/>
                      </a:cubicBezTo>
                      <a:cubicBezTo>
                        <a:pt x="59113" y="126571"/>
                        <a:pt x="137790" y="72183"/>
                        <a:pt x="221705" y="23796"/>
                      </a:cubicBezTo>
                      <a:cubicBezTo>
                        <a:pt x="229896" y="19129"/>
                        <a:pt x="238088" y="14271"/>
                        <a:pt x="246564" y="9985"/>
                      </a:cubicBezTo>
                      <a:cubicBezTo>
                        <a:pt x="292762" y="-13351"/>
                        <a:pt x="325718" y="6746"/>
                        <a:pt x="329052" y="60182"/>
                      </a:cubicBezTo>
                      <a:cubicBezTo>
                        <a:pt x="329338" y="64563"/>
                        <a:pt x="329052" y="69326"/>
                        <a:pt x="329052" y="6618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64" name="任意多边形: 形状 61"/>
                <p:cNvSpPr/>
                <p:nvPr/>
              </p:nvSpPr>
              <p:spPr>
                <a:xfrm>
                  <a:off x="12933210" y="3710332"/>
                  <a:ext cx="215577" cy="466153"/>
                </a:xfrm>
                <a:custGeom>
                  <a:avLst/>
                  <a:gdLst>
                    <a:gd name="connsiteX0" fmla="*/ 71126 w 215577"/>
                    <a:gd name="connsiteY0" fmla="*/ 466529 h 466153"/>
                    <a:gd name="connsiteX1" fmla="*/ 8453 w 215577"/>
                    <a:gd name="connsiteY1" fmla="*/ 342704 h 466153"/>
                    <a:gd name="connsiteX2" fmla="*/ 35598 w 215577"/>
                    <a:gd name="connsiteY2" fmla="*/ 96293 h 466153"/>
                    <a:gd name="connsiteX3" fmla="*/ 179235 w 215577"/>
                    <a:gd name="connsiteY3" fmla="*/ 376 h 466153"/>
                    <a:gd name="connsiteX4" fmla="*/ 212668 w 215577"/>
                    <a:gd name="connsiteY4" fmla="*/ 36952 h 466153"/>
                    <a:gd name="connsiteX5" fmla="*/ 178568 w 215577"/>
                    <a:gd name="connsiteY5" fmla="*/ 267171 h 466153"/>
                    <a:gd name="connsiteX6" fmla="*/ 71126 w 215577"/>
                    <a:gd name="connsiteY6" fmla="*/ 466529 h 4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577" h="466153">
                      <a:moveTo>
                        <a:pt x="71126" y="466529"/>
                      </a:moveTo>
                      <a:cubicBezTo>
                        <a:pt x="38837" y="432115"/>
                        <a:pt x="17024" y="389139"/>
                        <a:pt x="8453" y="342704"/>
                      </a:cubicBezTo>
                      <a:cubicBezTo>
                        <a:pt x="-9551" y="258218"/>
                        <a:pt x="-7360" y="174112"/>
                        <a:pt x="35598" y="96293"/>
                      </a:cubicBezTo>
                      <a:cubicBezTo>
                        <a:pt x="66363" y="40571"/>
                        <a:pt x="110370" y="1043"/>
                        <a:pt x="179235" y="376"/>
                      </a:cubicBezTo>
                      <a:cubicBezTo>
                        <a:pt x="204285" y="376"/>
                        <a:pt x="216573" y="10568"/>
                        <a:pt x="212668" y="36952"/>
                      </a:cubicBezTo>
                      <a:cubicBezTo>
                        <a:pt x="201525" y="113723"/>
                        <a:pt x="194665" y="191447"/>
                        <a:pt x="178568" y="267171"/>
                      </a:cubicBezTo>
                      <a:cubicBezTo>
                        <a:pt x="162853" y="341276"/>
                        <a:pt x="120750" y="403950"/>
                        <a:pt x="71126" y="46652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65" name="任意多边形: 形状 62"/>
                <p:cNvSpPr/>
                <p:nvPr/>
              </p:nvSpPr>
              <p:spPr>
                <a:xfrm>
                  <a:off x="12991627" y="2600764"/>
                  <a:ext cx="374631" cy="342453"/>
                </a:xfrm>
                <a:custGeom>
                  <a:avLst/>
                  <a:gdLst>
                    <a:gd name="connsiteX0" fmla="*/ 290173 w 374631"/>
                    <a:gd name="connsiteY0" fmla="*/ 376 h 342453"/>
                    <a:gd name="connsiteX1" fmla="*/ 354658 w 374631"/>
                    <a:gd name="connsiteY1" fmla="*/ 19426 h 342453"/>
                    <a:gd name="connsiteX2" fmla="*/ 366278 w 374631"/>
                    <a:gd name="connsiteY2" fmla="*/ 55050 h 342453"/>
                    <a:gd name="connsiteX3" fmla="*/ 63669 w 374631"/>
                    <a:gd name="connsiteY3" fmla="*/ 329369 h 342453"/>
                    <a:gd name="connsiteX4" fmla="*/ 4805 w 374631"/>
                    <a:gd name="connsiteY4" fmla="*/ 281744 h 342453"/>
                    <a:gd name="connsiteX5" fmla="*/ 235214 w 374631"/>
                    <a:gd name="connsiteY5" fmla="*/ 10853 h 342453"/>
                    <a:gd name="connsiteX6" fmla="*/ 249215 w 374631"/>
                    <a:gd name="connsiteY6" fmla="*/ 8091 h 342453"/>
                    <a:gd name="connsiteX7" fmla="*/ 288934 w 374631"/>
                    <a:gd name="connsiteY7" fmla="*/ 4281 h 342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631" h="342453">
                      <a:moveTo>
                        <a:pt x="290173" y="376"/>
                      </a:moveTo>
                      <a:cubicBezTo>
                        <a:pt x="311700" y="6567"/>
                        <a:pt x="333227" y="12568"/>
                        <a:pt x="354658" y="19426"/>
                      </a:cubicBezTo>
                      <a:cubicBezTo>
                        <a:pt x="376089" y="26284"/>
                        <a:pt x="375708" y="40286"/>
                        <a:pt x="366278" y="55050"/>
                      </a:cubicBezTo>
                      <a:cubicBezTo>
                        <a:pt x="290078" y="173731"/>
                        <a:pt x="206258" y="283650"/>
                        <a:pt x="63669" y="329369"/>
                      </a:cubicBezTo>
                      <a:cubicBezTo>
                        <a:pt x="-6150" y="351848"/>
                        <a:pt x="-9959" y="352420"/>
                        <a:pt x="4805" y="281744"/>
                      </a:cubicBezTo>
                      <a:cubicBezTo>
                        <a:pt x="32140" y="151061"/>
                        <a:pt x="109580" y="59907"/>
                        <a:pt x="235214" y="10853"/>
                      </a:cubicBezTo>
                      <a:cubicBezTo>
                        <a:pt x="239786" y="9349"/>
                        <a:pt x="244453" y="8424"/>
                        <a:pt x="249215" y="8091"/>
                      </a:cubicBezTo>
                      <a:cubicBezTo>
                        <a:pt x="262359" y="6662"/>
                        <a:pt x="275695" y="5519"/>
                        <a:pt x="288934" y="428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66" name="任意多边形: 形状 447"/>
                <p:cNvSpPr/>
                <p:nvPr/>
              </p:nvSpPr>
              <p:spPr>
                <a:xfrm>
                  <a:off x="12896438" y="2957334"/>
                  <a:ext cx="306433" cy="392571"/>
                </a:xfrm>
                <a:custGeom>
                  <a:avLst/>
                  <a:gdLst>
                    <a:gd name="connsiteX0" fmla="*/ 14364 w 306433"/>
                    <a:gd name="connsiteY0" fmla="*/ 392947 h 392571"/>
                    <a:gd name="connsiteX1" fmla="*/ 1027 w 306433"/>
                    <a:gd name="connsiteY1" fmla="*/ 351514 h 392571"/>
                    <a:gd name="connsiteX2" fmla="*/ 194671 w 306433"/>
                    <a:gd name="connsiteY2" fmla="*/ 6804 h 392571"/>
                    <a:gd name="connsiteX3" fmla="*/ 293065 w 306433"/>
                    <a:gd name="connsiteY3" fmla="*/ 1565 h 392571"/>
                    <a:gd name="connsiteX4" fmla="*/ 303923 w 306433"/>
                    <a:gd name="connsiteY4" fmla="*/ 30140 h 392571"/>
                    <a:gd name="connsiteX5" fmla="*/ 208673 w 306433"/>
                    <a:gd name="connsiteY5" fmla="*/ 231880 h 392571"/>
                    <a:gd name="connsiteX6" fmla="*/ 14364 w 306433"/>
                    <a:gd name="connsiteY6" fmla="*/ 392947 h 39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6433" h="392571">
                      <a:moveTo>
                        <a:pt x="14364" y="392947"/>
                      </a:moveTo>
                      <a:cubicBezTo>
                        <a:pt x="8934" y="379460"/>
                        <a:pt x="4457" y="365620"/>
                        <a:pt x="1027" y="351514"/>
                      </a:cubicBezTo>
                      <a:cubicBezTo>
                        <a:pt x="-20499" y="225974"/>
                        <a:pt x="68179" y="47952"/>
                        <a:pt x="194671" y="6804"/>
                      </a:cubicBezTo>
                      <a:cubicBezTo>
                        <a:pt x="224960" y="-2721"/>
                        <a:pt x="260107" y="994"/>
                        <a:pt x="293065" y="1565"/>
                      </a:cubicBezTo>
                      <a:cubicBezTo>
                        <a:pt x="297065" y="1565"/>
                        <a:pt x="306018" y="21377"/>
                        <a:pt x="303923" y="30140"/>
                      </a:cubicBezTo>
                      <a:cubicBezTo>
                        <a:pt x="284873" y="103292"/>
                        <a:pt x="250203" y="169015"/>
                        <a:pt x="208673" y="231880"/>
                      </a:cubicBezTo>
                      <a:cubicBezTo>
                        <a:pt x="160571" y="302936"/>
                        <a:pt x="86943" y="341227"/>
                        <a:pt x="14364" y="39294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67" name="任意多边形: 形状 448"/>
                <p:cNvSpPr/>
                <p:nvPr/>
              </p:nvSpPr>
              <p:spPr>
                <a:xfrm>
                  <a:off x="13139120" y="2234852"/>
                  <a:ext cx="374959" cy="357217"/>
                </a:xfrm>
                <a:custGeom>
                  <a:avLst/>
                  <a:gdLst>
                    <a:gd name="connsiteX0" fmla="*/ -2099 w 374959"/>
                    <a:gd name="connsiteY0" fmla="*/ 326664 h 357217"/>
                    <a:gd name="connsiteX1" fmla="*/ 154206 w 374959"/>
                    <a:gd name="connsiteY1" fmla="*/ 69489 h 357217"/>
                    <a:gd name="connsiteX2" fmla="*/ 343848 w 374959"/>
                    <a:gd name="connsiteY2" fmla="*/ 814 h 357217"/>
                    <a:gd name="connsiteX3" fmla="*/ 366995 w 374959"/>
                    <a:gd name="connsiteY3" fmla="*/ 32723 h 357217"/>
                    <a:gd name="connsiteX4" fmla="*/ 23046 w 374959"/>
                    <a:gd name="connsiteY4" fmla="*/ 354763 h 357217"/>
                    <a:gd name="connsiteX5" fmla="*/ -2099 w 374959"/>
                    <a:gd name="connsiteY5" fmla="*/ 326664 h 35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959" h="357217">
                      <a:moveTo>
                        <a:pt x="-2099" y="326664"/>
                      </a:moveTo>
                      <a:cubicBezTo>
                        <a:pt x="7426" y="221889"/>
                        <a:pt x="64576" y="136164"/>
                        <a:pt x="154206" y="69489"/>
                      </a:cubicBezTo>
                      <a:cubicBezTo>
                        <a:pt x="209356" y="28570"/>
                        <a:pt x="275268" y="4691"/>
                        <a:pt x="343848" y="814"/>
                      </a:cubicBezTo>
                      <a:cubicBezTo>
                        <a:pt x="374899" y="-1377"/>
                        <a:pt x="377948" y="3957"/>
                        <a:pt x="366995" y="32723"/>
                      </a:cubicBezTo>
                      <a:cubicBezTo>
                        <a:pt x="304796" y="195981"/>
                        <a:pt x="187257" y="300470"/>
                        <a:pt x="23046" y="354763"/>
                      </a:cubicBezTo>
                      <a:cubicBezTo>
                        <a:pt x="2759" y="361907"/>
                        <a:pt x="-3052" y="356573"/>
                        <a:pt x="-2099" y="32666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68" name="任意多边形: 形状 449"/>
                <p:cNvSpPr/>
                <p:nvPr/>
              </p:nvSpPr>
              <p:spPr>
                <a:xfrm>
                  <a:off x="13039047" y="4065476"/>
                  <a:ext cx="201524" cy="412094"/>
                </a:xfrm>
                <a:custGeom>
                  <a:avLst/>
                  <a:gdLst>
                    <a:gd name="connsiteX0" fmla="*/ 95211 w 201524"/>
                    <a:gd name="connsiteY0" fmla="*/ 412470 h 412094"/>
                    <a:gd name="connsiteX1" fmla="*/ 16153 w 201524"/>
                    <a:gd name="connsiteY1" fmla="*/ 299789 h 412094"/>
                    <a:gd name="connsiteX2" fmla="*/ 1579 w 201524"/>
                    <a:gd name="connsiteY2" fmla="*/ 139483 h 412094"/>
                    <a:gd name="connsiteX3" fmla="*/ 120928 w 201524"/>
                    <a:gd name="connsiteY3" fmla="*/ 704 h 412094"/>
                    <a:gd name="connsiteX4" fmla="*/ 187603 w 201524"/>
                    <a:gd name="connsiteY4" fmla="*/ 8229 h 412094"/>
                    <a:gd name="connsiteX5" fmla="*/ 199319 w 201524"/>
                    <a:gd name="connsiteY5" fmla="*/ 30708 h 412094"/>
                    <a:gd name="connsiteX6" fmla="*/ 187508 w 201524"/>
                    <a:gd name="connsiteY6" fmla="*/ 240925 h 412094"/>
                    <a:gd name="connsiteX7" fmla="*/ 159600 w 201524"/>
                    <a:gd name="connsiteY7" fmla="*/ 314934 h 412094"/>
                    <a:gd name="connsiteX8" fmla="*/ 95211 w 201524"/>
                    <a:gd name="connsiteY8" fmla="*/ 412470 h 41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524" h="412094">
                      <a:moveTo>
                        <a:pt x="95211" y="412470"/>
                      </a:moveTo>
                      <a:cubicBezTo>
                        <a:pt x="58443" y="383438"/>
                        <a:pt x="30917" y="344261"/>
                        <a:pt x="16153" y="299789"/>
                      </a:cubicBezTo>
                      <a:cubicBezTo>
                        <a:pt x="-1565" y="248307"/>
                        <a:pt x="-6518" y="193309"/>
                        <a:pt x="1579" y="139483"/>
                      </a:cubicBezTo>
                      <a:cubicBezTo>
                        <a:pt x="8342" y="87763"/>
                        <a:pt x="46442" y="10039"/>
                        <a:pt x="120928" y="704"/>
                      </a:cubicBezTo>
                      <a:cubicBezTo>
                        <a:pt x="143406" y="-591"/>
                        <a:pt x="165981" y="1952"/>
                        <a:pt x="187603" y="8229"/>
                      </a:cubicBezTo>
                      <a:cubicBezTo>
                        <a:pt x="193128" y="9467"/>
                        <a:pt x="199605" y="23088"/>
                        <a:pt x="199319" y="30708"/>
                      </a:cubicBezTo>
                      <a:cubicBezTo>
                        <a:pt x="196556" y="100907"/>
                        <a:pt x="194461" y="171202"/>
                        <a:pt x="187508" y="240925"/>
                      </a:cubicBezTo>
                      <a:cubicBezTo>
                        <a:pt x="183222" y="267195"/>
                        <a:pt x="173697" y="292350"/>
                        <a:pt x="159600" y="314934"/>
                      </a:cubicBezTo>
                      <a:cubicBezTo>
                        <a:pt x="140931" y="347795"/>
                        <a:pt x="118165" y="378180"/>
                        <a:pt x="95211" y="4124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69" name="任意多边形: 形状 450"/>
                <p:cNvSpPr/>
                <p:nvPr/>
              </p:nvSpPr>
              <p:spPr>
                <a:xfrm>
                  <a:off x="13394067" y="4617829"/>
                  <a:ext cx="225782" cy="377282"/>
                </a:xfrm>
                <a:custGeom>
                  <a:avLst/>
                  <a:gdLst>
                    <a:gd name="connsiteX0" fmla="*/ 223586 w 225782"/>
                    <a:gd name="connsiteY0" fmla="*/ 243974 h 377282"/>
                    <a:gd name="connsiteX1" fmla="*/ 193390 w 225782"/>
                    <a:gd name="connsiteY1" fmla="*/ 372657 h 377282"/>
                    <a:gd name="connsiteX2" fmla="*/ 164815 w 225782"/>
                    <a:gd name="connsiteY2" fmla="*/ 376182 h 377282"/>
                    <a:gd name="connsiteX3" fmla="*/ 21940 w 225782"/>
                    <a:gd name="connsiteY3" fmla="*/ 236450 h 377282"/>
                    <a:gd name="connsiteX4" fmla="*/ 5843 w 225782"/>
                    <a:gd name="connsiteY4" fmla="*/ 90527 h 377282"/>
                    <a:gd name="connsiteX5" fmla="*/ 124524 w 225782"/>
                    <a:gd name="connsiteY5" fmla="*/ 420 h 377282"/>
                    <a:gd name="connsiteX6" fmla="*/ 148146 w 225782"/>
                    <a:gd name="connsiteY6" fmla="*/ 12327 h 377282"/>
                    <a:gd name="connsiteX7" fmla="*/ 223586 w 225782"/>
                    <a:gd name="connsiteY7" fmla="*/ 243974 h 37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82" h="377282">
                      <a:moveTo>
                        <a:pt x="223586" y="243974"/>
                      </a:moveTo>
                      <a:cubicBezTo>
                        <a:pt x="215298" y="280741"/>
                        <a:pt x="205582" y="327033"/>
                        <a:pt x="193390" y="372657"/>
                      </a:cubicBezTo>
                      <a:cubicBezTo>
                        <a:pt x="192439" y="376277"/>
                        <a:pt x="172721" y="379706"/>
                        <a:pt x="164815" y="376182"/>
                      </a:cubicBezTo>
                      <a:cubicBezTo>
                        <a:pt x="101474" y="348922"/>
                        <a:pt x="50610" y="299124"/>
                        <a:pt x="21940" y="236450"/>
                      </a:cubicBezTo>
                      <a:cubicBezTo>
                        <a:pt x="318" y="190158"/>
                        <a:pt x="-10826" y="142533"/>
                        <a:pt x="5843" y="90527"/>
                      </a:cubicBezTo>
                      <a:cubicBezTo>
                        <a:pt x="21465" y="41663"/>
                        <a:pt x="73471" y="-1199"/>
                        <a:pt x="124524" y="420"/>
                      </a:cubicBezTo>
                      <a:cubicBezTo>
                        <a:pt x="133763" y="772"/>
                        <a:pt x="142337" y="5117"/>
                        <a:pt x="148146" y="12327"/>
                      </a:cubicBezTo>
                      <a:cubicBezTo>
                        <a:pt x="185676" y="81954"/>
                        <a:pt x="217870" y="153392"/>
                        <a:pt x="223586" y="24397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70" name="任意多边形: 形状 451"/>
                <p:cNvSpPr/>
                <p:nvPr/>
              </p:nvSpPr>
              <p:spPr>
                <a:xfrm>
                  <a:off x="12876994" y="3374377"/>
                  <a:ext cx="224744" cy="389353"/>
                </a:xfrm>
                <a:custGeom>
                  <a:avLst/>
                  <a:gdLst>
                    <a:gd name="connsiteX0" fmla="*/ -2197 w 224744"/>
                    <a:gd name="connsiteY0" fmla="*/ 261369 h 389353"/>
                    <a:gd name="connsiteX1" fmla="*/ 101148 w 224744"/>
                    <a:gd name="connsiteY1" fmla="*/ 24292 h 389353"/>
                    <a:gd name="connsiteX2" fmla="*/ 192398 w 224744"/>
                    <a:gd name="connsiteY2" fmla="*/ 2860 h 389353"/>
                    <a:gd name="connsiteX3" fmla="*/ 221736 w 224744"/>
                    <a:gd name="connsiteY3" fmla="*/ 42008 h 389353"/>
                    <a:gd name="connsiteX4" fmla="*/ 148108 w 224744"/>
                    <a:gd name="connsiteY4" fmla="*/ 296135 h 389353"/>
                    <a:gd name="connsiteX5" fmla="*/ 44761 w 224744"/>
                    <a:gd name="connsiteY5" fmla="*/ 386242 h 389353"/>
                    <a:gd name="connsiteX6" fmla="*/ 16186 w 224744"/>
                    <a:gd name="connsiteY6" fmla="*/ 373192 h 389353"/>
                    <a:gd name="connsiteX7" fmla="*/ -2197 w 224744"/>
                    <a:gd name="connsiteY7" fmla="*/ 261369 h 389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744" h="389353">
                      <a:moveTo>
                        <a:pt x="-2197" y="261369"/>
                      </a:moveTo>
                      <a:cubicBezTo>
                        <a:pt x="-1341" y="166690"/>
                        <a:pt x="24283" y="84680"/>
                        <a:pt x="101148" y="24292"/>
                      </a:cubicBezTo>
                      <a:cubicBezTo>
                        <a:pt x="126772" y="3765"/>
                        <a:pt x="160298" y="-4112"/>
                        <a:pt x="192398" y="2860"/>
                      </a:cubicBezTo>
                      <a:cubicBezTo>
                        <a:pt x="213543" y="6766"/>
                        <a:pt x="225926" y="16481"/>
                        <a:pt x="221736" y="42008"/>
                      </a:cubicBezTo>
                      <a:cubicBezTo>
                        <a:pt x="207544" y="129829"/>
                        <a:pt x="200779" y="219745"/>
                        <a:pt x="148108" y="296135"/>
                      </a:cubicBezTo>
                      <a:cubicBezTo>
                        <a:pt x="121437" y="334711"/>
                        <a:pt x="90958" y="368906"/>
                        <a:pt x="44761" y="386242"/>
                      </a:cubicBezTo>
                      <a:cubicBezTo>
                        <a:pt x="28473" y="392338"/>
                        <a:pt x="19425" y="391861"/>
                        <a:pt x="16186" y="373192"/>
                      </a:cubicBezTo>
                      <a:cubicBezTo>
                        <a:pt x="10279" y="335854"/>
                        <a:pt x="3993" y="298707"/>
                        <a:pt x="-2197" y="26136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71" name="任意多边形: 形状 452"/>
                <p:cNvSpPr/>
                <p:nvPr/>
              </p:nvSpPr>
              <p:spPr>
                <a:xfrm>
                  <a:off x="13198922" y="4374711"/>
                  <a:ext cx="212518" cy="363130"/>
                </a:xfrm>
                <a:custGeom>
                  <a:avLst/>
                  <a:gdLst>
                    <a:gd name="connsiteX0" fmla="*/ 202513 w 212518"/>
                    <a:gd name="connsiteY0" fmla="*/ 186389 h 363130"/>
                    <a:gd name="connsiteX1" fmla="*/ 163173 w 212518"/>
                    <a:gd name="connsiteY1" fmla="*/ 308118 h 363130"/>
                    <a:gd name="connsiteX2" fmla="*/ 144123 w 212518"/>
                    <a:gd name="connsiteY2" fmla="*/ 336217 h 363130"/>
                    <a:gd name="connsiteX3" fmla="*/ 91926 w 212518"/>
                    <a:gd name="connsiteY3" fmla="*/ 346314 h 363130"/>
                    <a:gd name="connsiteX4" fmla="*/ 2106 w 212518"/>
                    <a:gd name="connsiteY4" fmla="*/ 101426 h 363130"/>
                    <a:gd name="connsiteX5" fmla="*/ 144981 w 212518"/>
                    <a:gd name="connsiteY5" fmla="*/ 2175 h 363130"/>
                    <a:gd name="connsiteX6" fmla="*/ 168889 w 212518"/>
                    <a:gd name="connsiteY6" fmla="*/ 25893 h 363130"/>
                    <a:gd name="connsiteX7" fmla="*/ 210322 w 212518"/>
                    <a:gd name="connsiteY7" fmla="*/ 184770 h 363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518" h="363130">
                      <a:moveTo>
                        <a:pt x="202513" y="186389"/>
                      </a:moveTo>
                      <a:cubicBezTo>
                        <a:pt x="206417" y="232585"/>
                        <a:pt x="190511" y="272114"/>
                        <a:pt x="163173" y="308118"/>
                      </a:cubicBezTo>
                      <a:cubicBezTo>
                        <a:pt x="156315" y="317109"/>
                        <a:pt x="149934" y="326491"/>
                        <a:pt x="144123" y="336217"/>
                      </a:cubicBezTo>
                      <a:cubicBezTo>
                        <a:pt x="124501" y="369555"/>
                        <a:pt x="120501" y="371650"/>
                        <a:pt x="91926" y="346314"/>
                      </a:cubicBezTo>
                      <a:cubicBezTo>
                        <a:pt x="18489" y="281163"/>
                        <a:pt x="-14753" y="199724"/>
                        <a:pt x="2106" y="101426"/>
                      </a:cubicBezTo>
                      <a:cubicBezTo>
                        <a:pt x="12773" y="39037"/>
                        <a:pt x="82973" y="-9731"/>
                        <a:pt x="144981" y="2175"/>
                      </a:cubicBezTo>
                      <a:cubicBezTo>
                        <a:pt x="156125" y="6042"/>
                        <a:pt x="164982" y="14767"/>
                        <a:pt x="168889" y="25893"/>
                      </a:cubicBezTo>
                      <a:cubicBezTo>
                        <a:pt x="184128" y="78471"/>
                        <a:pt x="196797" y="131715"/>
                        <a:pt x="210322" y="1847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grpSp>
        </p:grpSp>
        <p:sp>
          <p:nvSpPr>
            <p:cNvPr id="59" name="文本框 58"/>
            <p:cNvSpPr txBox="1"/>
            <p:nvPr/>
          </p:nvSpPr>
          <p:spPr>
            <a:xfrm>
              <a:off x="14446" y="6278"/>
              <a:ext cx="2575" cy="580"/>
            </a:xfrm>
            <a:prstGeom prst="rect">
              <a:avLst/>
            </a:prstGeom>
            <a:noFill/>
          </p:spPr>
          <p:txBody>
            <a:bodyPr vert="horz" wrap="none" lIns="91440" tIns="45720" rIns="91440" bIns="45720" rtlCol="0" anchor="ctr" anchorCtr="0">
              <a:spAutoFit/>
            </a:bodyPr>
            <a:lstStyle>
              <a:defPPr>
                <a:defRPr lang="en-US"/>
              </a:defPPr>
              <a:lvl1pPr marR="0" lvl="0" indent="0" algn="ctr" fontAlgn="auto">
                <a:spcBef>
                  <a:spcPts val="0"/>
                </a:spcBef>
                <a:spcAft>
                  <a:spcPts val="0"/>
                </a:spcAft>
                <a:buClrTx/>
                <a:buSzTx/>
                <a:buFontTx/>
                <a:buNone/>
                <a:defRPr kumimoji="0" sz="2400" b="1" i="0" u="none" strike="noStrike" cap="none" spc="0" normalizeH="0" baseline="0">
                  <a:ln>
                    <a:noFill/>
                  </a:ln>
                  <a:gradFill>
                    <a:gsLst>
                      <a:gs pos="0">
                        <a:srgbClr val="0A34BA"/>
                      </a:gs>
                      <a:gs pos="100000">
                        <a:srgbClr val="00256E"/>
                      </a:gs>
                    </a:gsLst>
                    <a:lin ang="2700000" scaled="0"/>
                  </a:gradFill>
                  <a:effectLst/>
                  <a:uLnTx/>
                  <a:uFillTx/>
                  <a:latin typeface="微软雅黑" panose="020B0503020204020204" charset="-122"/>
                  <a:ea typeface="微软雅黑" panose="020B0503020204020204" charset="-122"/>
                </a:defRPr>
              </a:lvl1pPr>
            </a:lstStyle>
            <a:p>
              <a:pPr marL="12700" lvl="0" algn="ctr">
                <a:spcBef>
                  <a:spcPts val="95"/>
                </a:spcBef>
              </a:pPr>
              <a:r>
                <a:rPr lang="zh-CN" altLang="en-US" sz="1800">
                  <a:solidFill>
                    <a:schemeClr val="bg1"/>
                  </a:solidFill>
                  <a:cs typeface="微软雅黑" panose="020B0503020204020204" charset="-122"/>
                  <a:sym typeface="+mn-ea"/>
                </a:rPr>
                <a:t>省科技进步奖 </a:t>
              </a:r>
              <a:endParaRPr lang="zh-CN" altLang="en-US" sz="1800">
                <a:solidFill>
                  <a:schemeClr val="bg1"/>
                </a:solidFill>
                <a:cs typeface="微软雅黑" panose="020B0503020204020204" charset="-122"/>
                <a:sym typeface="+mn-ea"/>
              </a:endParaRPr>
            </a:p>
          </p:txBody>
        </p:sp>
        <p:grpSp>
          <p:nvGrpSpPr>
            <p:cNvPr id="172" name="组合 171"/>
            <p:cNvGrpSpPr/>
            <p:nvPr/>
          </p:nvGrpSpPr>
          <p:grpSpPr>
            <a:xfrm rot="0">
              <a:off x="13446" y="6100"/>
              <a:ext cx="4575" cy="936"/>
              <a:chOff x="12973" y="715"/>
              <a:chExt cx="5456" cy="1116"/>
            </a:xfrm>
          </p:grpSpPr>
          <p:grpSp>
            <p:nvGrpSpPr>
              <p:cNvPr id="173" name="组合 172"/>
              <p:cNvGrpSpPr/>
              <p:nvPr/>
            </p:nvGrpSpPr>
            <p:grpSpPr>
              <a:xfrm rot="0">
                <a:off x="12973" y="715"/>
                <a:ext cx="622" cy="1116"/>
                <a:chOff x="12505110" y="1875542"/>
                <a:chExt cx="2029933" cy="3642920"/>
              </a:xfrm>
              <a:gradFill>
                <a:gsLst>
                  <a:gs pos="0">
                    <a:srgbClr val="FFCD69">
                      <a:lumMod val="40000"/>
                      <a:lumOff val="60000"/>
                    </a:srgbClr>
                  </a:gs>
                  <a:gs pos="100000">
                    <a:srgbClr val="FFCD69">
                      <a:lumMod val="60000"/>
                      <a:lumOff val="40000"/>
                    </a:srgbClr>
                  </a:gs>
                </a:gsLst>
                <a:lin ang="5400000" scaled="1"/>
              </a:gradFill>
            </p:grpSpPr>
            <p:sp>
              <p:nvSpPr>
                <p:cNvPr id="174" name="任意多边形: 形状 453"/>
                <p:cNvSpPr/>
                <p:nvPr/>
              </p:nvSpPr>
              <p:spPr>
                <a:xfrm>
                  <a:off x="12724094" y="2480178"/>
                  <a:ext cx="1810949" cy="3038284"/>
                </a:xfrm>
                <a:custGeom>
                  <a:avLst/>
                  <a:gdLst>
                    <a:gd name="connsiteX0" fmla="*/ 193566 w 1810949"/>
                    <a:gd name="connsiteY0" fmla="*/ 433763 h 3038284"/>
                    <a:gd name="connsiteX1" fmla="*/ 155466 w 1810949"/>
                    <a:gd name="connsiteY1" fmla="*/ 501962 h 3038284"/>
                    <a:gd name="connsiteX2" fmla="*/ 131653 w 1810949"/>
                    <a:gd name="connsiteY2" fmla="*/ 509011 h 3038284"/>
                    <a:gd name="connsiteX3" fmla="*/ 22020 w 1810949"/>
                    <a:gd name="connsiteY3" fmla="*/ 388329 h 3038284"/>
                    <a:gd name="connsiteX4" fmla="*/ 494 w 1810949"/>
                    <a:gd name="connsiteY4" fmla="*/ 223451 h 3038284"/>
                    <a:gd name="connsiteX5" fmla="*/ 69264 w 1810949"/>
                    <a:gd name="connsiteY5" fmla="*/ 19902 h 3038284"/>
                    <a:gd name="connsiteX6" fmla="*/ 116126 w 1810949"/>
                    <a:gd name="connsiteY6" fmla="*/ 4662 h 3038284"/>
                    <a:gd name="connsiteX7" fmla="*/ 237379 w 1810949"/>
                    <a:gd name="connsiteY7" fmla="*/ 217260 h 3038284"/>
                    <a:gd name="connsiteX8" fmla="*/ 216806 w 1810949"/>
                    <a:gd name="connsiteY8" fmla="*/ 352039 h 3038284"/>
                    <a:gd name="connsiteX9" fmla="*/ 219474 w 1810949"/>
                    <a:gd name="connsiteY9" fmla="*/ 378232 h 3038284"/>
                    <a:gd name="connsiteX10" fmla="*/ 348821 w 1810949"/>
                    <a:gd name="connsiteY10" fmla="*/ 81624 h 3038284"/>
                    <a:gd name="connsiteX11" fmla="*/ 359109 w 1810949"/>
                    <a:gd name="connsiteY11" fmla="*/ 84958 h 3038284"/>
                    <a:gd name="connsiteX12" fmla="*/ 354442 w 1810949"/>
                    <a:gd name="connsiteY12" fmla="*/ 106770 h 3038284"/>
                    <a:gd name="connsiteX13" fmla="*/ 244332 w 1810949"/>
                    <a:gd name="connsiteY13" fmla="*/ 395092 h 3038284"/>
                    <a:gd name="connsiteX14" fmla="*/ 161561 w 1810949"/>
                    <a:gd name="connsiteY14" fmla="*/ 728467 h 3038284"/>
                    <a:gd name="connsiteX15" fmla="*/ 133463 w 1810949"/>
                    <a:gd name="connsiteY15" fmla="*/ 1132136 h 3038284"/>
                    <a:gd name="connsiteX16" fmla="*/ 158989 w 1810949"/>
                    <a:gd name="connsiteY16" fmla="*/ 1401694 h 3038284"/>
                    <a:gd name="connsiteX17" fmla="*/ 225664 w 1810949"/>
                    <a:gd name="connsiteY17" fmla="*/ 1672394 h 3038284"/>
                    <a:gd name="connsiteX18" fmla="*/ 414831 w 1810949"/>
                    <a:gd name="connsiteY18" fmla="*/ 2081302 h 3038284"/>
                    <a:gd name="connsiteX19" fmla="*/ 898034 w 1810949"/>
                    <a:gd name="connsiteY19" fmla="*/ 2589747 h 3038284"/>
                    <a:gd name="connsiteX20" fmla="*/ 1317134 w 1810949"/>
                    <a:gd name="connsiteY20" fmla="*/ 2804250 h 3038284"/>
                    <a:gd name="connsiteX21" fmla="*/ 1777478 w 1810949"/>
                    <a:gd name="connsiteY21" fmla="*/ 2892547 h 3038284"/>
                    <a:gd name="connsiteX22" fmla="*/ 1807672 w 1810949"/>
                    <a:gd name="connsiteY22" fmla="*/ 2925599 h 3038284"/>
                    <a:gd name="connsiteX23" fmla="*/ 1792526 w 1810949"/>
                    <a:gd name="connsiteY23" fmla="*/ 3024278 h 3038284"/>
                    <a:gd name="connsiteX24" fmla="*/ 1768237 w 1810949"/>
                    <a:gd name="connsiteY24" fmla="*/ 3038660 h 3038284"/>
                    <a:gd name="connsiteX25" fmla="*/ 1609647 w 1810949"/>
                    <a:gd name="connsiteY25" fmla="*/ 3020277 h 3038284"/>
                    <a:gd name="connsiteX26" fmla="*/ 1400097 w 1810949"/>
                    <a:gd name="connsiteY26" fmla="*/ 2968080 h 3038284"/>
                    <a:gd name="connsiteX27" fmla="*/ 1127776 w 1810949"/>
                    <a:gd name="connsiteY27" fmla="*/ 2862257 h 3038284"/>
                    <a:gd name="connsiteX28" fmla="*/ 563706 w 1810949"/>
                    <a:gd name="connsiteY28" fmla="*/ 2435728 h 3038284"/>
                    <a:gd name="connsiteX29" fmla="*/ 233284 w 1810949"/>
                    <a:gd name="connsiteY29" fmla="*/ 1910614 h 3038284"/>
                    <a:gd name="connsiteX30" fmla="*/ 110696 w 1810949"/>
                    <a:gd name="connsiteY30" fmla="*/ 1479037 h 3038284"/>
                    <a:gd name="connsiteX31" fmla="*/ 87265 w 1810949"/>
                    <a:gd name="connsiteY31" fmla="*/ 1018122 h 3038284"/>
                    <a:gd name="connsiteX32" fmla="*/ 138988 w 1810949"/>
                    <a:gd name="connsiteY32" fmla="*/ 669221 h 3038284"/>
                    <a:gd name="connsiteX33" fmla="*/ 197470 w 1810949"/>
                    <a:gd name="connsiteY33" fmla="*/ 458338 h 3038284"/>
                    <a:gd name="connsiteX34" fmla="*/ 199565 w 1810949"/>
                    <a:gd name="connsiteY34" fmla="*/ 434239 h 303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0949" h="3038284">
                      <a:moveTo>
                        <a:pt x="193566" y="433763"/>
                      </a:moveTo>
                      <a:cubicBezTo>
                        <a:pt x="180992" y="456718"/>
                        <a:pt x="169563" y="480245"/>
                        <a:pt x="155466" y="501962"/>
                      </a:cubicBezTo>
                      <a:cubicBezTo>
                        <a:pt x="151750" y="507487"/>
                        <a:pt x="135272" y="512154"/>
                        <a:pt x="131653" y="509011"/>
                      </a:cubicBezTo>
                      <a:cubicBezTo>
                        <a:pt x="90123" y="473578"/>
                        <a:pt x="43928" y="442336"/>
                        <a:pt x="22020" y="388329"/>
                      </a:cubicBezTo>
                      <a:cubicBezTo>
                        <a:pt x="685" y="336161"/>
                        <a:pt x="-6745" y="279344"/>
                        <a:pt x="494" y="223451"/>
                      </a:cubicBezTo>
                      <a:cubicBezTo>
                        <a:pt x="9733" y="151728"/>
                        <a:pt x="33164" y="82548"/>
                        <a:pt x="69264" y="19902"/>
                      </a:cubicBezTo>
                      <a:cubicBezTo>
                        <a:pt x="81170" y="-1148"/>
                        <a:pt x="94218" y="-3339"/>
                        <a:pt x="116126" y="4662"/>
                      </a:cubicBezTo>
                      <a:cubicBezTo>
                        <a:pt x="216044" y="41047"/>
                        <a:pt x="236810" y="114009"/>
                        <a:pt x="237379" y="217260"/>
                      </a:cubicBezTo>
                      <a:cubicBezTo>
                        <a:pt x="237379" y="262218"/>
                        <a:pt x="223855" y="307081"/>
                        <a:pt x="216806" y="352039"/>
                      </a:cubicBezTo>
                      <a:cubicBezTo>
                        <a:pt x="215188" y="360840"/>
                        <a:pt x="216044" y="369946"/>
                        <a:pt x="219474" y="378232"/>
                      </a:cubicBezTo>
                      <a:lnTo>
                        <a:pt x="348821" y="81624"/>
                      </a:lnTo>
                      <a:lnTo>
                        <a:pt x="359109" y="84958"/>
                      </a:lnTo>
                      <a:cubicBezTo>
                        <a:pt x="358158" y="92339"/>
                        <a:pt x="356633" y="99636"/>
                        <a:pt x="354442" y="106770"/>
                      </a:cubicBezTo>
                      <a:cubicBezTo>
                        <a:pt x="317486" y="202782"/>
                        <a:pt x="274814" y="297270"/>
                        <a:pt x="244332" y="395092"/>
                      </a:cubicBezTo>
                      <a:cubicBezTo>
                        <a:pt x="210235" y="504534"/>
                        <a:pt x="177657" y="615976"/>
                        <a:pt x="161561" y="728467"/>
                      </a:cubicBezTo>
                      <a:cubicBezTo>
                        <a:pt x="143560" y="862283"/>
                        <a:pt x="134130" y="997119"/>
                        <a:pt x="133463" y="1132136"/>
                      </a:cubicBezTo>
                      <a:cubicBezTo>
                        <a:pt x="133558" y="1222586"/>
                        <a:pt x="142129" y="1312835"/>
                        <a:pt x="158989" y="1401694"/>
                      </a:cubicBezTo>
                      <a:cubicBezTo>
                        <a:pt x="176420" y="1493038"/>
                        <a:pt x="198710" y="1583393"/>
                        <a:pt x="225664" y="1672394"/>
                      </a:cubicBezTo>
                      <a:cubicBezTo>
                        <a:pt x="267289" y="1818317"/>
                        <a:pt x="334915" y="1952810"/>
                        <a:pt x="414831" y="2081302"/>
                      </a:cubicBezTo>
                      <a:cubicBezTo>
                        <a:pt x="539608" y="2281939"/>
                        <a:pt x="704009" y="2454963"/>
                        <a:pt x="898034" y="2589747"/>
                      </a:cubicBezTo>
                      <a:cubicBezTo>
                        <a:pt x="1027194" y="2680172"/>
                        <a:pt x="1168258" y="2752352"/>
                        <a:pt x="1317134" y="2804250"/>
                      </a:cubicBezTo>
                      <a:cubicBezTo>
                        <a:pt x="1465535" y="2855510"/>
                        <a:pt x="1620600" y="2885244"/>
                        <a:pt x="1777478" y="2892547"/>
                      </a:cubicBezTo>
                      <a:cubicBezTo>
                        <a:pt x="1802337" y="2893880"/>
                        <a:pt x="1812244" y="2899881"/>
                        <a:pt x="1807672" y="2925599"/>
                      </a:cubicBezTo>
                      <a:cubicBezTo>
                        <a:pt x="1801861" y="2958365"/>
                        <a:pt x="1799384" y="2992274"/>
                        <a:pt x="1792526" y="3024278"/>
                      </a:cubicBezTo>
                      <a:cubicBezTo>
                        <a:pt x="1787383" y="3032908"/>
                        <a:pt x="1778239" y="3038332"/>
                        <a:pt x="1768237" y="3038660"/>
                      </a:cubicBezTo>
                      <a:cubicBezTo>
                        <a:pt x="1715089" y="3035416"/>
                        <a:pt x="1662130" y="3029279"/>
                        <a:pt x="1609647" y="3020277"/>
                      </a:cubicBezTo>
                      <a:cubicBezTo>
                        <a:pt x="1538781" y="3007341"/>
                        <a:pt x="1468772" y="2989907"/>
                        <a:pt x="1400097" y="2968080"/>
                      </a:cubicBezTo>
                      <a:cubicBezTo>
                        <a:pt x="1307228" y="2938469"/>
                        <a:pt x="1216264" y="2903127"/>
                        <a:pt x="1127776" y="2862257"/>
                      </a:cubicBezTo>
                      <a:cubicBezTo>
                        <a:pt x="913464" y="2758742"/>
                        <a:pt x="721727" y="2613774"/>
                        <a:pt x="563706" y="2435728"/>
                      </a:cubicBezTo>
                      <a:cubicBezTo>
                        <a:pt x="425117" y="2280276"/>
                        <a:pt x="313484" y="2102804"/>
                        <a:pt x="233284" y="1910614"/>
                      </a:cubicBezTo>
                      <a:cubicBezTo>
                        <a:pt x="175753" y="1772016"/>
                        <a:pt x="134604" y="1627179"/>
                        <a:pt x="110696" y="1479037"/>
                      </a:cubicBezTo>
                      <a:cubicBezTo>
                        <a:pt x="85265" y="1326799"/>
                        <a:pt x="77454" y="1172151"/>
                        <a:pt x="87265" y="1018122"/>
                      </a:cubicBezTo>
                      <a:cubicBezTo>
                        <a:pt x="92886" y="900393"/>
                        <a:pt x="110222" y="783512"/>
                        <a:pt x="138988" y="669221"/>
                      </a:cubicBezTo>
                      <a:cubicBezTo>
                        <a:pt x="158038" y="598641"/>
                        <a:pt x="178134" y="528632"/>
                        <a:pt x="197470" y="458338"/>
                      </a:cubicBezTo>
                      <a:cubicBezTo>
                        <a:pt x="198898" y="450384"/>
                        <a:pt x="199565" y="442317"/>
                        <a:pt x="199565" y="43423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75" name="任意多边形: 形状 454"/>
                <p:cNvSpPr/>
                <p:nvPr/>
              </p:nvSpPr>
              <p:spPr>
                <a:xfrm>
                  <a:off x="12719092" y="4637983"/>
                  <a:ext cx="510159" cy="317499"/>
                </a:xfrm>
                <a:custGeom>
                  <a:avLst/>
                  <a:gdLst>
                    <a:gd name="connsiteX0" fmla="*/ 370304 w 510159"/>
                    <a:gd name="connsiteY0" fmla="*/ 317833 h 317499"/>
                    <a:gd name="connsiteX1" fmla="*/ 119796 w 510159"/>
                    <a:gd name="connsiteY1" fmla="*/ 208486 h 317499"/>
                    <a:gd name="connsiteX2" fmla="*/ 10735 w 510159"/>
                    <a:gd name="connsiteY2" fmla="*/ 100187 h 317499"/>
                    <a:gd name="connsiteX3" fmla="*/ 8449 w 510159"/>
                    <a:gd name="connsiteY3" fmla="*/ 47323 h 317499"/>
                    <a:gd name="connsiteX4" fmla="*/ 147227 w 510159"/>
                    <a:gd name="connsiteY4" fmla="*/ 4746 h 317499"/>
                    <a:gd name="connsiteX5" fmla="*/ 331536 w 510159"/>
                    <a:gd name="connsiteY5" fmla="*/ 90471 h 317499"/>
                    <a:gd name="connsiteX6" fmla="*/ 493461 w 510159"/>
                    <a:gd name="connsiteY6" fmla="*/ 220868 h 317499"/>
                    <a:gd name="connsiteX7" fmla="*/ 495747 w 510159"/>
                    <a:gd name="connsiteY7" fmla="*/ 267922 h 317499"/>
                    <a:gd name="connsiteX8" fmla="*/ 370304 w 510159"/>
                    <a:gd name="connsiteY8" fmla="*/ 317833 h 31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159" h="317499">
                      <a:moveTo>
                        <a:pt x="370304" y="317833"/>
                      </a:moveTo>
                      <a:cubicBezTo>
                        <a:pt x="272482" y="314499"/>
                        <a:pt x="191898" y="269446"/>
                        <a:pt x="119796" y="208486"/>
                      </a:cubicBezTo>
                      <a:cubicBezTo>
                        <a:pt x="80838" y="175529"/>
                        <a:pt x="47500" y="135905"/>
                        <a:pt x="10735" y="100187"/>
                      </a:cubicBezTo>
                      <a:cubicBezTo>
                        <a:pt x="-7554" y="82470"/>
                        <a:pt x="-4697" y="65706"/>
                        <a:pt x="8449" y="47323"/>
                      </a:cubicBezTo>
                      <a:cubicBezTo>
                        <a:pt x="37024" y="7794"/>
                        <a:pt x="91126" y="-8113"/>
                        <a:pt x="147227" y="4746"/>
                      </a:cubicBezTo>
                      <a:cubicBezTo>
                        <a:pt x="213902" y="20230"/>
                        <a:pt x="276672" y="49423"/>
                        <a:pt x="331536" y="90471"/>
                      </a:cubicBezTo>
                      <a:cubicBezTo>
                        <a:pt x="387352" y="131524"/>
                        <a:pt x="439265" y="177720"/>
                        <a:pt x="493461" y="220868"/>
                      </a:cubicBezTo>
                      <a:cubicBezTo>
                        <a:pt x="513367" y="236680"/>
                        <a:pt x="511463" y="249443"/>
                        <a:pt x="495747" y="267922"/>
                      </a:cubicBezTo>
                      <a:cubicBezTo>
                        <a:pt x="462219" y="306784"/>
                        <a:pt x="419166" y="318690"/>
                        <a:pt x="370304" y="31783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76" name="任意多边形: 形状 455"/>
                <p:cNvSpPr/>
                <p:nvPr/>
              </p:nvSpPr>
              <p:spPr>
                <a:xfrm>
                  <a:off x="12573644" y="4227251"/>
                  <a:ext cx="452202" cy="379955"/>
                </a:xfrm>
                <a:custGeom>
                  <a:avLst/>
                  <a:gdLst>
                    <a:gd name="connsiteX0" fmla="*/ 377923 w 452202"/>
                    <a:gd name="connsiteY0" fmla="*/ 380331 h 379955"/>
                    <a:gd name="connsiteX1" fmla="*/ 141896 w 452202"/>
                    <a:gd name="connsiteY1" fmla="*/ 267555 h 379955"/>
                    <a:gd name="connsiteX2" fmla="*/ 4830 w 452202"/>
                    <a:gd name="connsiteY2" fmla="*/ 93724 h 379955"/>
                    <a:gd name="connsiteX3" fmla="*/ 61980 w 452202"/>
                    <a:gd name="connsiteY3" fmla="*/ 3331 h 379955"/>
                    <a:gd name="connsiteX4" fmla="*/ 204187 w 452202"/>
                    <a:gd name="connsiteY4" fmla="*/ 39717 h 379955"/>
                    <a:gd name="connsiteX5" fmla="*/ 422121 w 452202"/>
                    <a:gd name="connsiteY5" fmla="*/ 298606 h 379955"/>
                    <a:gd name="connsiteX6" fmla="*/ 443838 w 452202"/>
                    <a:gd name="connsiteY6" fmla="*/ 344898 h 379955"/>
                    <a:gd name="connsiteX7" fmla="*/ 423358 w 452202"/>
                    <a:gd name="connsiteY7" fmla="*/ 378235 h 379955"/>
                    <a:gd name="connsiteX8" fmla="*/ 377923 w 452202"/>
                    <a:gd name="connsiteY8" fmla="*/ 380331 h 379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202" h="379955">
                      <a:moveTo>
                        <a:pt x="377923" y="380331"/>
                      </a:moveTo>
                      <a:cubicBezTo>
                        <a:pt x="287817" y="378712"/>
                        <a:pt x="206473" y="337278"/>
                        <a:pt x="141896" y="267555"/>
                      </a:cubicBezTo>
                      <a:cubicBezTo>
                        <a:pt x="91890" y="213643"/>
                        <a:pt x="48455" y="153255"/>
                        <a:pt x="4830" y="93724"/>
                      </a:cubicBezTo>
                      <a:cubicBezTo>
                        <a:pt x="-17460" y="63434"/>
                        <a:pt x="16450" y="11999"/>
                        <a:pt x="61980" y="3331"/>
                      </a:cubicBezTo>
                      <a:cubicBezTo>
                        <a:pt x="115130" y="-6860"/>
                        <a:pt x="161230" y="10285"/>
                        <a:pt x="204187" y="39717"/>
                      </a:cubicBezTo>
                      <a:cubicBezTo>
                        <a:pt x="300581" y="106392"/>
                        <a:pt x="366970" y="197641"/>
                        <a:pt x="422121" y="298606"/>
                      </a:cubicBezTo>
                      <a:cubicBezTo>
                        <a:pt x="430215" y="313561"/>
                        <a:pt x="436694" y="329467"/>
                        <a:pt x="443838" y="344898"/>
                      </a:cubicBezTo>
                      <a:cubicBezTo>
                        <a:pt x="455458" y="369853"/>
                        <a:pt x="451742" y="376045"/>
                        <a:pt x="423358" y="378235"/>
                      </a:cubicBezTo>
                      <a:cubicBezTo>
                        <a:pt x="410596" y="379283"/>
                        <a:pt x="398213" y="379283"/>
                        <a:pt x="377923" y="38033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77" name="任意多边形: 形状 456"/>
                <p:cNvSpPr/>
                <p:nvPr/>
              </p:nvSpPr>
              <p:spPr>
                <a:xfrm>
                  <a:off x="12505673" y="3364558"/>
                  <a:ext cx="277960" cy="488669"/>
                </a:xfrm>
                <a:custGeom>
                  <a:avLst/>
                  <a:gdLst>
                    <a:gd name="connsiteX0" fmla="*/ 271208 w 277960"/>
                    <a:gd name="connsiteY0" fmla="*/ 488453 h 488669"/>
                    <a:gd name="connsiteX1" fmla="*/ 255681 w 277960"/>
                    <a:gd name="connsiteY1" fmla="*/ 488453 h 488669"/>
                    <a:gd name="connsiteX2" fmla="*/ 39368 w 277960"/>
                    <a:gd name="connsiteY2" fmla="*/ 296714 h 488669"/>
                    <a:gd name="connsiteX3" fmla="*/ -1304 w 277960"/>
                    <a:gd name="connsiteY3" fmla="*/ 29443 h 488669"/>
                    <a:gd name="connsiteX4" fmla="*/ 13461 w 277960"/>
                    <a:gd name="connsiteY4" fmla="*/ 9631 h 488669"/>
                    <a:gd name="connsiteX5" fmla="*/ 157954 w 277960"/>
                    <a:gd name="connsiteY5" fmla="*/ 53255 h 488669"/>
                    <a:gd name="connsiteX6" fmla="*/ 247300 w 277960"/>
                    <a:gd name="connsiteY6" fmla="*/ 229182 h 488669"/>
                    <a:gd name="connsiteX7" fmla="*/ 274066 w 277960"/>
                    <a:gd name="connsiteY7" fmla="*/ 465688 h 488669"/>
                    <a:gd name="connsiteX8" fmla="*/ 271208 w 277960"/>
                    <a:gd name="connsiteY8" fmla="*/ 488453 h 48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960" h="488669">
                      <a:moveTo>
                        <a:pt x="271208" y="488453"/>
                      </a:moveTo>
                      <a:cubicBezTo>
                        <a:pt x="266064" y="489243"/>
                        <a:pt x="260825" y="489243"/>
                        <a:pt x="255681" y="488453"/>
                      </a:cubicBezTo>
                      <a:cubicBezTo>
                        <a:pt x="159003" y="452448"/>
                        <a:pt x="83280" y="396060"/>
                        <a:pt x="39368" y="296714"/>
                      </a:cubicBezTo>
                      <a:cubicBezTo>
                        <a:pt x="1268" y="209846"/>
                        <a:pt x="-4922" y="120978"/>
                        <a:pt x="-1304" y="29443"/>
                      </a:cubicBezTo>
                      <a:cubicBezTo>
                        <a:pt x="317" y="20947"/>
                        <a:pt x="5745" y="13660"/>
                        <a:pt x="13461" y="9631"/>
                      </a:cubicBezTo>
                      <a:cubicBezTo>
                        <a:pt x="58800" y="-11991"/>
                        <a:pt x="116712" y="4964"/>
                        <a:pt x="157954" y="53255"/>
                      </a:cubicBezTo>
                      <a:cubicBezTo>
                        <a:pt x="201770" y="104500"/>
                        <a:pt x="227964" y="164507"/>
                        <a:pt x="247300" y="229182"/>
                      </a:cubicBezTo>
                      <a:cubicBezTo>
                        <a:pt x="270731" y="305687"/>
                        <a:pt x="279875" y="385878"/>
                        <a:pt x="274066" y="465688"/>
                      </a:cubicBezTo>
                      <a:cubicBezTo>
                        <a:pt x="273589" y="472832"/>
                        <a:pt x="272254" y="479975"/>
                        <a:pt x="271208" y="48845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78" name="任意多边形: 形状 457"/>
                <p:cNvSpPr/>
                <p:nvPr/>
              </p:nvSpPr>
              <p:spPr>
                <a:xfrm>
                  <a:off x="12596347" y="2922507"/>
                  <a:ext cx="229687" cy="509521"/>
                </a:xfrm>
                <a:custGeom>
                  <a:avLst/>
                  <a:gdLst>
                    <a:gd name="connsiteX0" fmla="*/ 227490 w 229687"/>
                    <a:gd name="connsiteY0" fmla="*/ 290520 h 509521"/>
                    <a:gd name="connsiteX1" fmla="*/ 207582 w 229687"/>
                    <a:gd name="connsiteY1" fmla="*/ 476448 h 509521"/>
                    <a:gd name="connsiteX2" fmla="*/ 159957 w 229687"/>
                    <a:gd name="connsiteY2" fmla="*/ 502737 h 509521"/>
                    <a:gd name="connsiteX3" fmla="*/ 21940 w 229687"/>
                    <a:gd name="connsiteY3" fmla="*/ 346717 h 509521"/>
                    <a:gd name="connsiteX4" fmla="*/ 11655 w 229687"/>
                    <a:gd name="connsiteY4" fmla="*/ 48299 h 509521"/>
                    <a:gd name="connsiteX5" fmla="*/ 112904 w 229687"/>
                    <a:gd name="connsiteY5" fmla="*/ 11437 h 509521"/>
                    <a:gd name="connsiteX6" fmla="*/ 195392 w 229687"/>
                    <a:gd name="connsiteY6" fmla="*/ 118593 h 509521"/>
                    <a:gd name="connsiteX7" fmla="*/ 227490 w 229687"/>
                    <a:gd name="connsiteY7" fmla="*/ 290520 h 509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87" h="509521">
                      <a:moveTo>
                        <a:pt x="227490" y="290520"/>
                      </a:moveTo>
                      <a:cubicBezTo>
                        <a:pt x="219679" y="365196"/>
                        <a:pt x="215203" y="421012"/>
                        <a:pt x="207582" y="476448"/>
                      </a:cubicBezTo>
                      <a:cubicBezTo>
                        <a:pt x="202631" y="512833"/>
                        <a:pt x="193676" y="515976"/>
                        <a:pt x="159957" y="502737"/>
                      </a:cubicBezTo>
                      <a:cubicBezTo>
                        <a:pt x="87378" y="474162"/>
                        <a:pt x="46420" y="418440"/>
                        <a:pt x="21940" y="346717"/>
                      </a:cubicBezTo>
                      <a:cubicBezTo>
                        <a:pt x="-11681" y="248038"/>
                        <a:pt x="-5300" y="148311"/>
                        <a:pt x="11655" y="48299"/>
                      </a:cubicBezTo>
                      <a:cubicBezTo>
                        <a:pt x="19180" y="3531"/>
                        <a:pt x="66042" y="-12470"/>
                        <a:pt x="112904" y="11437"/>
                      </a:cubicBezTo>
                      <a:cubicBezTo>
                        <a:pt x="154911" y="33164"/>
                        <a:pt x="185105" y="72416"/>
                        <a:pt x="195392" y="118593"/>
                      </a:cubicBezTo>
                      <a:cubicBezTo>
                        <a:pt x="211012" y="180696"/>
                        <a:pt x="219300" y="244704"/>
                        <a:pt x="227490" y="29052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79" name="任意多边形: 形状 458"/>
                <p:cNvSpPr/>
                <p:nvPr/>
              </p:nvSpPr>
              <p:spPr>
                <a:xfrm>
                  <a:off x="12505110" y="3811358"/>
                  <a:ext cx="348383" cy="420373"/>
                </a:xfrm>
                <a:custGeom>
                  <a:avLst/>
                  <a:gdLst>
                    <a:gd name="connsiteX0" fmla="*/ 79745 w 348383"/>
                    <a:gd name="connsiteY0" fmla="*/ 410 h 420373"/>
                    <a:gd name="connsiteX1" fmla="*/ 214811 w 348383"/>
                    <a:gd name="connsiteY1" fmla="*/ 80039 h 420373"/>
                    <a:gd name="connsiteX2" fmla="*/ 333683 w 348383"/>
                    <a:gd name="connsiteY2" fmla="*/ 329022 h 420373"/>
                    <a:gd name="connsiteX3" fmla="*/ 345589 w 348383"/>
                    <a:gd name="connsiteY3" fmla="*/ 399031 h 420373"/>
                    <a:gd name="connsiteX4" fmla="*/ 320823 w 348383"/>
                    <a:gd name="connsiteY4" fmla="*/ 419986 h 420373"/>
                    <a:gd name="connsiteX5" fmla="*/ 42503 w 348383"/>
                    <a:gd name="connsiteY5" fmla="*/ 195958 h 420373"/>
                    <a:gd name="connsiteX6" fmla="*/ 4403 w 348383"/>
                    <a:gd name="connsiteY6" fmla="*/ 85944 h 420373"/>
                    <a:gd name="connsiteX7" fmla="*/ 58504 w 348383"/>
                    <a:gd name="connsiteY7" fmla="*/ 1839 h 420373"/>
                    <a:gd name="connsiteX8" fmla="*/ 79745 w 348383"/>
                    <a:gd name="connsiteY8" fmla="*/ 410 h 42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383" h="420373">
                      <a:moveTo>
                        <a:pt x="79745" y="410"/>
                      </a:moveTo>
                      <a:cubicBezTo>
                        <a:pt x="135467" y="3839"/>
                        <a:pt x="178806" y="36605"/>
                        <a:pt x="214811" y="80039"/>
                      </a:cubicBezTo>
                      <a:cubicBezTo>
                        <a:pt x="274056" y="152172"/>
                        <a:pt x="314823" y="237621"/>
                        <a:pt x="333683" y="329022"/>
                      </a:cubicBezTo>
                      <a:cubicBezTo>
                        <a:pt x="338636" y="352168"/>
                        <a:pt x="342064" y="375600"/>
                        <a:pt x="345589" y="399031"/>
                      </a:cubicBezTo>
                      <a:cubicBezTo>
                        <a:pt x="348638" y="418938"/>
                        <a:pt x="339968" y="422653"/>
                        <a:pt x="320823" y="419986"/>
                      </a:cubicBezTo>
                      <a:cubicBezTo>
                        <a:pt x="182806" y="400936"/>
                        <a:pt x="95462" y="319497"/>
                        <a:pt x="42503" y="195958"/>
                      </a:cubicBezTo>
                      <a:cubicBezTo>
                        <a:pt x="26787" y="160420"/>
                        <a:pt x="14023" y="123616"/>
                        <a:pt x="4403" y="85944"/>
                      </a:cubicBezTo>
                      <a:cubicBezTo>
                        <a:pt x="-11027" y="21841"/>
                        <a:pt x="-1883" y="19269"/>
                        <a:pt x="58504" y="1839"/>
                      </a:cubicBezTo>
                      <a:cubicBezTo>
                        <a:pt x="65552" y="715"/>
                        <a:pt x="72601" y="238"/>
                        <a:pt x="79745" y="4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80" name="任意多边形: 形状 459"/>
                <p:cNvSpPr/>
                <p:nvPr/>
              </p:nvSpPr>
              <p:spPr>
                <a:xfrm>
                  <a:off x="12919349" y="2103840"/>
                  <a:ext cx="274161" cy="458499"/>
                </a:xfrm>
                <a:custGeom>
                  <a:avLst/>
                  <a:gdLst>
                    <a:gd name="connsiteX0" fmla="*/ 271964 w 274161"/>
                    <a:gd name="connsiteY0" fmla="*/ 116110 h 458499"/>
                    <a:gd name="connsiteX1" fmla="*/ 201099 w 274161"/>
                    <a:gd name="connsiteY1" fmla="*/ 319088 h 458499"/>
                    <a:gd name="connsiteX2" fmla="*/ 109753 w 274161"/>
                    <a:gd name="connsiteY2" fmla="*/ 445866 h 458499"/>
                    <a:gd name="connsiteX3" fmla="*/ 71653 w 274161"/>
                    <a:gd name="connsiteY3" fmla="*/ 451009 h 458499"/>
                    <a:gd name="connsiteX4" fmla="*/ 9169 w 274161"/>
                    <a:gd name="connsiteY4" fmla="*/ 238030 h 458499"/>
                    <a:gd name="connsiteX5" fmla="*/ 120420 w 274161"/>
                    <a:gd name="connsiteY5" fmla="*/ 34672 h 458499"/>
                    <a:gd name="connsiteX6" fmla="*/ 228148 w 274161"/>
                    <a:gd name="connsiteY6" fmla="*/ 19812 h 458499"/>
                    <a:gd name="connsiteX7" fmla="*/ 271964 w 274161"/>
                    <a:gd name="connsiteY7" fmla="*/ 116110 h 458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161" h="458499">
                      <a:moveTo>
                        <a:pt x="271964" y="116110"/>
                      </a:moveTo>
                      <a:cubicBezTo>
                        <a:pt x="268820" y="189643"/>
                        <a:pt x="241008" y="256985"/>
                        <a:pt x="201099" y="319088"/>
                      </a:cubicBezTo>
                      <a:cubicBezTo>
                        <a:pt x="172998" y="362903"/>
                        <a:pt x="139947" y="403479"/>
                        <a:pt x="109753" y="445866"/>
                      </a:cubicBezTo>
                      <a:cubicBezTo>
                        <a:pt x="98324" y="461868"/>
                        <a:pt x="88513" y="462534"/>
                        <a:pt x="71653" y="451009"/>
                      </a:cubicBezTo>
                      <a:cubicBezTo>
                        <a:pt x="-5596" y="396622"/>
                        <a:pt x="-14072" y="327184"/>
                        <a:pt x="9169" y="238030"/>
                      </a:cubicBezTo>
                      <a:cubicBezTo>
                        <a:pt x="29363" y="161830"/>
                        <a:pt x="72986" y="96679"/>
                        <a:pt x="120420" y="34672"/>
                      </a:cubicBezTo>
                      <a:cubicBezTo>
                        <a:pt x="151567" y="-6000"/>
                        <a:pt x="185858" y="-9906"/>
                        <a:pt x="228148" y="19812"/>
                      </a:cubicBezTo>
                      <a:cubicBezTo>
                        <a:pt x="257391" y="40101"/>
                        <a:pt x="271678" y="71248"/>
                        <a:pt x="271964" y="1161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81" name="任意多边形: 形状 460"/>
                <p:cNvSpPr/>
                <p:nvPr/>
              </p:nvSpPr>
              <p:spPr>
                <a:xfrm>
                  <a:off x="13079534" y="4996405"/>
                  <a:ext cx="411321" cy="250958"/>
                </a:xfrm>
                <a:custGeom>
                  <a:avLst/>
                  <a:gdLst>
                    <a:gd name="connsiteX0" fmla="*/ 262179 w 411321"/>
                    <a:gd name="connsiteY0" fmla="*/ 251257 h 250958"/>
                    <a:gd name="connsiteX1" fmla="*/ 75774 w 411321"/>
                    <a:gd name="connsiteY1" fmla="*/ 184582 h 250958"/>
                    <a:gd name="connsiteX2" fmla="*/ 44818 w 411321"/>
                    <a:gd name="connsiteY2" fmla="*/ 164674 h 250958"/>
                    <a:gd name="connsiteX3" fmla="*/ 3574 w 411321"/>
                    <a:gd name="connsiteY3" fmla="*/ 66853 h 250958"/>
                    <a:gd name="connsiteX4" fmla="*/ 88348 w 411321"/>
                    <a:gd name="connsiteY4" fmla="*/ 1511 h 250958"/>
                    <a:gd name="connsiteX5" fmla="*/ 278848 w 411321"/>
                    <a:gd name="connsiteY5" fmla="*/ 50374 h 250958"/>
                    <a:gd name="connsiteX6" fmla="*/ 392004 w 411321"/>
                    <a:gd name="connsiteY6" fmla="*/ 121050 h 250958"/>
                    <a:gd name="connsiteX7" fmla="*/ 404673 w 411321"/>
                    <a:gd name="connsiteY7" fmla="*/ 167722 h 250958"/>
                    <a:gd name="connsiteX8" fmla="*/ 262179 w 411321"/>
                    <a:gd name="connsiteY8" fmla="*/ 251257 h 25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321" h="250958">
                      <a:moveTo>
                        <a:pt x="262179" y="251257"/>
                      </a:moveTo>
                      <a:cubicBezTo>
                        <a:pt x="194837" y="252590"/>
                        <a:pt x="135496" y="218014"/>
                        <a:pt x="75774" y="184582"/>
                      </a:cubicBezTo>
                      <a:cubicBezTo>
                        <a:pt x="65105" y="178581"/>
                        <a:pt x="55106" y="171342"/>
                        <a:pt x="44818" y="164674"/>
                      </a:cubicBezTo>
                      <a:cubicBezTo>
                        <a:pt x="-3474" y="133432"/>
                        <a:pt x="-9000" y="120288"/>
                        <a:pt x="3574" y="66853"/>
                      </a:cubicBezTo>
                      <a:cubicBezTo>
                        <a:pt x="11290" y="33706"/>
                        <a:pt x="48532" y="5416"/>
                        <a:pt x="88348" y="1511"/>
                      </a:cubicBezTo>
                      <a:cubicBezTo>
                        <a:pt x="157595" y="-5156"/>
                        <a:pt x="219507" y="18370"/>
                        <a:pt x="278848" y="50374"/>
                      </a:cubicBezTo>
                      <a:cubicBezTo>
                        <a:pt x="317899" y="71520"/>
                        <a:pt x="354285" y="97428"/>
                        <a:pt x="392004" y="121050"/>
                      </a:cubicBezTo>
                      <a:cubicBezTo>
                        <a:pt x="411054" y="132861"/>
                        <a:pt x="412482" y="148577"/>
                        <a:pt x="404673" y="167722"/>
                      </a:cubicBezTo>
                      <a:cubicBezTo>
                        <a:pt x="380193" y="226396"/>
                        <a:pt x="336568" y="252971"/>
                        <a:pt x="262179" y="25125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82" name="任意多边形: 形状 461"/>
                <p:cNvSpPr/>
                <p:nvPr/>
              </p:nvSpPr>
              <p:spPr>
                <a:xfrm>
                  <a:off x="13233545" y="1875542"/>
                  <a:ext cx="331376" cy="375345"/>
                </a:xfrm>
                <a:custGeom>
                  <a:avLst/>
                  <a:gdLst>
                    <a:gd name="connsiteX0" fmla="*/ 329052 w 331376"/>
                    <a:gd name="connsiteY0" fmla="*/ 66183 h 375345"/>
                    <a:gd name="connsiteX1" fmla="*/ 280379 w 331376"/>
                    <a:gd name="connsiteY1" fmla="*/ 190008 h 375345"/>
                    <a:gd name="connsiteX2" fmla="*/ 55781 w 331376"/>
                    <a:gd name="connsiteY2" fmla="*/ 370983 h 375345"/>
                    <a:gd name="connsiteX3" fmla="*/ 19871 w 331376"/>
                    <a:gd name="connsiteY3" fmla="*/ 361458 h 375345"/>
                    <a:gd name="connsiteX4" fmla="*/ 16250 w 331376"/>
                    <a:gd name="connsiteY4" fmla="*/ 217916 h 375345"/>
                    <a:gd name="connsiteX5" fmla="*/ 221705 w 331376"/>
                    <a:gd name="connsiteY5" fmla="*/ 23796 h 375345"/>
                    <a:gd name="connsiteX6" fmla="*/ 246564 w 331376"/>
                    <a:gd name="connsiteY6" fmla="*/ 9985 h 375345"/>
                    <a:gd name="connsiteX7" fmla="*/ 329052 w 331376"/>
                    <a:gd name="connsiteY7" fmla="*/ 60182 h 375345"/>
                    <a:gd name="connsiteX8" fmla="*/ 329052 w 331376"/>
                    <a:gd name="connsiteY8" fmla="*/ 66183 h 37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376" h="375345">
                      <a:moveTo>
                        <a:pt x="329052" y="66183"/>
                      </a:moveTo>
                      <a:cubicBezTo>
                        <a:pt x="330099" y="119808"/>
                        <a:pt x="306382" y="155908"/>
                        <a:pt x="280379" y="190008"/>
                      </a:cubicBezTo>
                      <a:cubicBezTo>
                        <a:pt x="220371" y="268208"/>
                        <a:pt x="140076" y="322119"/>
                        <a:pt x="55781" y="370983"/>
                      </a:cubicBezTo>
                      <a:cubicBezTo>
                        <a:pt x="41207" y="379364"/>
                        <a:pt x="30061" y="376888"/>
                        <a:pt x="19871" y="361458"/>
                      </a:cubicBezTo>
                      <a:cubicBezTo>
                        <a:pt x="-11657" y="313833"/>
                        <a:pt x="-6227" y="265731"/>
                        <a:pt x="16250" y="217916"/>
                      </a:cubicBezTo>
                      <a:cubicBezTo>
                        <a:pt x="59113" y="126571"/>
                        <a:pt x="137790" y="72183"/>
                        <a:pt x="221705" y="23796"/>
                      </a:cubicBezTo>
                      <a:cubicBezTo>
                        <a:pt x="229896" y="19129"/>
                        <a:pt x="238088" y="14271"/>
                        <a:pt x="246564" y="9985"/>
                      </a:cubicBezTo>
                      <a:cubicBezTo>
                        <a:pt x="292762" y="-13351"/>
                        <a:pt x="325718" y="6746"/>
                        <a:pt x="329052" y="60182"/>
                      </a:cubicBezTo>
                      <a:cubicBezTo>
                        <a:pt x="329338" y="64563"/>
                        <a:pt x="329052" y="69326"/>
                        <a:pt x="329052" y="6618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83" name="任意多边形: 形状 462"/>
                <p:cNvSpPr/>
                <p:nvPr/>
              </p:nvSpPr>
              <p:spPr>
                <a:xfrm>
                  <a:off x="12933210" y="3710332"/>
                  <a:ext cx="215577" cy="466153"/>
                </a:xfrm>
                <a:custGeom>
                  <a:avLst/>
                  <a:gdLst>
                    <a:gd name="connsiteX0" fmla="*/ 71126 w 215577"/>
                    <a:gd name="connsiteY0" fmla="*/ 466529 h 466153"/>
                    <a:gd name="connsiteX1" fmla="*/ 8453 w 215577"/>
                    <a:gd name="connsiteY1" fmla="*/ 342704 h 466153"/>
                    <a:gd name="connsiteX2" fmla="*/ 35598 w 215577"/>
                    <a:gd name="connsiteY2" fmla="*/ 96293 h 466153"/>
                    <a:gd name="connsiteX3" fmla="*/ 179235 w 215577"/>
                    <a:gd name="connsiteY3" fmla="*/ 376 h 466153"/>
                    <a:gd name="connsiteX4" fmla="*/ 212668 w 215577"/>
                    <a:gd name="connsiteY4" fmla="*/ 36952 h 466153"/>
                    <a:gd name="connsiteX5" fmla="*/ 178568 w 215577"/>
                    <a:gd name="connsiteY5" fmla="*/ 267171 h 466153"/>
                    <a:gd name="connsiteX6" fmla="*/ 71126 w 215577"/>
                    <a:gd name="connsiteY6" fmla="*/ 466529 h 4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577" h="466153">
                      <a:moveTo>
                        <a:pt x="71126" y="466529"/>
                      </a:moveTo>
                      <a:cubicBezTo>
                        <a:pt x="38837" y="432115"/>
                        <a:pt x="17024" y="389139"/>
                        <a:pt x="8453" y="342704"/>
                      </a:cubicBezTo>
                      <a:cubicBezTo>
                        <a:pt x="-9551" y="258218"/>
                        <a:pt x="-7360" y="174112"/>
                        <a:pt x="35598" y="96293"/>
                      </a:cubicBezTo>
                      <a:cubicBezTo>
                        <a:pt x="66363" y="40571"/>
                        <a:pt x="110370" y="1043"/>
                        <a:pt x="179235" y="376"/>
                      </a:cubicBezTo>
                      <a:cubicBezTo>
                        <a:pt x="204285" y="376"/>
                        <a:pt x="216573" y="10568"/>
                        <a:pt x="212668" y="36952"/>
                      </a:cubicBezTo>
                      <a:cubicBezTo>
                        <a:pt x="201525" y="113723"/>
                        <a:pt x="194665" y="191447"/>
                        <a:pt x="178568" y="267171"/>
                      </a:cubicBezTo>
                      <a:cubicBezTo>
                        <a:pt x="162853" y="341276"/>
                        <a:pt x="120750" y="403950"/>
                        <a:pt x="71126" y="46652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84" name="任意多边形: 形状 466"/>
                <p:cNvSpPr/>
                <p:nvPr/>
              </p:nvSpPr>
              <p:spPr>
                <a:xfrm>
                  <a:off x="12991627" y="2600764"/>
                  <a:ext cx="374631" cy="342453"/>
                </a:xfrm>
                <a:custGeom>
                  <a:avLst/>
                  <a:gdLst>
                    <a:gd name="connsiteX0" fmla="*/ 290173 w 374631"/>
                    <a:gd name="connsiteY0" fmla="*/ 376 h 342453"/>
                    <a:gd name="connsiteX1" fmla="*/ 354658 w 374631"/>
                    <a:gd name="connsiteY1" fmla="*/ 19426 h 342453"/>
                    <a:gd name="connsiteX2" fmla="*/ 366278 w 374631"/>
                    <a:gd name="connsiteY2" fmla="*/ 55050 h 342453"/>
                    <a:gd name="connsiteX3" fmla="*/ 63669 w 374631"/>
                    <a:gd name="connsiteY3" fmla="*/ 329369 h 342453"/>
                    <a:gd name="connsiteX4" fmla="*/ 4805 w 374631"/>
                    <a:gd name="connsiteY4" fmla="*/ 281744 h 342453"/>
                    <a:gd name="connsiteX5" fmla="*/ 235214 w 374631"/>
                    <a:gd name="connsiteY5" fmla="*/ 10853 h 342453"/>
                    <a:gd name="connsiteX6" fmla="*/ 249215 w 374631"/>
                    <a:gd name="connsiteY6" fmla="*/ 8091 h 342453"/>
                    <a:gd name="connsiteX7" fmla="*/ 288934 w 374631"/>
                    <a:gd name="connsiteY7" fmla="*/ 4281 h 342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631" h="342453">
                      <a:moveTo>
                        <a:pt x="290173" y="376"/>
                      </a:moveTo>
                      <a:cubicBezTo>
                        <a:pt x="311700" y="6567"/>
                        <a:pt x="333227" y="12568"/>
                        <a:pt x="354658" y="19426"/>
                      </a:cubicBezTo>
                      <a:cubicBezTo>
                        <a:pt x="376089" y="26284"/>
                        <a:pt x="375708" y="40286"/>
                        <a:pt x="366278" y="55050"/>
                      </a:cubicBezTo>
                      <a:cubicBezTo>
                        <a:pt x="290078" y="173731"/>
                        <a:pt x="206258" y="283650"/>
                        <a:pt x="63669" y="329369"/>
                      </a:cubicBezTo>
                      <a:cubicBezTo>
                        <a:pt x="-6150" y="351848"/>
                        <a:pt x="-9959" y="352420"/>
                        <a:pt x="4805" y="281744"/>
                      </a:cubicBezTo>
                      <a:cubicBezTo>
                        <a:pt x="32140" y="151061"/>
                        <a:pt x="109580" y="59907"/>
                        <a:pt x="235214" y="10853"/>
                      </a:cubicBezTo>
                      <a:cubicBezTo>
                        <a:pt x="239786" y="9349"/>
                        <a:pt x="244453" y="8424"/>
                        <a:pt x="249215" y="8091"/>
                      </a:cubicBezTo>
                      <a:cubicBezTo>
                        <a:pt x="262359" y="6662"/>
                        <a:pt x="275695" y="5519"/>
                        <a:pt x="288934" y="428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85" name="任意多边形: 形状 63"/>
                <p:cNvSpPr/>
                <p:nvPr/>
              </p:nvSpPr>
              <p:spPr>
                <a:xfrm>
                  <a:off x="12896438" y="2957334"/>
                  <a:ext cx="306433" cy="392571"/>
                </a:xfrm>
                <a:custGeom>
                  <a:avLst/>
                  <a:gdLst>
                    <a:gd name="connsiteX0" fmla="*/ 14364 w 306433"/>
                    <a:gd name="connsiteY0" fmla="*/ 392947 h 392571"/>
                    <a:gd name="connsiteX1" fmla="*/ 1027 w 306433"/>
                    <a:gd name="connsiteY1" fmla="*/ 351514 h 392571"/>
                    <a:gd name="connsiteX2" fmla="*/ 194671 w 306433"/>
                    <a:gd name="connsiteY2" fmla="*/ 6804 h 392571"/>
                    <a:gd name="connsiteX3" fmla="*/ 293065 w 306433"/>
                    <a:gd name="connsiteY3" fmla="*/ 1565 h 392571"/>
                    <a:gd name="connsiteX4" fmla="*/ 303923 w 306433"/>
                    <a:gd name="connsiteY4" fmla="*/ 30140 h 392571"/>
                    <a:gd name="connsiteX5" fmla="*/ 208673 w 306433"/>
                    <a:gd name="connsiteY5" fmla="*/ 231880 h 392571"/>
                    <a:gd name="connsiteX6" fmla="*/ 14364 w 306433"/>
                    <a:gd name="connsiteY6" fmla="*/ 392947 h 39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6433" h="392571">
                      <a:moveTo>
                        <a:pt x="14364" y="392947"/>
                      </a:moveTo>
                      <a:cubicBezTo>
                        <a:pt x="8934" y="379460"/>
                        <a:pt x="4457" y="365620"/>
                        <a:pt x="1027" y="351514"/>
                      </a:cubicBezTo>
                      <a:cubicBezTo>
                        <a:pt x="-20499" y="225974"/>
                        <a:pt x="68179" y="47952"/>
                        <a:pt x="194671" y="6804"/>
                      </a:cubicBezTo>
                      <a:cubicBezTo>
                        <a:pt x="224960" y="-2721"/>
                        <a:pt x="260107" y="994"/>
                        <a:pt x="293065" y="1565"/>
                      </a:cubicBezTo>
                      <a:cubicBezTo>
                        <a:pt x="297065" y="1565"/>
                        <a:pt x="306018" y="21377"/>
                        <a:pt x="303923" y="30140"/>
                      </a:cubicBezTo>
                      <a:cubicBezTo>
                        <a:pt x="284873" y="103292"/>
                        <a:pt x="250203" y="169015"/>
                        <a:pt x="208673" y="231880"/>
                      </a:cubicBezTo>
                      <a:cubicBezTo>
                        <a:pt x="160571" y="302936"/>
                        <a:pt x="86943" y="341227"/>
                        <a:pt x="14364" y="39294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86" name="任意多边形: 形状 64"/>
                <p:cNvSpPr/>
                <p:nvPr/>
              </p:nvSpPr>
              <p:spPr>
                <a:xfrm>
                  <a:off x="13139120" y="2234852"/>
                  <a:ext cx="374959" cy="357217"/>
                </a:xfrm>
                <a:custGeom>
                  <a:avLst/>
                  <a:gdLst>
                    <a:gd name="connsiteX0" fmla="*/ -2099 w 374959"/>
                    <a:gd name="connsiteY0" fmla="*/ 326664 h 357217"/>
                    <a:gd name="connsiteX1" fmla="*/ 154206 w 374959"/>
                    <a:gd name="connsiteY1" fmla="*/ 69489 h 357217"/>
                    <a:gd name="connsiteX2" fmla="*/ 343848 w 374959"/>
                    <a:gd name="connsiteY2" fmla="*/ 814 h 357217"/>
                    <a:gd name="connsiteX3" fmla="*/ 366995 w 374959"/>
                    <a:gd name="connsiteY3" fmla="*/ 32723 h 357217"/>
                    <a:gd name="connsiteX4" fmla="*/ 23046 w 374959"/>
                    <a:gd name="connsiteY4" fmla="*/ 354763 h 357217"/>
                    <a:gd name="connsiteX5" fmla="*/ -2099 w 374959"/>
                    <a:gd name="connsiteY5" fmla="*/ 326664 h 35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959" h="357217">
                      <a:moveTo>
                        <a:pt x="-2099" y="326664"/>
                      </a:moveTo>
                      <a:cubicBezTo>
                        <a:pt x="7426" y="221889"/>
                        <a:pt x="64576" y="136164"/>
                        <a:pt x="154206" y="69489"/>
                      </a:cubicBezTo>
                      <a:cubicBezTo>
                        <a:pt x="209356" y="28570"/>
                        <a:pt x="275268" y="4691"/>
                        <a:pt x="343848" y="814"/>
                      </a:cubicBezTo>
                      <a:cubicBezTo>
                        <a:pt x="374899" y="-1377"/>
                        <a:pt x="377948" y="3957"/>
                        <a:pt x="366995" y="32723"/>
                      </a:cubicBezTo>
                      <a:cubicBezTo>
                        <a:pt x="304796" y="195981"/>
                        <a:pt x="187257" y="300470"/>
                        <a:pt x="23046" y="354763"/>
                      </a:cubicBezTo>
                      <a:cubicBezTo>
                        <a:pt x="2759" y="361907"/>
                        <a:pt x="-3052" y="356573"/>
                        <a:pt x="-2099" y="32666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87" name="任意多边形: 形状 65"/>
                <p:cNvSpPr/>
                <p:nvPr/>
              </p:nvSpPr>
              <p:spPr>
                <a:xfrm>
                  <a:off x="13039047" y="4065476"/>
                  <a:ext cx="201524" cy="412094"/>
                </a:xfrm>
                <a:custGeom>
                  <a:avLst/>
                  <a:gdLst>
                    <a:gd name="connsiteX0" fmla="*/ 95211 w 201524"/>
                    <a:gd name="connsiteY0" fmla="*/ 412470 h 412094"/>
                    <a:gd name="connsiteX1" fmla="*/ 16153 w 201524"/>
                    <a:gd name="connsiteY1" fmla="*/ 299789 h 412094"/>
                    <a:gd name="connsiteX2" fmla="*/ 1579 w 201524"/>
                    <a:gd name="connsiteY2" fmla="*/ 139483 h 412094"/>
                    <a:gd name="connsiteX3" fmla="*/ 120928 w 201524"/>
                    <a:gd name="connsiteY3" fmla="*/ 704 h 412094"/>
                    <a:gd name="connsiteX4" fmla="*/ 187603 w 201524"/>
                    <a:gd name="connsiteY4" fmla="*/ 8229 h 412094"/>
                    <a:gd name="connsiteX5" fmla="*/ 199319 w 201524"/>
                    <a:gd name="connsiteY5" fmla="*/ 30708 h 412094"/>
                    <a:gd name="connsiteX6" fmla="*/ 187508 w 201524"/>
                    <a:gd name="connsiteY6" fmla="*/ 240925 h 412094"/>
                    <a:gd name="connsiteX7" fmla="*/ 159600 w 201524"/>
                    <a:gd name="connsiteY7" fmla="*/ 314934 h 412094"/>
                    <a:gd name="connsiteX8" fmla="*/ 95211 w 201524"/>
                    <a:gd name="connsiteY8" fmla="*/ 412470 h 41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524" h="412094">
                      <a:moveTo>
                        <a:pt x="95211" y="412470"/>
                      </a:moveTo>
                      <a:cubicBezTo>
                        <a:pt x="58443" y="383438"/>
                        <a:pt x="30917" y="344261"/>
                        <a:pt x="16153" y="299789"/>
                      </a:cubicBezTo>
                      <a:cubicBezTo>
                        <a:pt x="-1565" y="248307"/>
                        <a:pt x="-6518" y="193309"/>
                        <a:pt x="1579" y="139483"/>
                      </a:cubicBezTo>
                      <a:cubicBezTo>
                        <a:pt x="8342" y="87763"/>
                        <a:pt x="46442" y="10039"/>
                        <a:pt x="120928" y="704"/>
                      </a:cubicBezTo>
                      <a:cubicBezTo>
                        <a:pt x="143406" y="-591"/>
                        <a:pt x="165981" y="1952"/>
                        <a:pt x="187603" y="8229"/>
                      </a:cubicBezTo>
                      <a:cubicBezTo>
                        <a:pt x="193128" y="9467"/>
                        <a:pt x="199605" y="23088"/>
                        <a:pt x="199319" y="30708"/>
                      </a:cubicBezTo>
                      <a:cubicBezTo>
                        <a:pt x="196556" y="100907"/>
                        <a:pt x="194461" y="171202"/>
                        <a:pt x="187508" y="240925"/>
                      </a:cubicBezTo>
                      <a:cubicBezTo>
                        <a:pt x="183222" y="267195"/>
                        <a:pt x="173697" y="292350"/>
                        <a:pt x="159600" y="314934"/>
                      </a:cubicBezTo>
                      <a:cubicBezTo>
                        <a:pt x="140931" y="347795"/>
                        <a:pt x="118165" y="378180"/>
                        <a:pt x="95211" y="4124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88" name="任意多边形: 形状 69"/>
                <p:cNvSpPr/>
                <p:nvPr/>
              </p:nvSpPr>
              <p:spPr>
                <a:xfrm>
                  <a:off x="13394067" y="4617829"/>
                  <a:ext cx="225782" cy="377282"/>
                </a:xfrm>
                <a:custGeom>
                  <a:avLst/>
                  <a:gdLst>
                    <a:gd name="connsiteX0" fmla="*/ 223586 w 225782"/>
                    <a:gd name="connsiteY0" fmla="*/ 243974 h 377282"/>
                    <a:gd name="connsiteX1" fmla="*/ 193390 w 225782"/>
                    <a:gd name="connsiteY1" fmla="*/ 372657 h 377282"/>
                    <a:gd name="connsiteX2" fmla="*/ 164815 w 225782"/>
                    <a:gd name="connsiteY2" fmla="*/ 376182 h 377282"/>
                    <a:gd name="connsiteX3" fmla="*/ 21940 w 225782"/>
                    <a:gd name="connsiteY3" fmla="*/ 236450 h 377282"/>
                    <a:gd name="connsiteX4" fmla="*/ 5843 w 225782"/>
                    <a:gd name="connsiteY4" fmla="*/ 90527 h 377282"/>
                    <a:gd name="connsiteX5" fmla="*/ 124524 w 225782"/>
                    <a:gd name="connsiteY5" fmla="*/ 420 h 377282"/>
                    <a:gd name="connsiteX6" fmla="*/ 148146 w 225782"/>
                    <a:gd name="connsiteY6" fmla="*/ 12327 h 377282"/>
                    <a:gd name="connsiteX7" fmla="*/ 223586 w 225782"/>
                    <a:gd name="connsiteY7" fmla="*/ 243974 h 37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82" h="377282">
                      <a:moveTo>
                        <a:pt x="223586" y="243974"/>
                      </a:moveTo>
                      <a:cubicBezTo>
                        <a:pt x="215298" y="280741"/>
                        <a:pt x="205582" y="327033"/>
                        <a:pt x="193390" y="372657"/>
                      </a:cubicBezTo>
                      <a:cubicBezTo>
                        <a:pt x="192439" y="376277"/>
                        <a:pt x="172721" y="379706"/>
                        <a:pt x="164815" y="376182"/>
                      </a:cubicBezTo>
                      <a:cubicBezTo>
                        <a:pt x="101474" y="348922"/>
                        <a:pt x="50610" y="299124"/>
                        <a:pt x="21940" y="236450"/>
                      </a:cubicBezTo>
                      <a:cubicBezTo>
                        <a:pt x="318" y="190158"/>
                        <a:pt x="-10826" y="142533"/>
                        <a:pt x="5843" y="90527"/>
                      </a:cubicBezTo>
                      <a:cubicBezTo>
                        <a:pt x="21465" y="41663"/>
                        <a:pt x="73471" y="-1199"/>
                        <a:pt x="124524" y="420"/>
                      </a:cubicBezTo>
                      <a:cubicBezTo>
                        <a:pt x="133763" y="772"/>
                        <a:pt x="142337" y="5117"/>
                        <a:pt x="148146" y="12327"/>
                      </a:cubicBezTo>
                      <a:cubicBezTo>
                        <a:pt x="185676" y="81954"/>
                        <a:pt x="217870" y="153392"/>
                        <a:pt x="223586" y="24397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89" name="任意多边形: 形状 70"/>
                <p:cNvSpPr/>
                <p:nvPr/>
              </p:nvSpPr>
              <p:spPr>
                <a:xfrm>
                  <a:off x="12876994" y="3374377"/>
                  <a:ext cx="224744" cy="389353"/>
                </a:xfrm>
                <a:custGeom>
                  <a:avLst/>
                  <a:gdLst>
                    <a:gd name="connsiteX0" fmla="*/ -2197 w 224744"/>
                    <a:gd name="connsiteY0" fmla="*/ 261369 h 389353"/>
                    <a:gd name="connsiteX1" fmla="*/ 101148 w 224744"/>
                    <a:gd name="connsiteY1" fmla="*/ 24292 h 389353"/>
                    <a:gd name="connsiteX2" fmla="*/ 192398 w 224744"/>
                    <a:gd name="connsiteY2" fmla="*/ 2860 h 389353"/>
                    <a:gd name="connsiteX3" fmla="*/ 221736 w 224744"/>
                    <a:gd name="connsiteY3" fmla="*/ 42008 h 389353"/>
                    <a:gd name="connsiteX4" fmla="*/ 148108 w 224744"/>
                    <a:gd name="connsiteY4" fmla="*/ 296135 h 389353"/>
                    <a:gd name="connsiteX5" fmla="*/ 44761 w 224744"/>
                    <a:gd name="connsiteY5" fmla="*/ 386242 h 389353"/>
                    <a:gd name="connsiteX6" fmla="*/ 16186 w 224744"/>
                    <a:gd name="connsiteY6" fmla="*/ 373192 h 389353"/>
                    <a:gd name="connsiteX7" fmla="*/ -2197 w 224744"/>
                    <a:gd name="connsiteY7" fmla="*/ 261369 h 389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744" h="389353">
                      <a:moveTo>
                        <a:pt x="-2197" y="261369"/>
                      </a:moveTo>
                      <a:cubicBezTo>
                        <a:pt x="-1341" y="166690"/>
                        <a:pt x="24283" y="84680"/>
                        <a:pt x="101148" y="24292"/>
                      </a:cubicBezTo>
                      <a:cubicBezTo>
                        <a:pt x="126772" y="3765"/>
                        <a:pt x="160298" y="-4112"/>
                        <a:pt x="192398" y="2860"/>
                      </a:cubicBezTo>
                      <a:cubicBezTo>
                        <a:pt x="213543" y="6766"/>
                        <a:pt x="225926" y="16481"/>
                        <a:pt x="221736" y="42008"/>
                      </a:cubicBezTo>
                      <a:cubicBezTo>
                        <a:pt x="207544" y="129829"/>
                        <a:pt x="200779" y="219745"/>
                        <a:pt x="148108" y="296135"/>
                      </a:cubicBezTo>
                      <a:cubicBezTo>
                        <a:pt x="121437" y="334711"/>
                        <a:pt x="90958" y="368906"/>
                        <a:pt x="44761" y="386242"/>
                      </a:cubicBezTo>
                      <a:cubicBezTo>
                        <a:pt x="28473" y="392338"/>
                        <a:pt x="19425" y="391861"/>
                        <a:pt x="16186" y="373192"/>
                      </a:cubicBezTo>
                      <a:cubicBezTo>
                        <a:pt x="10279" y="335854"/>
                        <a:pt x="3993" y="298707"/>
                        <a:pt x="-2197" y="26136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90" name="任意多边形: 形状 71"/>
                <p:cNvSpPr/>
                <p:nvPr/>
              </p:nvSpPr>
              <p:spPr>
                <a:xfrm>
                  <a:off x="13198922" y="4374711"/>
                  <a:ext cx="212518" cy="363130"/>
                </a:xfrm>
                <a:custGeom>
                  <a:avLst/>
                  <a:gdLst>
                    <a:gd name="connsiteX0" fmla="*/ 202513 w 212518"/>
                    <a:gd name="connsiteY0" fmla="*/ 186389 h 363130"/>
                    <a:gd name="connsiteX1" fmla="*/ 163173 w 212518"/>
                    <a:gd name="connsiteY1" fmla="*/ 308118 h 363130"/>
                    <a:gd name="connsiteX2" fmla="*/ 144123 w 212518"/>
                    <a:gd name="connsiteY2" fmla="*/ 336217 h 363130"/>
                    <a:gd name="connsiteX3" fmla="*/ 91926 w 212518"/>
                    <a:gd name="connsiteY3" fmla="*/ 346314 h 363130"/>
                    <a:gd name="connsiteX4" fmla="*/ 2106 w 212518"/>
                    <a:gd name="connsiteY4" fmla="*/ 101426 h 363130"/>
                    <a:gd name="connsiteX5" fmla="*/ 144981 w 212518"/>
                    <a:gd name="connsiteY5" fmla="*/ 2175 h 363130"/>
                    <a:gd name="connsiteX6" fmla="*/ 168889 w 212518"/>
                    <a:gd name="connsiteY6" fmla="*/ 25893 h 363130"/>
                    <a:gd name="connsiteX7" fmla="*/ 210322 w 212518"/>
                    <a:gd name="connsiteY7" fmla="*/ 184770 h 363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518" h="363130">
                      <a:moveTo>
                        <a:pt x="202513" y="186389"/>
                      </a:moveTo>
                      <a:cubicBezTo>
                        <a:pt x="206417" y="232585"/>
                        <a:pt x="190511" y="272114"/>
                        <a:pt x="163173" y="308118"/>
                      </a:cubicBezTo>
                      <a:cubicBezTo>
                        <a:pt x="156315" y="317109"/>
                        <a:pt x="149934" y="326491"/>
                        <a:pt x="144123" y="336217"/>
                      </a:cubicBezTo>
                      <a:cubicBezTo>
                        <a:pt x="124501" y="369555"/>
                        <a:pt x="120501" y="371650"/>
                        <a:pt x="91926" y="346314"/>
                      </a:cubicBezTo>
                      <a:cubicBezTo>
                        <a:pt x="18489" y="281163"/>
                        <a:pt x="-14753" y="199724"/>
                        <a:pt x="2106" y="101426"/>
                      </a:cubicBezTo>
                      <a:cubicBezTo>
                        <a:pt x="12773" y="39037"/>
                        <a:pt x="82973" y="-9731"/>
                        <a:pt x="144981" y="2175"/>
                      </a:cubicBezTo>
                      <a:cubicBezTo>
                        <a:pt x="156125" y="6042"/>
                        <a:pt x="164982" y="14767"/>
                        <a:pt x="168889" y="25893"/>
                      </a:cubicBezTo>
                      <a:cubicBezTo>
                        <a:pt x="184128" y="78471"/>
                        <a:pt x="196797" y="131715"/>
                        <a:pt x="210322" y="1847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grpSp>
          <p:grpSp>
            <p:nvGrpSpPr>
              <p:cNvPr id="191" name="组合 190"/>
              <p:cNvGrpSpPr/>
              <p:nvPr/>
            </p:nvGrpSpPr>
            <p:grpSpPr>
              <a:xfrm rot="0" flipH="1">
                <a:off x="17807" y="715"/>
                <a:ext cx="622" cy="1116"/>
                <a:chOff x="12505110" y="1875542"/>
                <a:chExt cx="2029933" cy="3642920"/>
              </a:xfrm>
              <a:gradFill>
                <a:gsLst>
                  <a:gs pos="0">
                    <a:srgbClr val="FFCD69">
                      <a:lumMod val="40000"/>
                      <a:lumOff val="60000"/>
                    </a:srgbClr>
                  </a:gs>
                  <a:gs pos="100000">
                    <a:srgbClr val="FFCD69">
                      <a:lumMod val="60000"/>
                      <a:lumOff val="40000"/>
                    </a:srgbClr>
                  </a:gs>
                </a:gsLst>
                <a:lin ang="5400000" scaled="1"/>
              </a:gradFill>
            </p:grpSpPr>
            <p:sp>
              <p:nvSpPr>
                <p:cNvPr id="192" name="任意多边形: 形状 52"/>
                <p:cNvSpPr/>
                <p:nvPr/>
              </p:nvSpPr>
              <p:spPr>
                <a:xfrm>
                  <a:off x="12724094" y="2480178"/>
                  <a:ext cx="1810949" cy="3038284"/>
                </a:xfrm>
                <a:custGeom>
                  <a:avLst/>
                  <a:gdLst>
                    <a:gd name="connsiteX0" fmla="*/ 193566 w 1810949"/>
                    <a:gd name="connsiteY0" fmla="*/ 433763 h 3038284"/>
                    <a:gd name="connsiteX1" fmla="*/ 155466 w 1810949"/>
                    <a:gd name="connsiteY1" fmla="*/ 501962 h 3038284"/>
                    <a:gd name="connsiteX2" fmla="*/ 131653 w 1810949"/>
                    <a:gd name="connsiteY2" fmla="*/ 509011 h 3038284"/>
                    <a:gd name="connsiteX3" fmla="*/ 22020 w 1810949"/>
                    <a:gd name="connsiteY3" fmla="*/ 388329 h 3038284"/>
                    <a:gd name="connsiteX4" fmla="*/ 494 w 1810949"/>
                    <a:gd name="connsiteY4" fmla="*/ 223451 h 3038284"/>
                    <a:gd name="connsiteX5" fmla="*/ 69264 w 1810949"/>
                    <a:gd name="connsiteY5" fmla="*/ 19902 h 3038284"/>
                    <a:gd name="connsiteX6" fmla="*/ 116126 w 1810949"/>
                    <a:gd name="connsiteY6" fmla="*/ 4662 h 3038284"/>
                    <a:gd name="connsiteX7" fmla="*/ 237379 w 1810949"/>
                    <a:gd name="connsiteY7" fmla="*/ 217260 h 3038284"/>
                    <a:gd name="connsiteX8" fmla="*/ 216806 w 1810949"/>
                    <a:gd name="connsiteY8" fmla="*/ 352039 h 3038284"/>
                    <a:gd name="connsiteX9" fmla="*/ 219474 w 1810949"/>
                    <a:gd name="connsiteY9" fmla="*/ 378232 h 3038284"/>
                    <a:gd name="connsiteX10" fmla="*/ 348821 w 1810949"/>
                    <a:gd name="connsiteY10" fmla="*/ 81624 h 3038284"/>
                    <a:gd name="connsiteX11" fmla="*/ 359109 w 1810949"/>
                    <a:gd name="connsiteY11" fmla="*/ 84958 h 3038284"/>
                    <a:gd name="connsiteX12" fmla="*/ 354442 w 1810949"/>
                    <a:gd name="connsiteY12" fmla="*/ 106770 h 3038284"/>
                    <a:gd name="connsiteX13" fmla="*/ 244332 w 1810949"/>
                    <a:gd name="connsiteY13" fmla="*/ 395092 h 3038284"/>
                    <a:gd name="connsiteX14" fmla="*/ 161561 w 1810949"/>
                    <a:gd name="connsiteY14" fmla="*/ 728467 h 3038284"/>
                    <a:gd name="connsiteX15" fmla="*/ 133463 w 1810949"/>
                    <a:gd name="connsiteY15" fmla="*/ 1132136 h 3038284"/>
                    <a:gd name="connsiteX16" fmla="*/ 158989 w 1810949"/>
                    <a:gd name="connsiteY16" fmla="*/ 1401694 h 3038284"/>
                    <a:gd name="connsiteX17" fmla="*/ 225664 w 1810949"/>
                    <a:gd name="connsiteY17" fmla="*/ 1672394 h 3038284"/>
                    <a:gd name="connsiteX18" fmla="*/ 414831 w 1810949"/>
                    <a:gd name="connsiteY18" fmla="*/ 2081302 h 3038284"/>
                    <a:gd name="connsiteX19" fmla="*/ 898034 w 1810949"/>
                    <a:gd name="connsiteY19" fmla="*/ 2589747 h 3038284"/>
                    <a:gd name="connsiteX20" fmla="*/ 1317134 w 1810949"/>
                    <a:gd name="connsiteY20" fmla="*/ 2804250 h 3038284"/>
                    <a:gd name="connsiteX21" fmla="*/ 1777478 w 1810949"/>
                    <a:gd name="connsiteY21" fmla="*/ 2892547 h 3038284"/>
                    <a:gd name="connsiteX22" fmla="*/ 1807672 w 1810949"/>
                    <a:gd name="connsiteY22" fmla="*/ 2925599 h 3038284"/>
                    <a:gd name="connsiteX23" fmla="*/ 1792526 w 1810949"/>
                    <a:gd name="connsiteY23" fmla="*/ 3024278 h 3038284"/>
                    <a:gd name="connsiteX24" fmla="*/ 1768237 w 1810949"/>
                    <a:gd name="connsiteY24" fmla="*/ 3038660 h 3038284"/>
                    <a:gd name="connsiteX25" fmla="*/ 1609647 w 1810949"/>
                    <a:gd name="connsiteY25" fmla="*/ 3020277 h 3038284"/>
                    <a:gd name="connsiteX26" fmla="*/ 1400097 w 1810949"/>
                    <a:gd name="connsiteY26" fmla="*/ 2968080 h 3038284"/>
                    <a:gd name="connsiteX27" fmla="*/ 1127776 w 1810949"/>
                    <a:gd name="connsiteY27" fmla="*/ 2862257 h 3038284"/>
                    <a:gd name="connsiteX28" fmla="*/ 563706 w 1810949"/>
                    <a:gd name="connsiteY28" fmla="*/ 2435728 h 3038284"/>
                    <a:gd name="connsiteX29" fmla="*/ 233284 w 1810949"/>
                    <a:gd name="connsiteY29" fmla="*/ 1910614 h 3038284"/>
                    <a:gd name="connsiteX30" fmla="*/ 110696 w 1810949"/>
                    <a:gd name="connsiteY30" fmla="*/ 1479037 h 3038284"/>
                    <a:gd name="connsiteX31" fmla="*/ 87265 w 1810949"/>
                    <a:gd name="connsiteY31" fmla="*/ 1018122 h 3038284"/>
                    <a:gd name="connsiteX32" fmla="*/ 138988 w 1810949"/>
                    <a:gd name="connsiteY32" fmla="*/ 669221 h 3038284"/>
                    <a:gd name="connsiteX33" fmla="*/ 197470 w 1810949"/>
                    <a:gd name="connsiteY33" fmla="*/ 458338 h 3038284"/>
                    <a:gd name="connsiteX34" fmla="*/ 199565 w 1810949"/>
                    <a:gd name="connsiteY34" fmla="*/ 434239 h 303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0949" h="3038284">
                      <a:moveTo>
                        <a:pt x="193566" y="433763"/>
                      </a:moveTo>
                      <a:cubicBezTo>
                        <a:pt x="180992" y="456718"/>
                        <a:pt x="169563" y="480245"/>
                        <a:pt x="155466" y="501962"/>
                      </a:cubicBezTo>
                      <a:cubicBezTo>
                        <a:pt x="151750" y="507487"/>
                        <a:pt x="135272" y="512154"/>
                        <a:pt x="131653" y="509011"/>
                      </a:cubicBezTo>
                      <a:cubicBezTo>
                        <a:pt x="90123" y="473578"/>
                        <a:pt x="43928" y="442336"/>
                        <a:pt x="22020" y="388329"/>
                      </a:cubicBezTo>
                      <a:cubicBezTo>
                        <a:pt x="685" y="336161"/>
                        <a:pt x="-6745" y="279344"/>
                        <a:pt x="494" y="223451"/>
                      </a:cubicBezTo>
                      <a:cubicBezTo>
                        <a:pt x="9733" y="151728"/>
                        <a:pt x="33164" y="82548"/>
                        <a:pt x="69264" y="19902"/>
                      </a:cubicBezTo>
                      <a:cubicBezTo>
                        <a:pt x="81170" y="-1148"/>
                        <a:pt x="94218" y="-3339"/>
                        <a:pt x="116126" y="4662"/>
                      </a:cubicBezTo>
                      <a:cubicBezTo>
                        <a:pt x="216044" y="41047"/>
                        <a:pt x="236810" y="114009"/>
                        <a:pt x="237379" y="217260"/>
                      </a:cubicBezTo>
                      <a:cubicBezTo>
                        <a:pt x="237379" y="262218"/>
                        <a:pt x="223855" y="307081"/>
                        <a:pt x="216806" y="352039"/>
                      </a:cubicBezTo>
                      <a:cubicBezTo>
                        <a:pt x="215188" y="360840"/>
                        <a:pt x="216044" y="369946"/>
                        <a:pt x="219474" y="378232"/>
                      </a:cubicBezTo>
                      <a:lnTo>
                        <a:pt x="348821" y="81624"/>
                      </a:lnTo>
                      <a:lnTo>
                        <a:pt x="359109" y="84958"/>
                      </a:lnTo>
                      <a:cubicBezTo>
                        <a:pt x="358158" y="92339"/>
                        <a:pt x="356633" y="99636"/>
                        <a:pt x="354442" y="106770"/>
                      </a:cubicBezTo>
                      <a:cubicBezTo>
                        <a:pt x="317486" y="202782"/>
                        <a:pt x="274814" y="297270"/>
                        <a:pt x="244332" y="395092"/>
                      </a:cubicBezTo>
                      <a:cubicBezTo>
                        <a:pt x="210235" y="504534"/>
                        <a:pt x="177657" y="615976"/>
                        <a:pt x="161561" y="728467"/>
                      </a:cubicBezTo>
                      <a:cubicBezTo>
                        <a:pt x="143560" y="862283"/>
                        <a:pt x="134130" y="997119"/>
                        <a:pt x="133463" y="1132136"/>
                      </a:cubicBezTo>
                      <a:cubicBezTo>
                        <a:pt x="133558" y="1222586"/>
                        <a:pt x="142129" y="1312835"/>
                        <a:pt x="158989" y="1401694"/>
                      </a:cubicBezTo>
                      <a:cubicBezTo>
                        <a:pt x="176420" y="1493038"/>
                        <a:pt x="198710" y="1583393"/>
                        <a:pt x="225664" y="1672394"/>
                      </a:cubicBezTo>
                      <a:cubicBezTo>
                        <a:pt x="267289" y="1818317"/>
                        <a:pt x="334915" y="1952810"/>
                        <a:pt x="414831" y="2081302"/>
                      </a:cubicBezTo>
                      <a:cubicBezTo>
                        <a:pt x="539608" y="2281939"/>
                        <a:pt x="704009" y="2454963"/>
                        <a:pt x="898034" y="2589747"/>
                      </a:cubicBezTo>
                      <a:cubicBezTo>
                        <a:pt x="1027194" y="2680172"/>
                        <a:pt x="1168258" y="2752352"/>
                        <a:pt x="1317134" y="2804250"/>
                      </a:cubicBezTo>
                      <a:cubicBezTo>
                        <a:pt x="1465535" y="2855510"/>
                        <a:pt x="1620600" y="2885244"/>
                        <a:pt x="1777478" y="2892547"/>
                      </a:cubicBezTo>
                      <a:cubicBezTo>
                        <a:pt x="1802337" y="2893880"/>
                        <a:pt x="1812244" y="2899881"/>
                        <a:pt x="1807672" y="2925599"/>
                      </a:cubicBezTo>
                      <a:cubicBezTo>
                        <a:pt x="1801861" y="2958365"/>
                        <a:pt x="1799384" y="2992274"/>
                        <a:pt x="1792526" y="3024278"/>
                      </a:cubicBezTo>
                      <a:cubicBezTo>
                        <a:pt x="1787383" y="3032908"/>
                        <a:pt x="1778239" y="3038332"/>
                        <a:pt x="1768237" y="3038660"/>
                      </a:cubicBezTo>
                      <a:cubicBezTo>
                        <a:pt x="1715089" y="3035416"/>
                        <a:pt x="1662130" y="3029279"/>
                        <a:pt x="1609647" y="3020277"/>
                      </a:cubicBezTo>
                      <a:cubicBezTo>
                        <a:pt x="1538781" y="3007341"/>
                        <a:pt x="1468772" y="2989907"/>
                        <a:pt x="1400097" y="2968080"/>
                      </a:cubicBezTo>
                      <a:cubicBezTo>
                        <a:pt x="1307228" y="2938469"/>
                        <a:pt x="1216264" y="2903127"/>
                        <a:pt x="1127776" y="2862257"/>
                      </a:cubicBezTo>
                      <a:cubicBezTo>
                        <a:pt x="913464" y="2758742"/>
                        <a:pt x="721727" y="2613774"/>
                        <a:pt x="563706" y="2435728"/>
                      </a:cubicBezTo>
                      <a:cubicBezTo>
                        <a:pt x="425117" y="2280276"/>
                        <a:pt x="313484" y="2102804"/>
                        <a:pt x="233284" y="1910614"/>
                      </a:cubicBezTo>
                      <a:cubicBezTo>
                        <a:pt x="175753" y="1772016"/>
                        <a:pt x="134604" y="1627179"/>
                        <a:pt x="110696" y="1479037"/>
                      </a:cubicBezTo>
                      <a:cubicBezTo>
                        <a:pt x="85265" y="1326799"/>
                        <a:pt x="77454" y="1172151"/>
                        <a:pt x="87265" y="1018122"/>
                      </a:cubicBezTo>
                      <a:cubicBezTo>
                        <a:pt x="92886" y="900393"/>
                        <a:pt x="110222" y="783512"/>
                        <a:pt x="138988" y="669221"/>
                      </a:cubicBezTo>
                      <a:cubicBezTo>
                        <a:pt x="158038" y="598641"/>
                        <a:pt x="178134" y="528632"/>
                        <a:pt x="197470" y="458338"/>
                      </a:cubicBezTo>
                      <a:cubicBezTo>
                        <a:pt x="198898" y="450384"/>
                        <a:pt x="199565" y="442317"/>
                        <a:pt x="199565" y="43423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93" name="任意多边形: 形状 53"/>
                <p:cNvSpPr/>
                <p:nvPr/>
              </p:nvSpPr>
              <p:spPr>
                <a:xfrm>
                  <a:off x="12719092" y="4637983"/>
                  <a:ext cx="510159" cy="317499"/>
                </a:xfrm>
                <a:custGeom>
                  <a:avLst/>
                  <a:gdLst>
                    <a:gd name="connsiteX0" fmla="*/ 370304 w 510159"/>
                    <a:gd name="connsiteY0" fmla="*/ 317833 h 317499"/>
                    <a:gd name="connsiteX1" fmla="*/ 119796 w 510159"/>
                    <a:gd name="connsiteY1" fmla="*/ 208486 h 317499"/>
                    <a:gd name="connsiteX2" fmla="*/ 10735 w 510159"/>
                    <a:gd name="connsiteY2" fmla="*/ 100187 h 317499"/>
                    <a:gd name="connsiteX3" fmla="*/ 8449 w 510159"/>
                    <a:gd name="connsiteY3" fmla="*/ 47323 h 317499"/>
                    <a:gd name="connsiteX4" fmla="*/ 147227 w 510159"/>
                    <a:gd name="connsiteY4" fmla="*/ 4746 h 317499"/>
                    <a:gd name="connsiteX5" fmla="*/ 331536 w 510159"/>
                    <a:gd name="connsiteY5" fmla="*/ 90471 h 317499"/>
                    <a:gd name="connsiteX6" fmla="*/ 493461 w 510159"/>
                    <a:gd name="connsiteY6" fmla="*/ 220868 h 317499"/>
                    <a:gd name="connsiteX7" fmla="*/ 495747 w 510159"/>
                    <a:gd name="connsiteY7" fmla="*/ 267922 h 317499"/>
                    <a:gd name="connsiteX8" fmla="*/ 370304 w 510159"/>
                    <a:gd name="connsiteY8" fmla="*/ 317833 h 31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159" h="317499">
                      <a:moveTo>
                        <a:pt x="370304" y="317833"/>
                      </a:moveTo>
                      <a:cubicBezTo>
                        <a:pt x="272482" y="314499"/>
                        <a:pt x="191898" y="269446"/>
                        <a:pt x="119796" y="208486"/>
                      </a:cubicBezTo>
                      <a:cubicBezTo>
                        <a:pt x="80838" y="175529"/>
                        <a:pt x="47500" y="135905"/>
                        <a:pt x="10735" y="100187"/>
                      </a:cubicBezTo>
                      <a:cubicBezTo>
                        <a:pt x="-7554" y="82470"/>
                        <a:pt x="-4697" y="65706"/>
                        <a:pt x="8449" y="47323"/>
                      </a:cubicBezTo>
                      <a:cubicBezTo>
                        <a:pt x="37024" y="7794"/>
                        <a:pt x="91126" y="-8113"/>
                        <a:pt x="147227" y="4746"/>
                      </a:cubicBezTo>
                      <a:cubicBezTo>
                        <a:pt x="213902" y="20230"/>
                        <a:pt x="276672" y="49423"/>
                        <a:pt x="331536" y="90471"/>
                      </a:cubicBezTo>
                      <a:cubicBezTo>
                        <a:pt x="387352" y="131524"/>
                        <a:pt x="439265" y="177720"/>
                        <a:pt x="493461" y="220868"/>
                      </a:cubicBezTo>
                      <a:cubicBezTo>
                        <a:pt x="513367" y="236680"/>
                        <a:pt x="511463" y="249443"/>
                        <a:pt x="495747" y="267922"/>
                      </a:cubicBezTo>
                      <a:cubicBezTo>
                        <a:pt x="462219" y="306784"/>
                        <a:pt x="419166" y="318690"/>
                        <a:pt x="370304" y="31783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94" name="任意多边形: 形状 54"/>
                <p:cNvSpPr/>
                <p:nvPr/>
              </p:nvSpPr>
              <p:spPr>
                <a:xfrm>
                  <a:off x="12573644" y="4227251"/>
                  <a:ext cx="452202" cy="379955"/>
                </a:xfrm>
                <a:custGeom>
                  <a:avLst/>
                  <a:gdLst>
                    <a:gd name="connsiteX0" fmla="*/ 377923 w 452202"/>
                    <a:gd name="connsiteY0" fmla="*/ 380331 h 379955"/>
                    <a:gd name="connsiteX1" fmla="*/ 141896 w 452202"/>
                    <a:gd name="connsiteY1" fmla="*/ 267555 h 379955"/>
                    <a:gd name="connsiteX2" fmla="*/ 4830 w 452202"/>
                    <a:gd name="connsiteY2" fmla="*/ 93724 h 379955"/>
                    <a:gd name="connsiteX3" fmla="*/ 61980 w 452202"/>
                    <a:gd name="connsiteY3" fmla="*/ 3331 h 379955"/>
                    <a:gd name="connsiteX4" fmla="*/ 204187 w 452202"/>
                    <a:gd name="connsiteY4" fmla="*/ 39717 h 379955"/>
                    <a:gd name="connsiteX5" fmla="*/ 422121 w 452202"/>
                    <a:gd name="connsiteY5" fmla="*/ 298606 h 379955"/>
                    <a:gd name="connsiteX6" fmla="*/ 443838 w 452202"/>
                    <a:gd name="connsiteY6" fmla="*/ 344898 h 379955"/>
                    <a:gd name="connsiteX7" fmla="*/ 423358 w 452202"/>
                    <a:gd name="connsiteY7" fmla="*/ 378235 h 379955"/>
                    <a:gd name="connsiteX8" fmla="*/ 377923 w 452202"/>
                    <a:gd name="connsiteY8" fmla="*/ 380331 h 379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202" h="379955">
                      <a:moveTo>
                        <a:pt x="377923" y="380331"/>
                      </a:moveTo>
                      <a:cubicBezTo>
                        <a:pt x="287817" y="378712"/>
                        <a:pt x="206473" y="337278"/>
                        <a:pt x="141896" y="267555"/>
                      </a:cubicBezTo>
                      <a:cubicBezTo>
                        <a:pt x="91890" y="213643"/>
                        <a:pt x="48455" y="153255"/>
                        <a:pt x="4830" y="93724"/>
                      </a:cubicBezTo>
                      <a:cubicBezTo>
                        <a:pt x="-17460" y="63434"/>
                        <a:pt x="16450" y="11999"/>
                        <a:pt x="61980" y="3331"/>
                      </a:cubicBezTo>
                      <a:cubicBezTo>
                        <a:pt x="115130" y="-6860"/>
                        <a:pt x="161230" y="10285"/>
                        <a:pt x="204187" y="39717"/>
                      </a:cubicBezTo>
                      <a:cubicBezTo>
                        <a:pt x="300581" y="106392"/>
                        <a:pt x="366970" y="197641"/>
                        <a:pt x="422121" y="298606"/>
                      </a:cubicBezTo>
                      <a:cubicBezTo>
                        <a:pt x="430215" y="313561"/>
                        <a:pt x="436694" y="329467"/>
                        <a:pt x="443838" y="344898"/>
                      </a:cubicBezTo>
                      <a:cubicBezTo>
                        <a:pt x="455458" y="369853"/>
                        <a:pt x="451742" y="376045"/>
                        <a:pt x="423358" y="378235"/>
                      </a:cubicBezTo>
                      <a:cubicBezTo>
                        <a:pt x="410596" y="379283"/>
                        <a:pt x="398213" y="379283"/>
                        <a:pt x="377923" y="38033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95" name="任意多边形: 形状 55"/>
                <p:cNvSpPr/>
                <p:nvPr/>
              </p:nvSpPr>
              <p:spPr>
                <a:xfrm>
                  <a:off x="12505673" y="3364558"/>
                  <a:ext cx="277960" cy="488669"/>
                </a:xfrm>
                <a:custGeom>
                  <a:avLst/>
                  <a:gdLst>
                    <a:gd name="connsiteX0" fmla="*/ 271208 w 277960"/>
                    <a:gd name="connsiteY0" fmla="*/ 488453 h 488669"/>
                    <a:gd name="connsiteX1" fmla="*/ 255681 w 277960"/>
                    <a:gd name="connsiteY1" fmla="*/ 488453 h 488669"/>
                    <a:gd name="connsiteX2" fmla="*/ 39368 w 277960"/>
                    <a:gd name="connsiteY2" fmla="*/ 296714 h 488669"/>
                    <a:gd name="connsiteX3" fmla="*/ -1304 w 277960"/>
                    <a:gd name="connsiteY3" fmla="*/ 29443 h 488669"/>
                    <a:gd name="connsiteX4" fmla="*/ 13461 w 277960"/>
                    <a:gd name="connsiteY4" fmla="*/ 9631 h 488669"/>
                    <a:gd name="connsiteX5" fmla="*/ 157954 w 277960"/>
                    <a:gd name="connsiteY5" fmla="*/ 53255 h 488669"/>
                    <a:gd name="connsiteX6" fmla="*/ 247300 w 277960"/>
                    <a:gd name="connsiteY6" fmla="*/ 229182 h 488669"/>
                    <a:gd name="connsiteX7" fmla="*/ 274066 w 277960"/>
                    <a:gd name="connsiteY7" fmla="*/ 465688 h 488669"/>
                    <a:gd name="connsiteX8" fmla="*/ 271208 w 277960"/>
                    <a:gd name="connsiteY8" fmla="*/ 488453 h 48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960" h="488669">
                      <a:moveTo>
                        <a:pt x="271208" y="488453"/>
                      </a:moveTo>
                      <a:cubicBezTo>
                        <a:pt x="266064" y="489243"/>
                        <a:pt x="260825" y="489243"/>
                        <a:pt x="255681" y="488453"/>
                      </a:cubicBezTo>
                      <a:cubicBezTo>
                        <a:pt x="159003" y="452448"/>
                        <a:pt x="83280" y="396060"/>
                        <a:pt x="39368" y="296714"/>
                      </a:cubicBezTo>
                      <a:cubicBezTo>
                        <a:pt x="1268" y="209846"/>
                        <a:pt x="-4922" y="120978"/>
                        <a:pt x="-1304" y="29443"/>
                      </a:cubicBezTo>
                      <a:cubicBezTo>
                        <a:pt x="317" y="20947"/>
                        <a:pt x="5745" y="13660"/>
                        <a:pt x="13461" y="9631"/>
                      </a:cubicBezTo>
                      <a:cubicBezTo>
                        <a:pt x="58800" y="-11991"/>
                        <a:pt x="116712" y="4964"/>
                        <a:pt x="157954" y="53255"/>
                      </a:cubicBezTo>
                      <a:cubicBezTo>
                        <a:pt x="201770" y="104500"/>
                        <a:pt x="227964" y="164507"/>
                        <a:pt x="247300" y="229182"/>
                      </a:cubicBezTo>
                      <a:cubicBezTo>
                        <a:pt x="270731" y="305687"/>
                        <a:pt x="279875" y="385878"/>
                        <a:pt x="274066" y="465688"/>
                      </a:cubicBezTo>
                      <a:cubicBezTo>
                        <a:pt x="273589" y="472832"/>
                        <a:pt x="272254" y="479975"/>
                        <a:pt x="271208" y="48845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96" name="任意多边形: 形状 56"/>
                <p:cNvSpPr/>
                <p:nvPr/>
              </p:nvSpPr>
              <p:spPr>
                <a:xfrm>
                  <a:off x="12596347" y="2922507"/>
                  <a:ext cx="229687" cy="509521"/>
                </a:xfrm>
                <a:custGeom>
                  <a:avLst/>
                  <a:gdLst>
                    <a:gd name="connsiteX0" fmla="*/ 227490 w 229687"/>
                    <a:gd name="connsiteY0" fmla="*/ 290520 h 509521"/>
                    <a:gd name="connsiteX1" fmla="*/ 207582 w 229687"/>
                    <a:gd name="connsiteY1" fmla="*/ 476448 h 509521"/>
                    <a:gd name="connsiteX2" fmla="*/ 159957 w 229687"/>
                    <a:gd name="connsiteY2" fmla="*/ 502737 h 509521"/>
                    <a:gd name="connsiteX3" fmla="*/ 21940 w 229687"/>
                    <a:gd name="connsiteY3" fmla="*/ 346717 h 509521"/>
                    <a:gd name="connsiteX4" fmla="*/ 11655 w 229687"/>
                    <a:gd name="connsiteY4" fmla="*/ 48299 h 509521"/>
                    <a:gd name="connsiteX5" fmla="*/ 112904 w 229687"/>
                    <a:gd name="connsiteY5" fmla="*/ 11437 h 509521"/>
                    <a:gd name="connsiteX6" fmla="*/ 195392 w 229687"/>
                    <a:gd name="connsiteY6" fmla="*/ 118593 h 509521"/>
                    <a:gd name="connsiteX7" fmla="*/ 227490 w 229687"/>
                    <a:gd name="connsiteY7" fmla="*/ 290520 h 509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87" h="509521">
                      <a:moveTo>
                        <a:pt x="227490" y="290520"/>
                      </a:moveTo>
                      <a:cubicBezTo>
                        <a:pt x="219679" y="365196"/>
                        <a:pt x="215203" y="421012"/>
                        <a:pt x="207582" y="476448"/>
                      </a:cubicBezTo>
                      <a:cubicBezTo>
                        <a:pt x="202631" y="512833"/>
                        <a:pt x="193676" y="515976"/>
                        <a:pt x="159957" y="502737"/>
                      </a:cubicBezTo>
                      <a:cubicBezTo>
                        <a:pt x="87378" y="474162"/>
                        <a:pt x="46420" y="418440"/>
                        <a:pt x="21940" y="346717"/>
                      </a:cubicBezTo>
                      <a:cubicBezTo>
                        <a:pt x="-11681" y="248038"/>
                        <a:pt x="-5300" y="148311"/>
                        <a:pt x="11655" y="48299"/>
                      </a:cubicBezTo>
                      <a:cubicBezTo>
                        <a:pt x="19180" y="3531"/>
                        <a:pt x="66042" y="-12470"/>
                        <a:pt x="112904" y="11437"/>
                      </a:cubicBezTo>
                      <a:cubicBezTo>
                        <a:pt x="154911" y="33164"/>
                        <a:pt x="185105" y="72416"/>
                        <a:pt x="195392" y="118593"/>
                      </a:cubicBezTo>
                      <a:cubicBezTo>
                        <a:pt x="211012" y="180696"/>
                        <a:pt x="219300" y="244704"/>
                        <a:pt x="227490" y="29052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97" name="任意多边形: 形状 57"/>
                <p:cNvSpPr/>
                <p:nvPr/>
              </p:nvSpPr>
              <p:spPr>
                <a:xfrm>
                  <a:off x="12505110" y="3811358"/>
                  <a:ext cx="348383" cy="420373"/>
                </a:xfrm>
                <a:custGeom>
                  <a:avLst/>
                  <a:gdLst>
                    <a:gd name="connsiteX0" fmla="*/ 79745 w 348383"/>
                    <a:gd name="connsiteY0" fmla="*/ 410 h 420373"/>
                    <a:gd name="connsiteX1" fmla="*/ 214811 w 348383"/>
                    <a:gd name="connsiteY1" fmla="*/ 80039 h 420373"/>
                    <a:gd name="connsiteX2" fmla="*/ 333683 w 348383"/>
                    <a:gd name="connsiteY2" fmla="*/ 329022 h 420373"/>
                    <a:gd name="connsiteX3" fmla="*/ 345589 w 348383"/>
                    <a:gd name="connsiteY3" fmla="*/ 399031 h 420373"/>
                    <a:gd name="connsiteX4" fmla="*/ 320823 w 348383"/>
                    <a:gd name="connsiteY4" fmla="*/ 419986 h 420373"/>
                    <a:gd name="connsiteX5" fmla="*/ 42503 w 348383"/>
                    <a:gd name="connsiteY5" fmla="*/ 195958 h 420373"/>
                    <a:gd name="connsiteX6" fmla="*/ 4403 w 348383"/>
                    <a:gd name="connsiteY6" fmla="*/ 85944 h 420373"/>
                    <a:gd name="connsiteX7" fmla="*/ 58504 w 348383"/>
                    <a:gd name="connsiteY7" fmla="*/ 1839 h 420373"/>
                    <a:gd name="connsiteX8" fmla="*/ 79745 w 348383"/>
                    <a:gd name="connsiteY8" fmla="*/ 410 h 42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383" h="420373">
                      <a:moveTo>
                        <a:pt x="79745" y="410"/>
                      </a:moveTo>
                      <a:cubicBezTo>
                        <a:pt x="135467" y="3839"/>
                        <a:pt x="178806" y="36605"/>
                        <a:pt x="214811" y="80039"/>
                      </a:cubicBezTo>
                      <a:cubicBezTo>
                        <a:pt x="274056" y="152172"/>
                        <a:pt x="314823" y="237621"/>
                        <a:pt x="333683" y="329022"/>
                      </a:cubicBezTo>
                      <a:cubicBezTo>
                        <a:pt x="338636" y="352168"/>
                        <a:pt x="342064" y="375600"/>
                        <a:pt x="345589" y="399031"/>
                      </a:cubicBezTo>
                      <a:cubicBezTo>
                        <a:pt x="348638" y="418938"/>
                        <a:pt x="339968" y="422653"/>
                        <a:pt x="320823" y="419986"/>
                      </a:cubicBezTo>
                      <a:cubicBezTo>
                        <a:pt x="182806" y="400936"/>
                        <a:pt x="95462" y="319497"/>
                        <a:pt x="42503" y="195958"/>
                      </a:cubicBezTo>
                      <a:cubicBezTo>
                        <a:pt x="26787" y="160420"/>
                        <a:pt x="14023" y="123616"/>
                        <a:pt x="4403" y="85944"/>
                      </a:cubicBezTo>
                      <a:cubicBezTo>
                        <a:pt x="-11027" y="21841"/>
                        <a:pt x="-1883" y="19269"/>
                        <a:pt x="58504" y="1839"/>
                      </a:cubicBezTo>
                      <a:cubicBezTo>
                        <a:pt x="65552" y="715"/>
                        <a:pt x="72601" y="238"/>
                        <a:pt x="79745" y="4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98" name="任意多边形: 形状 58"/>
                <p:cNvSpPr/>
                <p:nvPr/>
              </p:nvSpPr>
              <p:spPr>
                <a:xfrm>
                  <a:off x="12919349" y="2103840"/>
                  <a:ext cx="274161" cy="458499"/>
                </a:xfrm>
                <a:custGeom>
                  <a:avLst/>
                  <a:gdLst>
                    <a:gd name="connsiteX0" fmla="*/ 271964 w 274161"/>
                    <a:gd name="connsiteY0" fmla="*/ 116110 h 458499"/>
                    <a:gd name="connsiteX1" fmla="*/ 201099 w 274161"/>
                    <a:gd name="connsiteY1" fmla="*/ 319088 h 458499"/>
                    <a:gd name="connsiteX2" fmla="*/ 109753 w 274161"/>
                    <a:gd name="connsiteY2" fmla="*/ 445866 h 458499"/>
                    <a:gd name="connsiteX3" fmla="*/ 71653 w 274161"/>
                    <a:gd name="connsiteY3" fmla="*/ 451009 h 458499"/>
                    <a:gd name="connsiteX4" fmla="*/ 9169 w 274161"/>
                    <a:gd name="connsiteY4" fmla="*/ 238030 h 458499"/>
                    <a:gd name="connsiteX5" fmla="*/ 120420 w 274161"/>
                    <a:gd name="connsiteY5" fmla="*/ 34672 h 458499"/>
                    <a:gd name="connsiteX6" fmla="*/ 228148 w 274161"/>
                    <a:gd name="connsiteY6" fmla="*/ 19812 h 458499"/>
                    <a:gd name="connsiteX7" fmla="*/ 271964 w 274161"/>
                    <a:gd name="connsiteY7" fmla="*/ 116110 h 458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161" h="458499">
                      <a:moveTo>
                        <a:pt x="271964" y="116110"/>
                      </a:moveTo>
                      <a:cubicBezTo>
                        <a:pt x="268820" y="189643"/>
                        <a:pt x="241008" y="256985"/>
                        <a:pt x="201099" y="319088"/>
                      </a:cubicBezTo>
                      <a:cubicBezTo>
                        <a:pt x="172998" y="362903"/>
                        <a:pt x="139947" y="403479"/>
                        <a:pt x="109753" y="445866"/>
                      </a:cubicBezTo>
                      <a:cubicBezTo>
                        <a:pt x="98324" y="461868"/>
                        <a:pt x="88513" y="462534"/>
                        <a:pt x="71653" y="451009"/>
                      </a:cubicBezTo>
                      <a:cubicBezTo>
                        <a:pt x="-5596" y="396622"/>
                        <a:pt x="-14072" y="327184"/>
                        <a:pt x="9169" y="238030"/>
                      </a:cubicBezTo>
                      <a:cubicBezTo>
                        <a:pt x="29363" y="161830"/>
                        <a:pt x="72986" y="96679"/>
                        <a:pt x="120420" y="34672"/>
                      </a:cubicBezTo>
                      <a:cubicBezTo>
                        <a:pt x="151567" y="-6000"/>
                        <a:pt x="185858" y="-9906"/>
                        <a:pt x="228148" y="19812"/>
                      </a:cubicBezTo>
                      <a:cubicBezTo>
                        <a:pt x="257391" y="40101"/>
                        <a:pt x="271678" y="71248"/>
                        <a:pt x="271964" y="1161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199" name="任意多边形: 形状 59"/>
                <p:cNvSpPr/>
                <p:nvPr/>
              </p:nvSpPr>
              <p:spPr>
                <a:xfrm>
                  <a:off x="13079534" y="4996405"/>
                  <a:ext cx="411321" cy="250958"/>
                </a:xfrm>
                <a:custGeom>
                  <a:avLst/>
                  <a:gdLst>
                    <a:gd name="connsiteX0" fmla="*/ 262179 w 411321"/>
                    <a:gd name="connsiteY0" fmla="*/ 251257 h 250958"/>
                    <a:gd name="connsiteX1" fmla="*/ 75774 w 411321"/>
                    <a:gd name="connsiteY1" fmla="*/ 184582 h 250958"/>
                    <a:gd name="connsiteX2" fmla="*/ 44818 w 411321"/>
                    <a:gd name="connsiteY2" fmla="*/ 164674 h 250958"/>
                    <a:gd name="connsiteX3" fmla="*/ 3574 w 411321"/>
                    <a:gd name="connsiteY3" fmla="*/ 66853 h 250958"/>
                    <a:gd name="connsiteX4" fmla="*/ 88348 w 411321"/>
                    <a:gd name="connsiteY4" fmla="*/ 1511 h 250958"/>
                    <a:gd name="connsiteX5" fmla="*/ 278848 w 411321"/>
                    <a:gd name="connsiteY5" fmla="*/ 50374 h 250958"/>
                    <a:gd name="connsiteX6" fmla="*/ 392004 w 411321"/>
                    <a:gd name="connsiteY6" fmla="*/ 121050 h 250958"/>
                    <a:gd name="connsiteX7" fmla="*/ 404673 w 411321"/>
                    <a:gd name="connsiteY7" fmla="*/ 167722 h 250958"/>
                    <a:gd name="connsiteX8" fmla="*/ 262179 w 411321"/>
                    <a:gd name="connsiteY8" fmla="*/ 251257 h 25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321" h="250958">
                      <a:moveTo>
                        <a:pt x="262179" y="251257"/>
                      </a:moveTo>
                      <a:cubicBezTo>
                        <a:pt x="194837" y="252590"/>
                        <a:pt x="135496" y="218014"/>
                        <a:pt x="75774" y="184582"/>
                      </a:cubicBezTo>
                      <a:cubicBezTo>
                        <a:pt x="65105" y="178581"/>
                        <a:pt x="55106" y="171342"/>
                        <a:pt x="44818" y="164674"/>
                      </a:cubicBezTo>
                      <a:cubicBezTo>
                        <a:pt x="-3474" y="133432"/>
                        <a:pt x="-9000" y="120288"/>
                        <a:pt x="3574" y="66853"/>
                      </a:cubicBezTo>
                      <a:cubicBezTo>
                        <a:pt x="11290" y="33706"/>
                        <a:pt x="48532" y="5416"/>
                        <a:pt x="88348" y="1511"/>
                      </a:cubicBezTo>
                      <a:cubicBezTo>
                        <a:pt x="157595" y="-5156"/>
                        <a:pt x="219507" y="18370"/>
                        <a:pt x="278848" y="50374"/>
                      </a:cubicBezTo>
                      <a:cubicBezTo>
                        <a:pt x="317899" y="71520"/>
                        <a:pt x="354285" y="97428"/>
                        <a:pt x="392004" y="121050"/>
                      </a:cubicBezTo>
                      <a:cubicBezTo>
                        <a:pt x="411054" y="132861"/>
                        <a:pt x="412482" y="148577"/>
                        <a:pt x="404673" y="167722"/>
                      </a:cubicBezTo>
                      <a:cubicBezTo>
                        <a:pt x="380193" y="226396"/>
                        <a:pt x="336568" y="252971"/>
                        <a:pt x="262179" y="25125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00" name="任意多边形: 形状 60"/>
                <p:cNvSpPr/>
                <p:nvPr/>
              </p:nvSpPr>
              <p:spPr>
                <a:xfrm>
                  <a:off x="13233545" y="1875542"/>
                  <a:ext cx="331376" cy="375345"/>
                </a:xfrm>
                <a:custGeom>
                  <a:avLst/>
                  <a:gdLst>
                    <a:gd name="connsiteX0" fmla="*/ 329052 w 331376"/>
                    <a:gd name="connsiteY0" fmla="*/ 66183 h 375345"/>
                    <a:gd name="connsiteX1" fmla="*/ 280379 w 331376"/>
                    <a:gd name="connsiteY1" fmla="*/ 190008 h 375345"/>
                    <a:gd name="connsiteX2" fmla="*/ 55781 w 331376"/>
                    <a:gd name="connsiteY2" fmla="*/ 370983 h 375345"/>
                    <a:gd name="connsiteX3" fmla="*/ 19871 w 331376"/>
                    <a:gd name="connsiteY3" fmla="*/ 361458 h 375345"/>
                    <a:gd name="connsiteX4" fmla="*/ 16250 w 331376"/>
                    <a:gd name="connsiteY4" fmla="*/ 217916 h 375345"/>
                    <a:gd name="connsiteX5" fmla="*/ 221705 w 331376"/>
                    <a:gd name="connsiteY5" fmla="*/ 23796 h 375345"/>
                    <a:gd name="connsiteX6" fmla="*/ 246564 w 331376"/>
                    <a:gd name="connsiteY6" fmla="*/ 9985 h 375345"/>
                    <a:gd name="connsiteX7" fmla="*/ 329052 w 331376"/>
                    <a:gd name="connsiteY7" fmla="*/ 60182 h 375345"/>
                    <a:gd name="connsiteX8" fmla="*/ 329052 w 331376"/>
                    <a:gd name="connsiteY8" fmla="*/ 66183 h 37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376" h="375345">
                      <a:moveTo>
                        <a:pt x="329052" y="66183"/>
                      </a:moveTo>
                      <a:cubicBezTo>
                        <a:pt x="330099" y="119808"/>
                        <a:pt x="306382" y="155908"/>
                        <a:pt x="280379" y="190008"/>
                      </a:cubicBezTo>
                      <a:cubicBezTo>
                        <a:pt x="220371" y="268208"/>
                        <a:pt x="140076" y="322119"/>
                        <a:pt x="55781" y="370983"/>
                      </a:cubicBezTo>
                      <a:cubicBezTo>
                        <a:pt x="41207" y="379364"/>
                        <a:pt x="30061" y="376888"/>
                        <a:pt x="19871" y="361458"/>
                      </a:cubicBezTo>
                      <a:cubicBezTo>
                        <a:pt x="-11657" y="313833"/>
                        <a:pt x="-6227" y="265731"/>
                        <a:pt x="16250" y="217916"/>
                      </a:cubicBezTo>
                      <a:cubicBezTo>
                        <a:pt x="59113" y="126571"/>
                        <a:pt x="137790" y="72183"/>
                        <a:pt x="221705" y="23796"/>
                      </a:cubicBezTo>
                      <a:cubicBezTo>
                        <a:pt x="229896" y="19129"/>
                        <a:pt x="238088" y="14271"/>
                        <a:pt x="246564" y="9985"/>
                      </a:cubicBezTo>
                      <a:cubicBezTo>
                        <a:pt x="292762" y="-13351"/>
                        <a:pt x="325718" y="6746"/>
                        <a:pt x="329052" y="60182"/>
                      </a:cubicBezTo>
                      <a:cubicBezTo>
                        <a:pt x="329338" y="64563"/>
                        <a:pt x="329052" y="69326"/>
                        <a:pt x="329052" y="6618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01" name="任意多边形: 形状 61"/>
                <p:cNvSpPr/>
                <p:nvPr/>
              </p:nvSpPr>
              <p:spPr>
                <a:xfrm>
                  <a:off x="12933210" y="3710332"/>
                  <a:ext cx="215577" cy="466153"/>
                </a:xfrm>
                <a:custGeom>
                  <a:avLst/>
                  <a:gdLst>
                    <a:gd name="connsiteX0" fmla="*/ 71126 w 215577"/>
                    <a:gd name="connsiteY0" fmla="*/ 466529 h 466153"/>
                    <a:gd name="connsiteX1" fmla="*/ 8453 w 215577"/>
                    <a:gd name="connsiteY1" fmla="*/ 342704 h 466153"/>
                    <a:gd name="connsiteX2" fmla="*/ 35598 w 215577"/>
                    <a:gd name="connsiteY2" fmla="*/ 96293 h 466153"/>
                    <a:gd name="connsiteX3" fmla="*/ 179235 w 215577"/>
                    <a:gd name="connsiteY3" fmla="*/ 376 h 466153"/>
                    <a:gd name="connsiteX4" fmla="*/ 212668 w 215577"/>
                    <a:gd name="connsiteY4" fmla="*/ 36952 h 466153"/>
                    <a:gd name="connsiteX5" fmla="*/ 178568 w 215577"/>
                    <a:gd name="connsiteY5" fmla="*/ 267171 h 466153"/>
                    <a:gd name="connsiteX6" fmla="*/ 71126 w 215577"/>
                    <a:gd name="connsiteY6" fmla="*/ 466529 h 4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577" h="466153">
                      <a:moveTo>
                        <a:pt x="71126" y="466529"/>
                      </a:moveTo>
                      <a:cubicBezTo>
                        <a:pt x="38837" y="432115"/>
                        <a:pt x="17024" y="389139"/>
                        <a:pt x="8453" y="342704"/>
                      </a:cubicBezTo>
                      <a:cubicBezTo>
                        <a:pt x="-9551" y="258218"/>
                        <a:pt x="-7360" y="174112"/>
                        <a:pt x="35598" y="96293"/>
                      </a:cubicBezTo>
                      <a:cubicBezTo>
                        <a:pt x="66363" y="40571"/>
                        <a:pt x="110370" y="1043"/>
                        <a:pt x="179235" y="376"/>
                      </a:cubicBezTo>
                      <a:cubicBezTo>
                        <a:pt x="204285" y="376"/>
                        <a:pt x="216573" y="10568"/>
                        <a:pt x="212668" y="36952"/>
                      </a:cubicBezTo>
                      <a:cubicBezTo>
                        <a:pt x="201525" y="113723"/>
                        <a:pt x="194665" y="191447"/>
                        <a:pt x="178568" y="267171"/>
                      </a:cubicBezTo>
                      <a:cubicBezTo>
                        <a:pt x="162853" y="341276"/>
                        <a:pt x="120750" y="403950"/>
                        <a:pt x="71126" y="46652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02" name="任意多边形: 形状 62"/>
                <p:cNvSpPr/>
                <p:nvPr/>
              </p:nvSpPr>
              <p:spPr>
                <a:xfrm>
                  <a:off x="12991627" y="2600764"/>
                  <a:ext cx="374631" cy="342453"/>
                </a:xfrm>
                <a:custGeom>
                  <a:avLst/>
                  <a:gdLst>
                    <a:gd name="connsiteX0" fmla="*/ 290173 w 374631"/>
                    <a:gd name="connsiteY0" fmla="*/ 376 h 342453"/>
                    <a:gd name="connsiteX1" fmla="*/ 354658 w 374631"/>
                    <a:gd name="connsiteY1" fmla="*/ 19426 h 342453"/>
                    <a:gd name="connsiteX2" fmla="*/ 366278 w 374631"/>
                    <a:gd name="connsiteY2" fmla="*/ 55050 h 342453"/>
                    <a:gd name="connsiteX3" fmla="*/ 63669 w 374631"/>
                    <a:gd name="connsiteY3" fmla="*/ 329369 h 342453"/>
                    <a:gd name="connsiteX4" fmla="*/ 4805 w 374631"/>
                    <a:gd name="connsiteY4" fmla="*/ 281744 h 342453"/>
                    <a:gd name="connsiteX5" fmla="*/ 235214 w 374631"/>
                    <a:gd name="connsiteY5" fmla="*/ 10853 h 342453"/>
                    <a:gd name="connsiteX6" fmla="*/ 249215 w 374631"/>
                    <a:gd name="connsiteY6" fmla="*/ 8091 h 342453"/>
                    <a:gd name="connsiteX7" fmla="*/ 288934 w 374631"/>
                    <a:gd name="connsiteY7" fmla="*/ 4281 h 342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631" h="342453">
                      <a:moveTo>
                        <a:pt x="290173" y="376"/>
                      </a:moveTo>
                      <a:cubicBezTo>
                        <a:pt x="311700" y="6567"/>
                        <a:pt x="333227" y="12568"/>
                        <a:pt x="354658" y="19426"/>
                      </a:cubicBezTo>
                      <a:cubicBezTo>
                        <a:pt x="376089" y="26284"/>
                        <a:pt x="375708" y="40286"/>
                        <a:pt x="366278" y="55050"/>
                      </a:cubicBezTo>
                      <a:cubicBezTo>
                        <a:pt x="290078" y="173731"/>
                        <a:pt x="206258" y="283650"/>
                        <a:pt x="63669" y="329369"/>
                      </a:cubicBezTo>
                      <a:cubicBezTo>
                        <a:pt x="-6150" y="351848"/>
                        <a:pt x="-9959" y="352420"/>
                        <a:pt x="4805" y="281744"/>
                      </a:cubicBezTo>
                      <a:cubicBezTo>
                        <a:pt x="32140" y="151061"/>
                        <a:pt x="109580" y="59907"/>
                        <a:pt x="235214" y="10853"/>
                      </a:cubicBezTo>
                      <a:cubicBezTo>
                        <a:pt x="239786" y="9349"/>
                        <a:pt x="244453" y="8424"/>
                        <a:pt x="249215" y="8091"/>
                      </a:cubicBezTo>
                      <a:cubicBezTo>
                        <a:pt x="262359" y="6662"/>
                        <a:pt x="275695" y="5519"/>
                        <a:pt x="288934" y="428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03" name="任意多边形: 形状 447"/>
                <p:cNvSpPr/>
                <p:nvPr/>
              </p:nvSpPr>
              <p:spPr>
                <a:xfrm>
                  <a:off x="12896438" y="2957334"/>
                  <a:ext cx="306433" cy="392571"/>
                </a:xfrm>
                <a:custGeom>
                  <a:avLst/>
                  <a:gdLst>
                    <a:gd name="connsiteX0" fmla="*/ 14364 w 306433"/>
                    <a:gd name="connsiteY0" fmla="*/ 392947 h 392571"/>
                    <a:gd name="connsiteX1" fmla="*/ 1027 w 306433"/>
                    <a:gd name="connsiteY1" fmla="*/ 351514 h 392571"/>
                    <a:gd name="connsiteX2" fmla="*/ 194671 w 306433"/>
                    <a:gd name="connsiteY2" fmla="*/ 6804 h 392571"/>
                    <a:gd name="connsiteX3" fmla="*/ 293065 w 306433"/>
                    <a:gd name="connsiteY3" fmla="*/ 1565 h 392571"/>
                    <a:gd name="connsiteX4" fmla="*/ 303923 w 306433"/>
                    <a:gd name="connsiteY4" fmla="*/ 30140 h 392571"/>
                    <a:gd name="connsiteX5" fmla="*/ 208673 w 306433"/>
                    <a:gd name="connsiteY5" fmla="*/ 231880 h 392571"/>
                    <a:gd name="connsiteX6" fmla="*/ 14364 w 306433"/>
                    <a:gd name="connsiteY6" fmla="*/ 392947 h 39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6433" h="392571">
                      <a:moveTo>
                        <a:pt x="14364" y="392947"/>
                      </a:moveTo>
                      <a:cubicBezTo>
                        <a:pt x="8934" y="379460"/>
                        <a:pt x="4457" y="365620"/>
                        <a:pt x="1027" y="351514"/>
                      </a:cubicBezTo>
                      <a:cubicBezTo>
                        <a:pt x="-20499" y="225974"/>
                        <a:pt x="68179" y="47952"/>
                        <a:pt x="194671" y="6804"/>
                      </a:cubicBezTo>
                      <a:cubicBezTo>
                        <a:pt x="224960" y="-2721"/>
                        <a:pt x="260107" y="994"/>
                        <a:pt x="293065" y="1565"/>
                      </a:cubicBezTo>
                      <a:cubicBezTo>
                        <a:pt x="297065" y="1565"/>
                        <a:pt x="306018" y="21377"/>
                        <a:pt x="303923" y="30140"/>
                      </a:cubicBezTo>
                      <a:cubicBezTo>
                        <a:pt x="284873" y="103292"/>
                        <a:pt x="250203" y="169015"/>
                        <a:pt x="208673" y="231880"/>
                      </a:cubicBezTo>
                      <a:cubicBezTo>
                        <a:pt x="160571" y="302936"/>
                        <a:pt x="86943" y="341227"/>
                        <a:pt x="14364" y="39294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04" name="任意多边形: 形状 448"/>
                <p:cNvSpPr/>
                <p:nvPr/>
              </p:nvSpPr>
              <p:spPr>
                <a:xfrm>
                  <a:off x="13139120" y="2234852"/>
                  <a:ext cx="374959" cy="357217"/>
                </a:xfrm>
                <a:custGeom>
                  <a:avLst/>
                  <a:gdLst>
                    <a:gd name="connsiteX0" fmla="*/ -2099 w 374959"/>
                    <a:gd name="connsiteY0" fmla="*/ 326664 h 357217"/>
                    <a:gd name="connsiteX1" fmla="*/ 154206 w 374959"/>
                    <a:gd name="connsiteY1" fmla="*/ 69489 h 357217"/>
                    <a:gd name="connsiteX2" fmla="*/ 343848 w 374959"/>
                    <a:gd name="connsiteY2" fmla="*/ 814 h 357217"/>
                    <a:gd name="connsiteX3" fmla="*/ 366995 w 374959"/>
                    <a:gd name="connsiteY3" fmla="*/ 32723 h 357217"/>
                    <a:gd name="connsiteX4" fmla="*/ 23046 w 374959"/>
                    <a:gd name="connsiteY4" fmla="*/ 354763 h 357217"/>
                    <a:gd name="connsiteX5" fmla="*/ -2099 w 374959"/>
                    <a:gd name="connsiteY5" fmla="*/ 326664 h 35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959" h="357217">
                      <a:moveTo>
                        <a:pt x="-2099" y="326664"/>
                      </a:moveTo>
                      <a:cubicBezTo>
                        <a:pt x="7426" y="221889"/>
                        <a:pt x="64576" y="136164"/>
                        <a:pt x="154206" y="69489"/>
                      </a:cubicBezTo>
                      <a:cubicBezTo>
                        <a:pt x="209356" y="28570"/>
                        <a:pt x="275268" y="4691"/>
                        <a:pt x="343848" y="814"/>
                      </a:cubicBezTo>
                      <a:cubicBezTo>
                        <a:pt x="374899" y="-1377"/>
                        <a:pt x="377948" y="3957"/>
                        <a:pt x="366995" y="32723"/>
                      </a:cubicBezTo>
                      <a:cubicBezTo>
                        <a:pt x="304796" y="195981"/>
                        <a:pt x="187257" y="300470"/>
                        <a:pt x="23046" y="354763"/>
                      </a:cubicBezTo>
                      <a:cubicBezTo>
                        <a:pt x="2759" y="361907"/>
                        <a:pt x="-3052" y="356573"/>
                        <a:pt x="-2099" y="32666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05" name="任意多边形: 形状 449"/>
                <p:cNvSpPr/>
                <p:nvPr/>
              </p:nvSpPr>
              <p:spPr>
                <a:xfrm>
                  <a:off x="13039047" y="4065476"/>
                  <a:ext cx="201524" cy="412094"/>
                </a:xfrm>
                <a:custGeom>
                  <a:avLst/>
                  <a:gdLst>
                    <a:gd name="connsiteX0" fmla="*/ 95211 w 201524"/>
                    <a:gd name="connsiteY0" fmla="*/ 412470 h 412094"/>
                    <a:gd name="connsiteX1" fmla="*/ 16153 w 201524"/>
                    <a:gd name="connsiteY1" fmla="*/ 299789 h 412094"/>
                    <a:gd name="connsiteX2" fmla="*/ 1579 w 201524"/>
                    <a:gd name="connsiteY2" fmla="*/ 139483 h 412094"/>
                    <a:gd name="connsiteX3" fmla="*/ 120928 w 201524"/>
                    <a:gd name="connsiteY3" fmla="*/ 704 h 412094"/>
                    <a:gd name="connsiteX4" fmla="*/ 187603 w 201524"/>
                    <a:gd name="connsiteY4" fmla="*/ 8229 h 412094"/>
                    <a:gd name="connsiteX5" fmla="*/ 199319 w 201524"/>
                    <a:gd name="connsiteY5" fmla="*/ 30708 h 412094"/>
                    <a:gd name="connsiteX6" fmla="*/ 187508 w 201524"/>
                    <a:gd name="connsiteY6" fmla="*/ 240925 h 412094"/>
                    <a:gd name="connsiteX7" fmla="*/ 159600 w 201524"/>
                    <a:gd name="connsiteY7" fmla="*/ 314934 h 412094"/>
                    <a:gd name="connsiteX8" fmla="*/ 95211 w 201524"/>
                    <a:gd name="connsiteY8" fmla="*/ 412470 h 41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524" h="412094">
                      <a:moveTo>
                        <a:pt x="95211" y="412470"/>
                      </a:moveTo>
                      <a:cubicBezTo>
                        <a:pt x="58443" y="383438"/>
                        <a:pt x="30917" y="344261"/>
                        <a:pt x="16153" y="299789"/>
                      </a:cubicBezTo>
                      <a:cubicBezTo>
                        <a:pt x="-1565" y="248307"/>
                        <a:pt x="-6518" y="193309"/>
                        <a:pt x="1579" y="139483"/>
                      </a:cubicBezTo>
                      <a:cubicBezTo>
                        <a:pt x="8342" y="87763"/>
                        <a:pt x="46442" y="10039"/>
                        <a:pt x="120928" y="704"/>
                      </a:cubicBezTo>
                      <a:cubicBezTo>
                        <a:pt x="143406" y="-591"/>
                        <a:pt x="165981" y="1952"/>
                        <a:pt x="187603" y="8229"/>
                      </a:cubicBezTo>
                      <a:cubicBezTo>
                        <a:pt x="193128" y="9467"/>
                        <a:pt x="199605" y="23088"/>
                        <a:pt x="199319" y="30708"/>
                      </a:cubicBezTo>
                      <a:cubicBezTo>
                        <a:pt x="196556" y="100907"/>
                        <a:pt x="194461" y="171202"/>
                        <a:pt x="187508" y="240925"/>
                      </a:cubicBezTo>
                      <a:cubicBezTo>
                        <a:pt x="183222" y="267195"/>
                        <a:pt x="173697" y="292350"/>
                        <a:pt x="159600" y="314934"/>
                      </a:cubicBezTo>
                      <a:cubicBezTo>
                        <a:pt x="140931" y="347795"/>
                        <a:pt x="118165" y="378180"/>
                        <a:pt x="95211" y="4124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06" name="任意多边形: 形状 450"/>
                <p:cNvSpPr/>
                <p:nvPr/>
              </p:nvSpPr>
              <p:spPr>
                <a:xfrm>
                  <a:off x="13394067" y="4617829"/>
                  <a:ext cx="225782" cy="377282"/>
                </a:xfrm>
                <a:custGeom>
                  <a:avLst/>
                  <a:gdLst>
                    <a:gd name="connsiteX0" fmla="*/ 223586 w 225782"/>
                    <a:gd name="connsiteY0" fmla="*/ 243974 h 377282"/>
                    <a:gd name="connsiteX1" fmla="*/ 193390 w 225782"/>
                    <a:gd name="connsiteY1" fmla="*/ 372657 h 377282"/>
                    <a:gd name="connsiteX2" fmla="*/ 164815 w 225782"/>
                    <a:gd name="connsiteY2" fmla="*/ 376182 h 377282"/>
                    <a:gd name="connsiteX3" fmla="*/ 21940 w 225782"/>
                    <a:gd name="connsiteY3" fmla="*/ 236450 h 377282"/>
                    <a:gd name="connsiteX4" fmla="*/ 5843 w 225782"/>
                    <a:gd name="connsiteY4" fmla="*/ 90527 h 377282"/>
                    <a:gd name="connsiteX5" fmla="*/ 124524 w 225782"/>
                    <a:gd name="connsiteY5" fmla="*/ 420 h 377282"/>
                    <a:gd name="connsiteX6" fmla="*/ 148146 w 225782"/>
                    <a:gd name="connsiteY6" fmla="*/ 12327 h 377282"/>
                    <a:gd name="connsiteX7" fmla="*/ 223586 w 225782"/>
                    <a:gd name="connsiteY7" fmla="*/ 243974 h 37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82" h="377282">
                      <a:moveTo>
                        <a:pt x="223586" y="243974"/>
                      </a:moveTo>
                      <a:cubicBezTo>
                        <a:pt x="215298" y="280741"/>
                        <a:pt x="205582" y="327033"/>
                        <a:pt x="193390" y="372657"/>
                      </a:cubicBezTo>
                      <a:cubicBezTo>
                        <a:pt x="192439" y="376277"/>
                        <a:pt x="172721" y="379706"/>
                        <a:pt x="164815" y="376182"/>
                      </a:cubicBezTo>
                      <a:cubicBezTo>
                        <a:pt x="101474" y="348922"/>
                        <a:pt x="50610" y="299124"/>
                        <a:pt x="21940" y="236450"/>
                      </a:cubicBezTo>
                      <a:cubicBezTo>
                        <a:pt x="318" y="190158"/>
                        <a:pt x="-10826" y="142533"/>
                        <a:pt x="5843" y="90527"/>
                      </a:cubicBezTo>
                      <a:cubicBezTo>
                        <a:pt x="21465" y="41663"/>
                        <a:pt x="73471" y="-1199"/>
                        <a:pt x="124524" y="420"/>
                      </a:cubicBezTo>
                      <a:cubicBezTo>
                        <a:pt x="133763" y="772"/>
                        <a:pt x="142337" y="5117"/>
                        <a:pt x="148146" y="12327"/>
                      </a:cubicBezTo>
                      <a:cubicBezTo>
                        <a:pt x="185676" y="81954"/>
                        <a:pt x="217870" y="153392"/>
                        <a:pt x="223586" y="24397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07" name="任意多边形: 形状 451"/>
                <p:cNvSpPr/>
                <p:nvPr/>
              </p:nvSpPr>
              <p:spPr>
                <a:xfrm>
                  <a:off x="12876994" y="3374377"/>
                  <a:ext cx="224744" cy="389353"/>
                </a:xfrm>
                <a:custGeom>
                  <a:avLst/>
                  <a:gdLst>
                    <a:gd name="connsiteX0" fmla="*/ -2197 w 224744"/>
                    <a:gd name="connsiteY0" fmla="*/ 261369 h 389353"/>
                    <a:gd name="connsiteX1" fmla="*/ 101148 w 224744"/>
                    <a:gd name="connsiteY1" fmla="*/ 24292 h 389353"/>
                    <a:gd name="connsiteX2" fmla="*/ 192398 w 224744"/>
                    <a:gd name="connsiteY2" fmla="*/ 2860 h 389353"/>
                    <a:gd name="connsiteX3" fmla="*/ 221736 w 224744"/>
                    <a:gd name="connsiteY3" fmla="*/ 42008 h 389353"/>
                    <a:gd name="connsiteX4" fmla="*/ 148108 w 224744"/>
                    <a:gd name="connsiteY4" fmla="*/ 296135 h 389353"/>
                    <a:gd name="connsiteX5" fmla="*/ 44761 w 224744"/>
                    <a:gd name="connsiteY5" fmla="*/ 386242 h 389353"/>
                    <a:gd name="connsiteX6" fmla="*/ 16186 w 224744"/>
                    <a:gd name="connsiteY6" fmla="*/ 373192 h 389353"/>
                    <a:gd name="connsiteX7" fmla="*/ -2197 w 224744"/>
                    <a:gd name="connsiteY7" fmla="*/ 261369 h 389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744" h="389353">
                      <a:moveTo>
                        <a:pt x="-2197" y="261369"/>
                      </a:moveTo>
                      <a:cubicBezTo>
                        <a:pt x="-1341" y="166690"/>
                        <a:pt x="24283" y="84680"/>
                        <a:pt x="101148" y="24292"/>
                      </a:cubicBezTo>
                      <a:cubicBezTo>
                        <a:pt x="126772" y="3765"/>
                        <a:pt x="160298" y="-4112"/>
                        <a:pt x="192398" y="2860"/>
                      </a:cubicBezTo>
                      <a:cubicBezTo>
                        <a:pt x="213543" y="6766"/>
                        <a:pt x="225926" y="16481"/>
                        <a:pt x="221736" y="42008"/>
                      </a:cubicBezTo>
                      <a:cubicBezTo>
                        <a:pt x="207544" y="129829"/>
                        <a:pt x="200779" y="219745"/>
                        <a:pt x="148108" y="296135"/>
                      </a:cubicBezTo>
                      <a:cubicBezTo>
                        <a:pt x="121437" y="334711"/>
                        <a:pt x="90958" y="368906"/>
                        <a:pt x="44761" y="386242"/>
                      </a:cubicBezTo>
                      <a:cubicBezTo>
                        <a:pt x="28473" y="392338"/>
                        <a:pt x="19425" y="391861"/>
                        <a:pt x="16186" y="373192"/>
                      </a:cubicBezTo>
                      <a:cubicBezTo>
                        <a:pt x="10279" y="335854"/>
                        <a:pt x="3993" y="298707"/>
                        <a:pt x="-2197" y="26136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08" name="任意多边形: 形状 452"/>
                <p:cNvSpPr/>
                <p:nvPr/>
              </p:nvSpPr>
              <p:spPr>
                <a:xfrm>
                  <a:off x="13198922" y="4374711"/>
                  <a:ext cx="212518" cy="363130"/>
                </a:xfrm>
                <a:custGeom>
                  <a:avLst/>
                  <a:gdLst>
                    <a:gd name="connsiteX0" fmla="*/ 202513 w 212518"/>
                    <a:gd name="connsiteY0" fmla="*/ 186389 h 363130"/>
                    <a:gd name="connsiteX1" fmla="*/ 163173 w 212518"/>
                    <a:gd name="connsiteY1" fmla="*/ 308118 h 363130"/>
                    <a:gd name="connsiteX2" fmla="*/ 144123 w 212518"/>
                    <a:gd name="connsiteY2" fmla="*/ 336217 h 363130"/>
                    <a:gd name="connsiteX3" fmla="*/ 91926 w 212518"/>
                    <a:gd name="connsiteY3" fmla="*/ 346314 h 363130"/>
                    <a:gd name="connsiteX4" fmla="*/ 2106 w 212518"/>
                    <a:gd name="connsiteY4" fmla="*/ 101426 h 363130"/>
                    <a:gd name="connsiteX5" fmla="*/ 144981 w 212518"/>
                    <a:gd name="connsiteY5" fmla="*/ 2175 h 363130"/>
                    <a:gd name="connsiteX6" fmla="*/ 168889 w 212518"/>
                    <a:gd name="connsiteY6" fmla="*/ 25893 h 363130"/>
                    <a:gd name="connsiteX7" fmla="*/ 210322 w 212518"/>
                    <a:gd name="connsiteY7" fmla="*/ 184770 h 363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518" h="363130">
                      <a:moveTo>
                        <a:pt x="202513" y="186389"/>
                      </a:moveTo>
                      <a:cubicBezTo>
                        <a:pt x="206417" y="232585"/>
                        <a:pt x="190511" y="272114"/>
                        <a:pt x="163173" y="308118"/>
                      </a:cubicBezTo>
                      <a:cubicBezTo>
                        <a:pt x="156315" y="317109"/>
                        <a:pt x="149934" y="326491"/>
                        <a:pt x="144123" y="336217"/>
                      </a:cubicBezTo>
                      <a:cubicBezTo>
                        <a:pt x="124501" y="369555"/>
                        <a:pt x="120501" y="371650"/>
                        <a:pt x="91926" y="346314"/>
                      </a:cubicBezTo>
                      <a:cubicBezTo>
                        <a:pt x="18489" y="281163"/>
                        <a:pt x="-14753" y="199724"/>
                        <a:pt x="2106" y="101426"/>
                      </a:cubicBezTo>
                      <a:cubicBezTo>
                        <a:pt x="12773" y="39037"/>
                        <a:pt x="82973" y="-9731"/>
                        <a:pt x="144981" y="2175"/>
                      </a:cubicBezTo>
                      <a:cubicBezTo>
                        <a:pt x="156125" y="6042"/>
                        <a:pt x="164982" y="14767"/>
                        <a:pt x="168889" y="25893"/>
                      </a:cubicBezTo>
                      <a:cubicBezTo>
                        <a:pt x="184128" y="78471"/>
                        <a:pt x="196797" y="131715"/>
                        <a:pt x="210322" y="1847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grpSp>
        </p:grpSp>
        <p:sp>
          <p:nvSpPr>
            <p:cNvPr id="57" name="文本框 56"/>
            <p:cNvSpPr txBox="1"/>
            <p:nvPr/>
          </p:nvSpPr>
          <p:spPr>
            <a:xfrm>
              <a:off x="14446" y="7724"/>
              <a:ext cx="2575" cy="580"/>
            </a:xfrm>
            <a:prstGeom prst="rect">
              <a:avLst/>
            </a:prstGeom>
            <a:noFill/>
          </p:spPr>
          <p:txBody>
            <a:bodyPr vert="horz" wrap="none" lIns="91440" tIns="45720" rIns="91440" bIns="45720" rtlCol="0" anchor="ctr" anchorCtr="0">
              <a:spAutoFit/>
            </a:bodyPr>
            <a:lstStyle>
              <a:defPPr>
                <a:defRPr lang="en-US"/>
              </a:defPPr>
              <a:lvl1pPr marR="0" lvl="0" indent="0" algn="ctr" fontAlgn="auto">
                <a:spcBef>
                  <a:spcPts val="0"/>
                </a:spcBef>
                <a:spcAft>
                  <a:spcPts val="0"/>
                </a:spcAft>
                <a:buClrTx/>
                <a:buSzTx/>
                <a:buFontTx/>
                <a:buNone/>
                <a:defRPr kumimoji="0" sz="2400" b="1" i="0" u="none" strike="noStrike" cap="none" spc="0" normalizeH="0" baseline="0">
                  <a:ln>
                    <a:noFill/>
                  </a:ln>
                  <a:gradFill>
                    <a:gsLst>
                      <a:gs pos="0">
                        <a:srgbClr val="0A34BA"/>
                      </a:gs>
                      <a:gs pos="100000">
                        <a:srgbClr val="00256E"/>
                      </a:gs>
                    </a:gsLst>
                    <a:lin ang="2700000" scaled="0"/>
                  </a:gradFill>
                  <a:effectLst/>
                  <a:uLnTx/>
                  <a:uFillTx/>
                  <a:latin typeface="微软雅黑" panose="020B0503020204020204" charset="-122"/>
                  <a:ea typeface="微软雅黑" panose="020B0503020204020204" charset="-122"/>
                </a:defRPr>
              </a:lvl1pPr>
            </a:lstStyle>
            <a:p>
              <a:pPr marL="12700" lvl="0" algn="ctr">
                <a:spcBef>
                  <a:spcPts val="95"/>
                </a:spcBef>
              </a:pPr>
              <a:r>
                <a:rPr lang="zh-CN" altLang="en-US" sz="1800">
                  <a:solidFill>
                    <a:schemeClr val="bg1"/>
                  </a:solidFill>
                  <a:cs typeface="微软雅黑" panose="020B0503020204020204" charset="-122"/>
                  <a:sym typeface="+mn-ea"/>
                </a:rPr>
                <a:t>省政府专利奖 </a:t>
              </a:r>
              <a:endParaRPr lang="zh-CN" altLang="en-US" sz="1800">
                <a:solidFill>
                  <a:schemeClr val="bg1"/>
                </a:solidFill>
                <a:cs typeface="微软雅黑" panose="020B0503020204020204" charset="-122"/>
                <a:sym typeface="+mn-ea"/>
              </a:endParaRPr>
            </a:p>
          </p:txBody>
        </p:sp>
        <p:grpSp>
          <p:nvGrpSpPr>
            <p:cNvPr id="209" name="组合 208"/>
            <p:cNvGrpSpPr/>
            <p:nvPr/>
          </p:nvGrpSpPr>
          <p:grpSpPr>
            <a:xfrm rot="0">
              <a:off x="13446" y="7546"/>
              <a:ext cx="4575" cy="936"/>
              <a:chOff x="12973" y="715"/>
              <a:chExt cx="5456" cy="1116"/>
            </a:xfrm>
          </p:grpSpPr>
          <p:grpSp>
            <p:nvGrpSpPr>
              <p:cNvPr id="210" name="组合 209"/>
              <p:cNvGrpSpPr/>
              <p:nvPr/>
            </p:nvGrpSpPr>
            <p:grpSpPr>
              <a:xfrm rot="0">
                <a:off x="12973" y="715"/>
                <a:ext cx="622" cy="1116"/>
                <a:chOff x="12505110" y="1875542"/>
                <a:chExt cx="2029933" cy="3642920"/>
              </a:xfrm>
              <a:gradFill>
                <a:gsLst>
                  <a:gs pos="0">
                    <a:srgbClr val="FFCD69">
                      <a:lumMod val="40000"/>
                      <a:lumOff val="60000"/>
                    </a:srgbClr>
                  </a:gs>
                  <a:gs pos="100000">
                    <a:srgbClr val="FFCD69">
                      <a:lumMod val="60000"/>
                      <a:lumOff val="40000"/>
                    </a:srgbClr>
                  </a:gs>
                </a:gsLst>
                <a:lin ang="5400000" scaled="1"/>
              </a:gradFill>
            </p:grpSpPr>
            <p:sp>
              <p:nvSpPr>
                <p:cNvPr id="211" name="任意多边形: 形状 453"/>
                <p:cNvSpPr/>
                <p:nvPr/>
              </p:nvSpPr>
              <p:spPr>
                <a:xfrm>
                  <a:off x="12724094" y="2480178"/>
                  <a:ext cx="1810949" cy="3038284"/>
                </a:xfrm>
                <a:custGeom>
                  <a:avLst/>
                  <a:gdLst>
                    <a:gd name="connsiteX0" fmla="*/ 193566 w 1810949"/>
                    <a:gd name="connsiteY0" fmla="*/ 433763 h 3038284"/>
                    <a:gd name="connsiteX1" fmla="*/ 155466 w 1810949"/>
                    <a:gd name="connsiteY1" fmla="*/ 501962 h 3038284"/>
                    <a:gd name="connsiteX2" fmla="*/ 131653 w 1810949"/>
                    <a:gd name="connsiteY2" fmla="*/ 509011 h 3038284"/>
                    <a:gd name="connsiteX3" fmla="*/ 22020 w 1810949"/>
                    <a:gd name="connsiteY3" fmla="*/ 388329 h 3038284"/>
                    <a:gd name="connsiteX4" fmla="*/ 494 w 1810949"/>
                    <a:gd name="connsiteY4" fmla="*/ 223451 h 3038284"/>
                    <a:gd name="connsiteX5" fmla="*/ 69264 w 1810949"/>
                    <a:gd name="connsiteY5" fmla="*/ 19902 h 3038284"/>
                    <a:gd name="connsiteX6" fmla="*/ 116126 w 1810949"/>
                    <a:gd name="connsiteY6" fmla="*/ 4662 h 3038284"/>
                    <a:gd name="connsiteX7" fmla="*/ 237379 w 1810949"/>
                    <a:gd name="connsiteY7" fmla="*/ 217260 h 3038284"/>
                    <a:gd name="connsiteX8" fmla="*/ 216806 w 1810949"/>
                    <a:gd name="connsiteY8" fmla="*/ 352039 h 3038284"/>
                    <a:gd name="connsiteX9" fmla="*/ 219474 w 1810949"/>
                    <a:gd name="connsiteY9" fmla="*/ 378232 h 3038284"/>
                    <a:gd name="connsiteX10" fmla="*/ 348821 w 1810949"/>
                    <a:gd name="connsiteY10" fmla="*/ 81624 h 3038284"/>
                    <a:gd name="connsiteX11" fmla="*/ 359109 w 1810949"/>
                    <a:gd name="connsiteY11" fmla="*/ 84958 h 3038284"/>
                    <a:gd name="connsiteX12" fmla="*/ 354442 w 1810949"/>
                    <a:gd name="connsiteY12" fmla="*/ 106770 h 3038284"/>
                    <a:gd name="connsiteX13" fmla="*/ 244332 w 1810949"/>
                    <a:gd name="connsiteY13" fmla="*/ 395092 h 3038284"/>
                    <a:gd name="connsiteX14" fmla="*/ 161561 w 1810949"/>
                    <a:gd name="connsiteY14" fmla="*/ 728467 h 3038284"/>
                    <a:gd name="connsiteX15" fmla="*/ 133463 w 1810949"/>
                    <a:gd name="connsiteY15" fmla="*/ 1132136 h 3038284"/>
                    <a:gd name="connsiteX16" fmla="*/ 158989 w 1810949"/>
                    <a:gd name="connsiteY16" fmla="*/ 1401694 h 3038284"/>
                    <a:gd name="connsiteX17" fmla="*/ 225664 w 1810949"/>
                    <a:gd name="connsiteY17" fmla="*/ 1672394 h 3038284"/>
                    <a:gd name="connsiteX18" fmla="*/ 414831 w 1810949"/>
                    <a:gd name="connsiteY18" fmla="*/ 2081302 h 3038284"/>
                    <a:gd name="connsiteX19" fmla="*/ 898034 w 1810949"/>
                    <a:gd name="connsiteY19" fmla="*/ 2589747 h 3038284"/>
                    <a:gd name="connsiteX20" fmla="*/ 1317134 w 1810949"/>
                    <a:gd name="connsiteY20" fmla="*/ 2804250 h 3038284"/>
                    <a:gd name="connsiteX21" fmla="*/ 1777478 w 1810949"/>
                    <a:gd name="connsiteY21" fmla="*/ 2892547 h 3038284"/>
                    <a:gd name="connsiteX22" fmla="*/ 1807672 w 1810949"/>
                    <a:gd name="connsiteY22" fmla="*/ 2925599 h 3038284"/>
                    <a:gd name="connsiteX23" fmla="*/ 1792526 w 1810949"/>
                    <a:gd name="connsiteY23" fmla="*/ 3024278 h 3038284"/>
                    <a:gd name="connsiteX24" fmla="*/ 1768237 w 1810949"/>
                    <a:gd name="connsiteY24" fmla="*/ 3038660 h 3038284"/>
                    <a:gd name="connsiteX25" fmla="*/ 1609647 w 1810949"/>
                    <a:gd name="connsiteY25" fmla="*/ 3020277 h 3038284"/>
                    <a:gd name="connsiteX26" fmla="*/ 1400097 w 1810949"/>
                    <a:gd name="connsiteY26" fmla="*/ 2968080 h 3038284"/>
                    <a:gd name="connsiteX27" fmla="*/ 1127776 w 1810949"/>
                    <a:gd name="connsiteY27" fmla="*/ 2862257 h 3038284"/>
                    <a:gd name="connsiteX28" fmla="*/ 563706 w 1810949"/>
                    <a:gd name="connsiteY28" fmla="*/ 2435728 h 3038284"/>
                    <a:gd name="connsiteX29" fmla="*/ 233284 w 1810949"/>
                    <a:gd name="connsiteY29" fmla="*/ 1910614 h 3038284"/>
                    <a:gd name="connsiteX30" fmla="*/ 110696 w 1810949"/>
                    <a:gd name="connsiteY30" fmla="*/ 1479037 h 3038284"/>
                    <a:gd name="connsiteX31" fmla="*/ 87265 w 1810949"/>
                    <a:gd name="connsiteY31" fmla="*/ 1018122 h 3038284"/>
                    <a:gd name="connsiteX32" fmla="*/ 138988 w 1810949"/>
                    <a:gd name="connsiteY32" fmla="*/ 669221 h 3038284"/>
                    <a:gd name="connsiteX33" fmla="*/ 197470 w 1810949"/>
                    <a:gd name="connsiteY33" fmla="*/ 458338 h 3038284"/>
                    <a:gd name="connsiteX34" fmla="*/ 199565 w 1810949"/>
                    <a:gd name="connsiteY34" fmla="*/ 434239 h 303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0949" h="3038284">
                      <a:moveTo>
                        <a:pt x="193566" y="433763"/>
                      </a:moveTo>
                      <a:cubicBezTo>
                        <a:pt x="180992" y="456718"/>
                        <a:pt x="169563" y="480245"/>
                        <a:pt x="155466" y="501962"/>
                      </a:cubicBezTo>
                      <a:cubicBezTo>
                        <a:pt x="151750" y="507487"/>
                        <a:pt x="135272" y="512154"/>
                        <a:pt x="131653" y="509011"/>
                      </a:cubicBezTo>
                      <a:cubicBezTo>
                        <a:pt x="90123" y="473578"/>
                        <a:pt x="43928" y="442336"/>
                        <a:pt x="22020" y="388329"/>
                      </a:cubicBezTo>
                      <a:cubicBezTo>
                        <a:pt x="685" y="336161"/>
                        <a:pt x="-6745" y="279344"/>
                        <a:pt x="494" y="223451"/>
                      </a:cubicBezTo>
                      <a:cubicBezTo>
                        <a:pt x="9733" y="151728"/>
                        <a:pt x="33164" y="82548"/>
                        <a:pt x="69264" y="19902"/>
                      </a:cubicBezTo>
                      <a:cubicBezTo>
                        <a:pt x="81170" y="-1148"/>
                        <a:pt x="94218" y="-3339"/>
                        <a:pt x="116126" y="4662"/>
                      </a:cubicBezTo>
                      <a:cubicBezTo>
                        <a:pt x="216044" y="41047"/>
                        <a:pt x="236810" y="114009"/>
                        <a:pt x="237379" y="217260"/>
                      </a:cubicBezTo>
                      <a:cubicBezTo>
                        <a:pt x="237379" y="262218"/>
                        <a:pt x="223855" y="307081"/>
                        <a:pt x="216806" y="352039"/>
                      </a:cubicBezTo>
                      <a:cubicBezTo>
                        <a:pt x="215188" y="360840"/>
                        <a:pt x="216044" y="369946"/>
                        <a:pt x="219474" y="378232"/>
                      </a:cubicBezTo>
                      <a:lnTo>
                        <a:pt x="348821" y="81624"/>
                      </a:lnTo>
                      <a:lnTo>
                        <a:pt x="359109" y="84958"/>
                      </a:lnTo>
                      <a:cubicBezTo>
                        <a:pt x="358158" y="92339"/>
                        <a:pt x="356633" y="99636"/>
                        <a:pt x="354442" y="106770"/>
                      </a:cubicBezTo>
                      <a:cubicBezTo>
                        <a:pt x="317486" y="202782"/>
                        <a:pt x="274814" y="297270"/>
                        <a:pt x="244332" y="395092"/>
                      </a:cubicBezTo>
                      <a:cubicBezTo>
                        <a:pt x="210235" y="504534"/>
                        <a:pt x="177657" y="615976"/>
                        <a:pt x="161561" y="728467"/>
                      </a:cubicBezTo>
                      <a:cubicBezTo>
                        <a:pt x="143560" y="862283"/>
                        <a:pt x="134130" y="997119"/>
                        <a:pt x="133463" y="1132136"/>
                      </a:cubicBezTo>
                      <a:cubicBezTo>
                        <a:pt x="133558" y="1222586"/>
                        <a:pt x="142129" y="1312835"/>
                        <a:pt x="158989" y="1401694"/>
                      </a:cubicBezTo>
                      <a:cubicBezTo>
                        <a:pt x="176420" y="1493038"/>
                        <a:pt x="198710" y="1583393"/>
                        <a:pt x="225664" y="1672394"/>
                      </a:cubicBezTo>
                      <a:cubicBezTo>
                        <a:pt x="267289" y="1818317"/>
                        <a:pt x="334915" y="1952810"/>
                        <a:pt x="414831" y="2081302"/>
                      </a:cubicBezTo>
                      <a:cubicBezTo>
                        <a:pt x="539608" y="2281939"/>
                        <a:pt x="704009" y="2454963"/>
                        <a:pt x="898034" y="2589747"/>
                      </a:cubicBezTo>
                      <a:cubicBezTo>
                        <a:pt x="1027194" y="2680172"/>
                        <a:pt x="1168258" y="2752352"/>
                        <a:pt x="1317134" y="2804250"/>
                      </a:cubicBezTo>
                      <a:cubicBezTo>
                        <a:pt x="1465535" y="2855510"/>
                        <a:pt x="1620600" y="2885244"/>
                        <a:pt x="1777478" y="2892547"/>
                      </a:cubicBezTo>
                      <a:cubicBezTo>
                        <a:pt x="1802337" y="2893880"/>
                        <a:pt x="1812244" y="2899881"/>
                        <a:pt x="1807672" y="2925599"/>
                      </a:cubicBezTo>
                      <a:cubicBezTo>
                        <a:pt x="1801861" y="2958365"/>
                        <a:pt x="1799384" y="2992274"/>
                        <a:pt x="1792526" y="3024278"/>
                      </a:cubicBezTo>
                      <a:cubicBezTo>
                        <a:pt x="1787383" y="3032908"/>
                        <a:pt x="1778239" y="3038332"/>
                        <a:pt x="1768237" y="3038660"/>
                      </a:cubicBezTo>
                      <a:cubicBezTo>
                        <a:pt x="1715089" y="3035416"/>
                        <a:pt x="1662130" y="3029279"/>
                        <a:pt x="1609647" y="3020277"/>
                      </a:cubicBezTo>
                      <a:cubicBezTo>
                        <a:pt x="1538781" y="3007341"/>
                        <a:pt x="1468772" y="2989907"/>
                        <a:pt x="1400097" y="2968080"/>
                      </a:cubicBezTo>
                      <a:cubicBezTo>
                        <a:pt x="1307228" y="2938469"/>
                        <a:pt x="1216264" y="2903127"/>
                        <a:pt x="1127776" y="2862257"/>
                      </a:cubicBezTo>
                      <a:cubicBezTo>
                        <a:pt x="913464" y="2758742"/>
                        <a:pt x="721727" y="2613774"/>
                        <a:pt x="563706" y="2435728"/>
                      </a:cubicBezTo>
                      <a:cubicBezTo>
                        <a:pt x="425117" y="2280276"/>
                        <a:pt x="313484" y="2102804"/>
                        <a:pt x="233284" y="1910614"/>
                      </a:cubicBezTo>
                      <a:cubicBezTo>
                        <a:pt x="175753" y="1772016"/>
                        <a:pt x="134604" y="1627179"/>
                        <a:pt x="110696" y="1479037"/>
                      </a:cubicBezTo>
                      <a:cubicBezTo>
                        <a:pt x="85265" y="1326799"/>
                        <a:pt x="77454" y="1172151"/>
                        <a:pt x="87265" y="1018122"/>
                      </a:cubicBezTo>
                      <a:cubicBezTo>
                        <a:pt x="92886" y="900393"/>
                        <a:pt x="110222" y="783512"/>
                        <a:pt x="138988" y="669221"/>
                      </a:cubicBezTo>
                      <a:cubicBezTo>
                        <a:pt x="158038" y="598641"/>
                        <a:pt x="178134" y="528632"/>
                        <a:pt x="197470" y="458338"/>
                      </a:cubicBezTo>
                      <a:cubicBezTo>
                        <a:pt x="198898" y="450384"/>
                        <a:pt x="199565" y="442317"/>
                        <a:pt x="199565" y="43423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12" name="任意多边形: 形状 454"/>
                <p:cNvSpPr/>
                <p:nvPr/>
              </p:nvSpPr>
              <p:spPr>
                <a:xfrm>
                  <a:off x="12719092" y="4637983"/>
                  <a:ext cx="510159" cy="317499"/>
                </a:xfrm>
                <a:custGeom>
                  <a:avLst/>
                  <a:gdLst>
                    <a:gd name="connsiteX0" fmla="*/ 370304 w 510159"/>
                    <a:gd name="connsiteY0" fmla="*/ 317833 h 317499"/>
                    <a:gd name="connsiteX1" fmla="*/ 119796 w 510159"/>
                    <a:gd name="connsiteY1" fmla="*/ 208486 h 317499"/>
                    <a:gd name="connsiteX2" fmla="*/ 10735 w 510159"/>
                    <a:gd name="connsiteY2" fmla="*/ 100187 h 317499"/>
                    <a:gd name="connsiteX3" fmla="*/ 8449 w 510159"/>
                    <a:gd name="connsiteY3" fmla="*/ 47323 h 317499"/>
                    <a:gd name="connsiteX4" fmla="*/ 147227 w 510159"/>
                    <a:gd name="connsiteY4" fmla="*/ 4746 h 317499"/>
                    <a:gd name="connsiteX5" fmla="*/ 331536 w 510159"/>
                    <a:gd name="connsiteY5" fmla="*/ 90471 h 317499"/>
                    <a:gd name="connsiteX6" fmla="*/ 493461 w 510159"/>
                    <a:gd name="connsiteY6" fmla="*/ 220868 h 317499"/>
                    <a:gd name="connsiteX7" fmla="*/ 495747 w 510159"/>
                    <a:gd name="connsiteY7" fmla="*/ 267922 h 317499"/>
                    <a:gd name="connsiteX8" fmla="*/ 370304 w 510159"/>
                    <a:gd name="connsiteY8" fmla="*/ 317833 h 31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159" h="317499">
                      <a:moveTo>
                        <a:pt x="370304" y="317833"/>
                      </a:moveTo>
                      <a:cubicBezTo>
                        <a:pt x="272482" y="314499"/>
                        <a:pt x="191898" y="269446"/>
                        <a:pt x="119796" y="208486"/>
                      </a:cubicBezTo>
                      <a:cubicBezTo>
                        <a:pt x="80838" y="175529"/>
                        <a:pt x="47500" y="135905"/>
                        <a:pt x="10735" y="100187"/>
                      </a:cubicBezTo>
                      <a:cubicBezTo>
                        <a:pt x="-7554" y="82470"/>
                        <a:pt x="-4697" y="65706"/>
                        <a:pt x="8449" y="47323"/>
                      </a:cubicBezTo>
                      <a:cubicBezTo>
                        <a:pt x="37024" y="7794"/>
                        <a:pt x="91126" y="-8113"/>
                        <a:pt x="147227" y="4746"/>
                      </a:cubicBezTo>
                      <a:cubicBezTo>
                        <a:pt x="213902" y="20230"/>
                        <a:pt x="276672" y="49423"/>
                        <a:pt x="331536" y="90471"/>
                      </a:cubicBezTo>
                      <a:cubicBezTo>
                        <a:pt x="387352" y="131524"/>
                        <a:pt x="439265" y="177720"/>
                        <a:pt x="493461" y="220868"/>
                      </a:cubicBezTo>
                      <a:cubicBezTo>
                        <a:pt x="513367" y="236680"/>
                        <a:pt x="511463" y="249443"/>
                        <a:pt x="495747" y="267922"/>
                      </a:cubicBezTo>
                      <a:cubicBezTo>
                        <a:pt x="462219" y="306784"/>
                        <a:pt x="419166" y="318690"/>
                        <a:pt x="370304" y="31783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13" name="任意多边形: 形状 455"/>
                <p:cNvSpPr/>
                <p:nvPr/>
              </p:nvSpPr>
              <p:spPr>
                <a:xfrm>
                  <a:off x="12573644" y="4227251"/>
                  <a:ext cx="452202" cy="379955"/>
                </a:xfrm>
                <a:custGeom>
                  <a:avLst/>
                  <a:gdLst>
                    <a:gd name="connsiteX0" fmla="*/ 377923 w 452202"/>
                    <a:gd name="connsiteY0" fmla="*/ 380331 h 379955"/>
                    <a:gd name="connsiteX1" fmla="*/ 141896 w 452202"/>
                    <a:gd name="connsiteY1" fmla="*/ 267555 h 379955"/>
                    <a:gd name="connsiteX2" fmla="*/ 4830 w 452202"/>
                    <a:gd name="connsiteY2" fmla="*/ 93724 h 379955"/>
                    <a:gd name="connsiteX3" fmla="*/ 61980 w 452202"/>
                    <a:gd name="connsiteY3" fmla="*/ 3331 h 379955"/>
                    <a:gd name="connsiteX4" fmla="*/ 204187 w 452202"/>
                    <a:gd name="connsiteY4" fmla="*/ 39717 h 379955"/>
                    <a:gd name="connsiteX5" fmla="*/ 422121 w 452202"/>
                    <a:gd name="connsiteY5" fmla="*/ 298606 h 379955"/>
                    <a:gd name="connsiteX6" fmla="*/ 443838 w 452202"/>
                    <a:gd name="connsiteY6" fmla="*/ 344898 h 379955"/>
                    <a:gd name="connsiteX7" fmla="*/ 423358 w 452202"/>
                    <a:gd name="connsiteY7" fmla="*/ 378235 h 379955"/>
                    <a:gd name="connsiteX8" fmla="*/ 377923 w 452202"/>
                    <a:gd name="connsiteY8" fmla="*/ 380331 h 379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202" h="379955">
                      <a:moveTo>
                        <a:pt x="377923" y="380331"/>
                      </a:moveTo>
                      <a:cubicBezTo>
                        <a:pt x="287817" y="378712"/>
                        <a:pt x="206473" y="337278"/>
                        <a:pt x="141896" y="267555"/>
                      </a:cubicBezTo>
                      <a:cubicBezTo>
                        <a:pt x="91890" y="213643"/>
                        <a:pt x="48455" y="153255"/>
                        <a:pt x="4830" y="93724"/>
                      </a:cubicBezTo>
                      <a:cubicBezTo>
                        <a:pt x="-17460" y="63434"/>
                        <a:pt x="16450" y="11999"/>
                        <a:pt x="61980" y="3331"/>
                      </a:cubicBezTo>
                      <a:cubicBezTo>
                        <a:pt x="115130" y="-6860"/>
                        <a:pt x="161230" y="10285"/>
                        <a:pt x="204187" y="39717"/>
                      </a:cubicBezTo>
                      <a:cubicBezTo>
                        <a:pt x="300581" y="106392"/>
                        <a:pt x="366970" y="197641"/>
                        <a:pt x="422121" y="298606"/>
                      </a:cubicBezTo>
                      <a:cubicBezTo>
                        <a:pt x="430215" y="313561"/>
                        <a:pt x="436694" y="329467"/>
                        <a:pt x="443838" y="344898"/>
                      </a:cubicBezTo>
                      <a:cubicBezTo>
                        <a:pt x="455458" y="369853"/>
                        <a:pt x="451742" y="376045"/>
                        <a:pt x="423358" y="378235"/>
                      </a:cubicBezTo>
                      <a:cubicBezTo>
                        <a:pt x="410596" y="379283"/>
                        <a:pt x="398213" y="379283"/>
                        <a:pt x="377923" y="38033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14" name="任意多边形: 形状 456"/>
                <p:cNvSpPr/>
                <p:nvPr/>
              </p:nvSpPr>
              <p:spPr>
                <a:xfrm>
                  <a:off x="12505673" y="3364558"/>
                  <a:ext cx="277960" cy="488669"/>
                </a:xfrm>
                <a:custGeom>
                  <a:avLst/>
                  <a:gdLst>
                    <a:gd name="connsiteX0" fmla="*/ 271208 w 277960"/>
                    <a:gd name="connsiteY0" fmla="*/ 488453 h 488669"/>
                    <a:gd name="connsiteX1" fmla="*/ 255681 w 277960"/>
                    <a:gd name="connsiteY1" fmla="*/ 488453 h 488669"/>
                    <a:gd name="connsiteX2" fmla="*/ 39368 w 277960"/>
                    <a:gd name="connsiteY2" fmla="*/ 296714 h 488669"/>
                    <a:gd name="connsiteX3" fmla="*/ -1304 w 277960"/>
                    <a:gd name="connsiteY3" fmla="*/ 29443 h 488669"/>
                    <a:gd name="connsiteX4" fmla="*/ 13461 w 277960"/>
                    <a:gd name="connsiteY4" fmla="*/ 9631 h 488669"/>
                    <a:gd name="connsiteX5" fmla="*/ 157954 w 277960"/>
                    <a:gd name="connsiteY5" fmla="*/ 53255 h 488669"/>
                    <a:gd name="connsiteX6" fmla="*/ 247300 w 277960"/>
                    <a:gd name="connsiteY6" fmla="*/ 229182 h 488669"/>
                    <a:gd name="connsiteX7" fmla="*/ 274066 w 277960"/>
                    <a:gd name="connsiteY7" fmla="*/ 465688 h 488669"/>
                    <a:gd name="connsiteX8" fmla="*/ 271208 w 277960"/>
                    <a:gd name="connsiteY8" fmla="*/ 488453 h 48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960" h="488669">
                      <a:moveTo>
                        <a:pt x="271208" y="488453"/>
                      </a:moveTo>
                      <a:cubicBezTo>
                        <a:pt x="266064" y="489243"/>
                        <a:pt x="260825" y="489243"/>
                        <a:pt x="255681" y="488453"/>
                      </a:cubicBezTo>
                      <a:cubicBezTo>
                        <a:pt x="159003" y="452448"/>
                        <a:pt x="83280" y="396060"/>
                        <a:pt x="39368" y="296714"/>
                      </a:cubicBezTo>
                      <a:cubicBezTo>
                        <a:pt x="1268" y="209846"/>
                        <a:pt x="-4922" y="120978"/>
                        <a:pt x="-1304" y="29443"/>
                      </a:cubicBezTo>
                      <a:cubicBezTo>
                        <a:pt x="317" y="20947"/>
                        <a:pt x="5745" y="13660"/>
                        <a:pt x="13461" y="9631"/>
                      </a:cubicBezTo>
                      <a:cubicBezTo>
                        <a:pt x="58800" y="-11991"/>
                        <a:pt x="116712" y="4964"/>
                        <a:pt x="157954" y="53255"/>
                      </a:cubicBezTo>
                      <a:cubicBezTo>
                        <a:pt x="201770" y="104500"/>
                        <a:pt x="227964" y="164507"/>
                        <a:pt x="247300" y="229182"/>
                      </a:cubicBezTo>
                      <a:cubicBezTo>
                        <a:pt x="270731" y="305687"/>
                        <a:pt x="279875" y="385878"/>
                        <a:pt x="274066" y="465688"/>
                      </a:cubicBezTo>
                      <a:cubicBezTo>
                        <a:pt x="273589" y="472832"/>
                        <a:pt x="272254" y="479975"/>
                        <a:pt x="271208" y="48845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15" name="任意多边形: 形状 457"/>
                <p:cNvSpPr/>
                <p:nvPr/>
              </p:nvSpPr>
              <p:spPr>
                <a:xfrm>
                  <a:off x="12596347" y="2922507"/>
                  <a:ext cx="229687" cy="509521"/>
                </a:xfrm>
                <a:custGeom>
                  <a:avLst/>
                  <a:gdLst>
                    <a:gd name="connsiteX0" fmla="*/ 227490 w 229687"/>
                    <a:gd name="connsiteY0" fmla="*/ 290520 h 509521"/>
                    <a:gd name="connsiteX1" fmla="*/ 207582 w 229687"/>
                    <a:gd name="connsiteY1" fmla="*/ 476448 h 509521"/>
                    <a:gd name="connsiteX2" fmla="*/ 159957 w 229687"/>
                    <a:gd name="connsiteY2" fmla="*/ 502737 h 509521"/>
                    <a:gd name="connsiteX3" fmla="*/ 21940 w 229687"/>
                    <a:gd name="connsiteY3" fmla="*/ 346717 h 509521"/>
                    <a:gd name="connsiteX4" fmla="*/ 11655 w 229687"/>
                    <a:gd name="connsiteY4" fmla="*/ 48299 h 509521"/>
                    <a:gd name="connsiteX5" fmla="*/ 112904 w 229687"/>
                    <a:gd name="connsiteY5" fmla="*/ 11437 h 509521"/>
                    <a:gd name="connsiteX6" fmla="*/ 195392 w 229687"/>
                    <a:gd name="connsiteY6" fmla="*/ 118593 h 509521"/>
                    <a:gd name="connsiteX7" fmla="*/ 227490 w 229687"/>
                    <a:gd name="connsiteY7" fmla="*/ 290520 h 509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87" h="509521">
                      <a:moveTo>
                        <a:pt x="227490" y="290520"/>
                      </a:moveTo>
                      <a:cubicBezTo>
                        <a:pt x="219679" y="365196"/>
                        <a:pt x="215203" y="421012"/>
                        <a:pt x="207582" y="476448"/>
                      </a:cubicBezTo>
                      <a:cubicBezTo>
                        <a:pt x="202631" y="512833"/>
                        <a:pt x="193676" y="515976"/>
                        <a:pt x="159957" y="502737"/>
                      </a:cubicBezTo>
                      <a:cubicBezTo>
                        <a:pt x="87378" y="474162"/>
                        <a:pt x="46420" y="418440"/>
                        <a:pt x="21940" y="346717"/>
                      </a:cubicBezTo>
                      <a:cubicBezTo>
                        <a:pt x="-11681" y="248038"/>
                        <a:pt x="-5300" y="148311"/>
                        <a:pt x="11655" y="48299"/>
                      </a:cubicBezTo>
                      <a:cubicBezTo>
                        <a:pt x="19180" y="3531"/>
                        <a:pt x="66042" y="-12470"/>
                        <a:pt x="112904" y="11437"/>
                      </a:cubicBezTo>
                      <a:cubicBezTo>
                        <a:pt x="154911" y="33164"/>
                        <a:pt x="185105" y="72416"/>
                        <a:pt x="195392" y="118593"/>
                      </a:cubicBezTo>
                      <a:cubicBezTo>
                        <a:pt x="211012" y="180696"/>
                        <a:pt x="219300" y="244704"/>
                        <a:pt x="227490" y="29052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16" name="任意多边形: 形状 458"/>
                <p:cNvSpPr/>
                <p:nvPr/>
              </p:nvSpPr>
              <p:spPr>
                <a:xfrm>
                  <a:off x="12505110" y="3811358"/>
                  <a:ext cx="348383" cy="420373"/>
                </a:xfrm>
                <a:custGeom>
                  <a:avLst/>
                  <a:gdLst>
                    <a:gd name="connsiteX0" fmla="*/ 79745 w 348383"/>
                    <a:gd name="connsiteY0" fmla="*/ 410 h 420373"/>
                    <a:gd name="connsiteX1" fmla="*/ 214811 w 348383"/>
                    <a:gd name="connsiteY1" fmla="*/ 80039 h 420373"/>
                    <a:gd name="connsiteX2" fmla="*/ 333683 w 348383"/>
                    <a:gd name="connsiteY2" fmla="*/ 329022 h 420373"/>
                    <a:gd name="connsiteX3" fmla="*/ 345589 w 348383"/>
                    <a:gd name="connsiteY3" fmla="*/ 399031 h 420373"/>
                    <a:gd name="connsiteX4" fmla="*/ 320823 w 348383"/>
                    <a:gd name="connsiteY4" fmla="*/ 419986 h 420373"/>
                    <a:gd name="connsiteX5" fmla="*/ 42503 w 348383"/>
                    <a:gd name="connsiteY5" fmla="*/ 195958 h 420373"/>
                    <a:gd name="connsiteX6" fmla="*/ 4403 w 348383"/>
                    <a:gd name="connsiteY6" fmla="*/ 85944 h 420373"/>
                    <a:gd name="connsiteX7" fmla="*/ 58504 w 348383"/>
                    <a:gd name="connsiteY7" fmla="*/ 1839 h 420373"/>
                    <a:gd name="connsiteX8" fmla="*/ 79745 w 348383"/>
                    <a:gd name="connsiteY8" fmla="*/ 410 h 42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383" h="420373">
                      <a:moveTo>
                        <a:pt x="79745" y="410"/>
                      </a:moveTo>
                      <a:cubicBezTo>
                        <a:pt x="135467" y="3839"/>
                        <a:pt x="178806" y="36605"/>
                        <a:pt x="214811" y="80039"/>
                      </a:cubicBezTo>
                      <a:cubicBezTo>
                        <a:pt x="274056" y="152172"/>
                        <a:pt x="314823" y="237621"/>
                        <a:pt x="333683" y="329022"/>
                      </a:cubicBezTo>
                      <a:cubicBezTo>
                        <a:pt x="338636" y="352168"/>
                        <a:pt x="342064" y="375600"/>
                        <a:pt x="345589" y="399031"/>
                      </a:cubicBezTo>
                      <a:cubicBezTo>
                        <a:pt x="348638" y="418938"/>
                        <a:pt x="339968" y="422653"/>
                        <a:pt x="320823" y="419986"/>
                      </a:cubicBezTo>
                      <a:cubicBezTo>
                        <a:pt x="182806" y="400936"/>
                        <a:pt x="95462" y="319497"/>
                        <a:pt x="42503" y="195958"/>
                      </a:cubicBezTo>
                      <a:cubicBezTo>
                        <a:pt x="26787" y="160420"/>
                        <a:pt x="14023" y="123616"/>
                        <a:pt x="4403" y="85944"/>
                      </a:cubicBezTo>
                      <a:cubicBezTo>
                        <a:pt x="-11027" y="21841"/>
                        <a:pt x="-1883" y="19269"/>
                        <a:pt x="58504" y="1839"/>
                      </a:cubicBezTo>
                      <a:cubicBezTo>
                        <a:pt x="65552" y="715"/>
                        <a:pt x="72601" y="238"/>
                        <a:pt x="79745" y="4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17" name="任意多边形: 形状 459"/>
                <p:cNvSpPr/>
                <p:nvPr/>
              </p:nvSpPr>
              <p:spPr>
                <a:xfrm>
                  <a:off x="12919349" y="2103840"/>
                  <a:ext cx="274161" cy="458499"/>
                </a:xfrm>
                <a:custGeom>
                  <a:avLst/>
                  <a:gdLst>
                    <a:gd name="connsiteX0" fmla="*/ 271964 w 274161"/>
                    <a:gd name="connsiteY0" fmla="*/ 116110 h 458499"/>
                    <a:gd name="connsiteX1" fmla="*/ 201099 w 274161"/>
                    <a:gd name="connsiteY1" fmla="*/ 319088 h 458499"/>
                    <a:gd name="connsiteX2" fmla="*/ 109753 w 274161"/>
                    <a:gd name="connsiteY2" fmla="*/ 445866 h 458499"/>
                    <a:gd name="connsiteX3" fmla="*/ 71653 w 274161"/>
                    <a:gd name="connsiteY3" fmla="*/ 451009 h 458499"/>
                    <a:gd name="connsiteX4" fmla="*/ 9169 w 274161"/>
                    <a:gd name="connsiteY4" fmla="*/ 238030 h 458499"/>
                    <a:gd name="connsiteX5" fmla="*/ 120420 w 274161"/>
                    <a:gd name="connsiteY5" fmla="*/ 34672 h 458499"/>
                    <a:gd name="connsiteX6" fmla="*/ 228148 w 274161"/>
                    <a:gd name="connsiteY6" fmla="*/ 19812 h 458499"/>
                    <a:gd name="connsiteX7" fmla="*/ 271964 w 274161"/>
                    <a:gd name="connsiteY7" fmla="*/ 116110 h 458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161" h="458499">
                      <a:moveTo>
                        <a:pt x="271964" y="116110"/>
                      </a:moveTo>
                      <a:cubicBezTo>
                        <a:pt x="268820" y="189643"/>
                        <a:pt x="241008" y="256985"/>
                        <a:pt x="201099" y="319088"/>
                      </a:cubicBezTo>
                      <a:cubicBezTo>
                        <a:pt x="172998" y="362903"/>
                        <a:pt x="139947" y="403479"/>
                        <a:pt x="109753" y="445866"/>
                      </a:cubicBezTo>
                      <a:cubicBezTo>
                        <a:pt x="98324" y="461868"/>
                        <a:pt x="88513" y="462534"/>
                        <a:pt x="71653" y="451009"/>
                      </a:cubicBezTo>
                      <a:cubicBezTo>
                        <a:pt x="-5596" y="396622"/>
                        <a:pt x="-14072" y="327184"/>
                        <a:pt x="9169" y="238030"/>
                      </a:cubicBezTo>
                      <a:cubicBezTo>
                        <a:pt x="29363" y="161830"/>
                        <a:pt x="72986" y="96679"/>
                        <a:pt x="120420" y="34672"/>
                      </a:cubicBezTo>
                      <a:cubicBezTo>
                        <a:pt x="151567" y="-6000"/>
                        <a:pt x="185858" y="-9906"/>
                        <a:pt x="228148" y="19812"/>
                      </a:cubicBezTo>
                      <a:cubicBezTo>
                        <a:pt x="257391" y="40101"/>
                        <a:pt x="271678" y="71248"/>
                        <a:pt x="271964" y="1161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18" name="任意多边形: 形状 460"/>
                <p:cNvSpPr/>
                <p:nvPr/>
              </p:nvSpPr>
              <p:spPr>
                <a:xfrm>
                  <a:off x="13079534" y="4996405"/>
                  <a:ext cx="411321" cy="250958"/>
                </a:xfrm>
                <a:custGeom>
                  <a:avLst/>
                  <a:gdLst>
                    <a:gd name="connsiteX0" fmla="*/ 262179 w 411321"/>
                    <a:gd name="connsiteY0" fmla="*/ 251257 h 250958"/>
                    <a:gd name="connsiteX1" fmla="*/ 75774 w 411321"/>
                    <a:gd name="connsiteY1" fmla="*/ 184582 h 250958"/>
                    <a:gd name="connsiteX2" fmla="*/ 44818 w 411321"/>
                    <a:gd name="connsiteY2" fmla="*/ 164674 h 250958"/>
                    <a:gd name="connsiteX3" fmla="*/ 3574 w 411321"/>
                    <a:gd name="connsiteY3" fmla="*/ 66853 h 250958"/>
                    <a:gd name="connsiteX4" fmla="*/ 88348 w 411321"/>
                    <a:gd name="connsiteY4" fmla="*/ 1511 h 250958"/>
                    <a:gd name="connsiteX5" fmla="*/ 278848 w 411321"/>
                    <a:gd name="connsiteY5" fmla="*/ 50374 h 250958"/>
                    <a:gd name="connsiteX6" fmla="*/ 392004 w 411321"/>
                    <a:gd name="connsiteY6" fmla="*/ 121050 h 250958"/>
                    <a:gd name="connsiteX7" fmla="*/ 404673 w 411321"/>
                    <a:gd name="connsiteY7" fmla="*/ 167722 h 250958"/>
                    <a:gd name="connsiteX8" fmla="*/ 262179 w 411321"/>
                    <a:gd name="connsiteY8" fmla="*/ 251257 h 25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321" h="250958">
                      <a:moveTo>
                        <a:pt x="262179" y="251257"/>
                      </a:moveTo>
                      <a:cubicBezTo>
                        <a:pt x="194837" y="252590"/>
                        <a:pt x="135496" y="218014"/>
                        <a:pt x="75774" y="184582"/>
                      </a:cubicBezTo>
                      <a:cubicBezTo>
                        <a:pt x="65105" y="178581"/>
                        <a:pt x="55106" y="171342"/>
                        <a:pt x="44818" y="164674"/>
                      </a:cubicBezTo>
                      <a:cubicBezTo>
                        <a:pt x="-3474" y="133432"/>
                        <a:pt x="-9000" y="120288"/>
                        <a:pt x="3574" y="66853"/>
                      </a:cubicBezTo>
                      <a:cubicBezTo>
                        <a:pt x="11290" y="33706"/>
                        <a:pt x="48532" y="5416"/>
                        <a:pt x="88348" y="1511"/>
                      </a:cubicBezTo>
                      <a:cubicBezTo>
                        <a:pt x="157595" y="-5156"/>
                        <a:pt x="219507" y="18370"/>
                        <a:pt x="278848" y="50374"/>
                      </a:cubicBezTo>
                      <a:cubicBezTo>
                        <a:pt x="317899" y="71520"/>
                        <a:pt x="354285" y="97428"/>
                        <a:pt x="392004" y="121050"/>
                      </a:cubicBezTo>
                      <a:cubicBezTo>
                        <a:pt x="411054" y="132861"/>
                        <a:pt x="412482" y="148577"/>
                        <a:pt x="404673" y="167722"/>
                      </a:cubicBezTo>
                      <a:cubicBezTo>
                        <a:pt x="380193" y="226396"/>
                        <a:pt x="336568" y="252971"/>
                        <a:pt x="262179" y="25125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19" name="任意多边形: 形状 461"/>
                <p:cNvSpPr/>
                <p:nvPr/>
              </p:nvSpPr>
              <p:spPr>
                <a:xfrm>
                  <a:off x="13233545" y="1875542"/>
                  <a:ext cx="331376" cy="375345"/>
                </a:xfrm>
                <a:custGeom>
                  <a:avLst/>
                  <a:gdLst>
                    <a:gd name="connsiteX0" fmla="*/ 329052 w 331376"/>
                    <a:gd name="connsiteY0" fmla="*/ 66183 h 375345"/>
                    <a:gd name="connsiteX1" fmla="*/ 280379 w 331376"/>
                    <a:gd name="connsiteY1" fmla="*/ 190008 h 375345"/>
                    <a:gd name="connsiteX2" fmla="*/ 55781 w 331376"/>
                    <a:gd name="connsiteY2" fmla="*/ 370983 h 375345"/>
                    <a:gd name="connsiteX3" fmla="*/ 19871 w 331376"/>
                    <a:gd name="connsiteY3" fmla="*/ 361458 h 375345"/>
                    <a:gd name="connsiteX4" fmla="*/ 16250 w 331376"/>
                    <a:gd name="connsiteY4" fmla="*/ 217916 h 375345"/>
                    <a:gd name="connsiteX5" fmla="*/ 221705 w 331376"/>
                    <a:gd name="connsiteY5" fmla="*/ 23796 h 375345"/>
                    <a:gd name="connsiteX6" fmla="*/ 246564 w 331376"/>
                    <a:gd name="connsiteY6" fmla="*/ 9985 h 375345"/>
                    <a:gd name="connsiteX7" fmla="*/ 329052 w 331376"/>
                    <a:gd name="connsiteY7" fmla="*/ 60182 h 375345"/>
                    <a:gd name="connsiteX8" fmla="*/ 329052 w 331376"/>
                    <a:gd name="connsiteY8" fmla="*/ 66183 h 37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376" h="375345">
                      <a:moveTo>
                        <a:pt x="329052" y="66183"/>
                      </a:moveTo>
                      <a:cubicBezTo>
                        <a:pt x="330099" y="119808"/>
                        <a:pt x="306382" y="155908"/>
                        <a:pt x="280379" y="190008"/>
                      </a:cubicBezTo>
                      <a:cubicBezTo>
                        <a:pt x="220371" y="268208"/>
                        <a:pt x="140076" y="322119"/>
                        <a:pt x="55781" y="370983"/>
                      </a:cubicBezTo>
                      <a:cubicBezTo>
                        <a:pt x="41207" y="379364"/>
                        <a:pt x="30061" y="376888"/>
                        <a:pt x="19871" y="361458"/>
                      </a:cubicBezTo>
                      <a:cubicBezTo>
                        <a:pt x="-11657" y="313833"/>
                        <a:pt x="-6227" y="265731"/>
                        <a:pt x="16250" y="217916"/>
                      </a:cubicBezTo>
                      <a:cubicBezTo>
                        <a:pt x="59113" y="126571"/>
                        <a:pt x="137790" y="72183"/>
                        <a:pt x="221705" y="23796"/>
                      </a:cubicBezTo>
                      <a:cubicBezTo>
                        <a:pt x="229896" y="19129"/>
                        <a:pt x="238088" y="14271"/>
                        <a:pt x="246564" y="9985"/>
                      </a:cubicBezTo>
                      <a:cubicBezTo>
                        <a:pt x="292762" y="-13351"/>
                        <a:pt x="325718" y="6746"/>
                        <a:pt x="329052" y="60182"/>
                      </a:cubicBezTo>
                      <a:cubicBezTo>
                        <a:pt x="329338" y="64563"/>
                        <a:pt x="329052" y="69326"/>
                        <a:pt x="329052" y="6618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20" name="任意多边形: 形状 462"/>
                <p:cNvSpPr/>
                <p:nvPr/>
              </p:nvSpPr>
              <p:spPr>
                <a:xfrm>
                  <a:off x="12933210" y="3710332"/>
                  <a:ext cx="215577" cy="466153"/>
                </a:xfrm>
                <a:custGeom>
                  <a:avLst/>
                  <a:gdLst>
                    <a:gd name="connsiteX0" fmla="*/ 71126 w 215577"/>
                    <a:gd name="connsiteY0" fmla="*/ 466529 h 466153"/>
                    <a:gd name="connsiteX1" fmla="*/ 8453 w 215577"/>
                    <a:gd name="connsiteY1" fmla="*/ 342704 h 466153"/>
                    <a:gd name="connsiteX2" fmla="*/ 35598 w 215577"/>
                    <a:gd name="connsiteY2" fmla="*/ 96293 h 466153"/>
                    <a:gd name="connsiteX3" fmla="*/ 179235 w 215577"/>
                    <a:gd name="connsiteY3" fmla="*/ 376 h 466153"/>
                    <a:gd name="connsiteX4" fmla="*/ 212668 w 215577"/>
                    <a:gd name="connsiteY4" fmla="*/ 36952 h 466153"/>
                    <a:gd name="connsiteX5" fmla="*/ 178568 w 215577"/>
                    <a:gd name="connsiteY5" fmla="*/ 267171 h 466153"/>
                    <a:gd name="connsiteX6" fmla="*/ 71126 w 215577"/>
                    <a:gd name="connsiteY6" fmla="*/ 466529 h 4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577" h="466153">
                      <a:moveTo>
                        <a:pt x="71126" y="466529"/>
                      </a:moveTo>
                      <a:cubicBezTo>
                        <a:pt x="38837" y="432115"/>
                        <a:pt x="17024" y="389139"/>
                        <a:pt x="8453" y="342704"/>
                      </a:cubicBezTo>
                      <a:cubicBezTo>
                        <a:pt x="-9551" y="258218"/>
                        <a:pt x="-7360" y="174112"/>
                        <a:pt x="35598" y="96293"/>
                      </a:cubicBezTo>
                      <a:cubicBezTo>
                        <a:pt x="66363" y="40571"/>
                        <a:pt x="110370" y="1043"/>
                        <a:pt x="179235" y="376"/>
                      </a:cubicBezTo>
                      <a:cubicBezTo>
                        <a:pt x="204285" y="376"/>
                        <a:pt x="216573" y="10568"/>
                        <a:pt x="212668" y="36952"/>
                      </a:cubicBezTo>
                      <a:cubicBezTo>
                        <a:pt x="201525" y="113723"/>
                        <a:pt x="194665" y="191447"/>
                        <a:pt x="178568" y="267171"/>
                      </a:cubicBezTo>
                      <a:cubicBezTo>
                        <a:pt x="162853" y="341276"/>
                        <a:pt x="120750" y="403950"/>
                        <a:pt x="71126" y="46652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21" name="任意多边形: 形状 466"/>
                <p:cNvSpPr/>
                <p:nvPr/>
              </p:nvSpPr>
              <p:spPr>
                <a:xfrm>
                  <a:off x="12991627" y="2600764"/>
                  <a:ext cx="374631" cy="342453"/>
                </a:xfrm>
                <a:custGeom>
                  <a:avLst/>
                  <a:gdLst>
                    <a:gd name="connsiteX0" fmla="*/ 290173 w 374631"/>
                    <a:gd name="connsiteY0" fmla="*/ 376 h 342453"/>
                    <a:gd name="connsiteX1" fmla="*/ 354658 w 374631"/>
                    <a:gd name="connsiteY1" fmla="*/ 19426 h 342453"/>
                    <a:gd name="connsiteX2" fmla="*/ 366278 w 374631"/>
                    <a:gd name="connsiteY2" fmla="*/ 55050 h 342453"/>
                    <a:gd name="connsiteX3" fmla="*/ 63669 w 374631"/>
                    <a:gd name="connsiteY3" fmla="*/ 329369 h 342453"/>
                    <a:gd name="connsiteX4" fmla="*/ 4805 w 374631"/>
                    <a:gd name="connsiteY4" fmla="*/ 281744 h 342453"/>
                    <a:gd name="connsiteX5" fmla="*/ 235214 w 374631"/>
                    <a:gd name="connsiteY5" fmla="*/ 10853 h 342453"/>
                    <a:gd name="connsiteX6" fmla="*/ 249215 w 374631"/>
                    <a:gd name="connsiteY6" fmla="*/ 8091 h 342453"/>
                    <a:gd name="connsiteX7" fmla="*/ 288934 w 374631"/>
                    <a:gd name="connsiteY7" fmla="*/ 4281 h 342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631" h="342453">
                      <a:moveTo>
                        <a:pt x="290173" y="376"/>
                      </a:moveTo>
                      <a:cubicBezTo>
                        <a:pt x="311700" y="6567"/>
                        <a:pt x="333227" y="12568"/>
                        <a:pt x="354658" y="19426"/>
                      </a:cubicBezTo>
                      <a:cubicBezTo>
                        <a:pt x="376089" y="26284"/>
                        <a:pt x="375708" y="40286"/>
                        <a:pt x="366278" y="55050"/>
                      </a:cubicBezTo>
                      <a:cubicBezTo>
                        <a:pt x="290078" y="173731"/>
                        <a:pt x="206258" y="283650"/>
                        <a:pt x="63669" y="329369"/>
                      </a:cubicBezTo>
                      <a:cubicBezTo>
                        <a:pt x="-6150" y="351848"/>
                        <a:pt x="-9959" y="352420"/>
                        <a:pt x="4805" y="281744"/>
                      </a:cubicBezTo>
                      <a:cubicBezTo>
                        <a:pt x="32140" y="151061"/>
                        <a:pt x="109580" y="59907"/>
                        <a:pt x="235214" y="10853"/>
                      </a:cubicBezTo>
                      <a:cubicBezTo>
                        <a:pt x="239786" y="9349"/>
                        <a:pt x="244453" y="8424"/>
                        <a:pt x="249215" y="8091"/>
                      </a:cubicBezTo>
                      <a:cubicBezTo>
                        <a:pt x="262359" y="6662"/>
                        <a:pt x="275695" y="5519"/>
                        <a:pt x="288934" y="428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22" name="任意多边形: 形状 63"/>
                <p:cNvSpPr/>
                <p:nvPr/>
              </p:nvSpPr>
              <p:spPr>
                <a:xfrm>
                  <a:off x="12896438" y="2957334"/>
                  <a:ext cx="306433" cy="392571"/>
                </a:xfrm>
                <a:custGeom>
                  <a:avLst/>
                  <a:gdLst>
                    <a:gd name="connsiteX0" fmla="*/ 14364 w 306433"/>
                    <a:gd name="connsiteY0" fmla="*/ 392947 h 392571"/>
                    <a:gd name="connsiteX1" fmla="*/ 1027 w 306433"/>
                    <a:gd name="connsiteY1" fmla="*/ 351514 h 392571"/>
                    <a:gd name="connsiteX2" fmla="*/ 194671 w 306433"/>
                    <a:gd name="connsiteY2" fmla="*/ 6804 h 392571"/>
                    <a:gd name="connsiteX3" fmla="*/ 293065 w 306433"/>
                    <a:gd name="connsiteY3" fmla="*/ 1565 h 392571"/>
                    <a:gd name="connsiteX4" fmla="*/ 303923 w 306433"/>
                    <a:gd name="connsiteY4" fmla="*/ 30140 h 392571"/>
                    <a:gd name="connsiteX5" fmla="*/ 208673 w 306433"/>
                    <a:gd name="connsiteY5" fmla="*/ 231880 h 392571"/>
                    <a:gd name="connsiteX6" fmla="*/ 14364 w 306433"/>
                    <a:gd name="connsiteY6" fmla="*/ 392947 h 39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6433" h="392571">
                      <a:moveTo>
                        <a:pt x="14364" y="392947"/>
                      </a:moveTo>
                      <a:cubicBezTo>
                        <a:pt x="8934" y="379460"/>
                        <a:pt x="4457" y="365620"/>
                        <a:pt x="1027" y="351514"/>
                      </a:cubicBezTo>
                      <a:cubicBezTo>
                        <a:pt x="-20499" y="225974"/>
                        <a:pt x="68179" y="47952"/>
                        <a:pt x="194671" y="6804"/>
                      </a:cubicBezTo>
                      <a:cubicBezTo>
                        <a:pt x="224960" y="-2721"/>
                        <a:pt x="260107" y="994"/>
                        <a:pt x="293065" y="1565"/>
                      </a:cubicBezTo>
                      <a:cubicBezTo>
                        <a:pt x="297065" y="1565"/>
                        <a:pt x="306018" y="21377"/>
                        <a:pt x="303923" y="30140"/>
                      </a:cubicBezTo>
                      <a:cubicBezTo>
                        <a:pt x="284873" y="103292"/>
                        <a:pt x="250203" y="169015"/>
                        <a:pt x="208673" y="231880"/>
                      </a:cubicBezTo>
                      <a:cubicBezTo>
                        <a:pt x="160571" y="302936"/>
                        <a:pt x="86943" y="341227"/>
                        <a:pt x="14364" y="39294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23" name="任意多边形: 形状 64"/>
                <p:cNvSpPr/>
                <p:nvPr/>
              </p:nvSpPr>
              <p:spPr>
                <a:xfrm>
                  <a:off x="13139120" y="2234852"/>
                  <a:ext cx="374959" cy="357217"/>
                </a:xfrm>
                <a:custGeom>
                  <a:avLst/>
                  <a:gdLst>
                    <a:gd name="connsiteX0" fmla="*/ -2099 w 374959"/>
                    <a:gd name="connsiteY0" fmla="*/ 326664 h 357217"/>
                    <a:gd name="connsiteX1" fmla="*/ 154206 w 374959"/>
                    <a:gd name="connsiteY1" fmla="*/ 69489 h 357217"/>
                    <a:gd name="connsiteX2" fmla="*/ 343848 w 374959"/>
                    <a:gd name="connsiteY2" fmla="*/ 814 h 357217"/>
                    <a:gd name="connsiteX3" fmla="*/ 366995 w 374959"/>
                    <a:gd name="connsiteY3" fmla="*/ 32723 h 357217"/>
                    <a:gd name="connsiteX4" fmla="*/ 23046 w 374959"/>
                    <a:gd name="connsiteY4" fmla="*/ 354763 h 357217"/>
                    <a:gd name="connsiteX5" fmla="*/ -2099 w 374959"/>
                    <a:gd name="connsiteY5" fmla="*/ 326664 h 35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959" h="357217">
                      <a:moveTo>
                        <a:pt x="-2099" y="326664"/>
                      </a:moveTo>
                      <a:cubicBezTo>
                        <a:pt x="7426" y="221889"/>
                        <a:pt x="64576" y="136164"/>
                        <a:pt x="154206" y="69489"/>
                      </a:cubicBezTo>
                      <a:cubicBezTo>
                        <a:pt x="209356" y="28570"/>
                        <a:pt x="275268" y="4691"/>
                        <a:pt x="343848" y="814"/>
                      </a:cubicBezTo>
                      <a:cubicBezTo>
                        <a:pt x="374899" y="-1377"/>
                        <a:pt x="377948" y="3957"/>
                        <a:pt x="366995" y="32723"/>
                      </a:cubicBezTo>
                      <a:cubicBezTo>
                        <a:pt x="304796" y="195981"/>
                        <a:pt x="187257" y="300470"/>
                        <a:pt x="23046" y="354763"/>
                      </a:cubicBezTo>
                      <a:cubicBezTo>
                        <a:pt x="2759" y="361907"/>
                        <a:pt x="-3052" y="356573"/>
                        <a:pt x="-2099" y="32666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24" name="任意多边形: 形状 65"/>
                <p:cNvSpPr/>
                <p:nvPr/>
              </p:nvSpPr>
              <p:spPr>
                <a:xfrm>
                  <a:off x="13039047" y="4065476"/>
                  <a:ext cx="201524" cy="412094"/>
                </a:xfrm>
                <a:custGeom>
                  <a:avLst/>
                  <a:gdLst>
                    <a:gd name="connsiteX0" fmla="*/ 95211 w 201524"/>
                    <a:gd name="connsiteY0" fmla="*/ 412470 h 412094"/>
                    <a:gd name="connsiteX1" fmla="*/ 16153 w 201524"/>
                    <a:gd name="connsiteY1" fmla="*/ 299789 h 412094"/>
                    <a:gd name="connsiteX2" fmla="*/ 1579 w 201524"/>
                    <a:gd name="connsiteY2" fmla="*/ 139483 h 412094"/>
                    <a:gd name="connsiteX3" fmla="*/ 120928 w 201524"/>
                    <a:gd name="connsiteY3" fmla="*/ 704 h 412094"/>
                    <a:gd name="connsiteX4" fmla="*/ 187603 w 201524"/>
                    <a:gd name="connsiteY4" fmla="*/ 8229 h 412094"/>
                    <a:gd name="connsiteX5" fmla="*/ 199319 w 201524"/>
                    <a:gd name="connsiteY5" fmla="*/ 30708 h 412094"/>
                    <a:gd name="connsiteX6" fmla="*/ 187508 w 201524"/>
                    <a:gd name="connsiteY6" fmla="*/ 240925 h 412094"/>
                    <a:gd name="connsiteX7" fmla="*/ 159600 w 201524"/>
                    <a:gd name="connsiteY7" fmla="*/ 314934 h 412094"/>
                    <a:gd name="connsiteX8" fmla="*/ 95211 w 201524"/>
                    <a:gd name="connsiteY8" fmla="*/ 412470 h 41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524" h="412094">
                      <a:moveTo>
                        <a:pt x="95211" y="412470"/>
                      </a:moveTo>
                      <a:cubicBezTo>
                        <a:pt x="58443" y="383438"/>
                        <a:pt x="30917" y="344261"/>
                        <a:pt x="16153" y="299789"/>
                      </a:cubicBezTo>
                      <a:cubicBezTo>
                        <a:pt x="-1565" y="248307"/>
                        <a:pt x="-6518" y="193309"/>
                        <a:pt x="1579" y="139483"/>
                      </a:cubicBezTo>
                      <a:cubicBezTo>
                        <a:pt x="8342" y="87763"/>
                        <a:pt x="46442" y="10039"/>
                        <a:pt x="120928" y="704"/>
                      </a:cubicBezTo>
                      <a:cubicBezTo>
                        <a:pt x="143406" y="-591"/>
                        <a:pt x="165981" y="1952"/>
                        <a:pt x="187603" y="8229"/>
                      </a:cubicBezTo>
                      <a:cubicBezTo>
                        <a:pt x="193128" y="9467"/>
                        <a:pt x="199605" y="23088"/>
                        <a:pt x="199319" y="30708"/>
                      </a:cubicBezTo>
                      <a:cubicBezTo>
                        <a:pt x="196556" y="100907"/>
                        <a:pt x="194461" y="171202"/>
                        <a:pt x="187508" y="240925"/>
                      </a:cubicBezTo>
                      <a:cubicBezTo>
                        <a:pt x="183222" y="267195"/>
                        <a:pt x="173697" y="292350"/>
                        <a:pt x="159600" y="314934"/>
                      </a:cubicBezTo>
                      <a:cubicBezTo>
                        <a:pt x="140931" y="347795"/>
                        <a:pt x="118165" y="378180"/>
                        <a:pt x="95211" y="4124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25" name="任意多边形: 形状 69"/>
                <p:cNvSpPr/>
                <p:nvPr/>
              </p:nvSpPr>
              <p:spPr>
                <a:xfrm>
                  <a:off x="13394067" y="4617829"/>
                  <a:ext cx="225782" cy="377282"/>
                </a:xfrm>
                <a:custGeom>
                  <a:avLst/>
                  <a:gdLst>
                    <a:gd name="connsiteX0" fmla="*/ 223586 w 225782"/>
                    <a:gd name="connsiteY0" fmla="*/ 243974 h 377282"/>
                    <a:gd name="connsiteX1" fmla="*/ 193390 w 225782"/>
                    <a:gd name="connsiteY1" fmla="*/ 372657 h 377282"/>
                    <a:gd name="connsiteX2" fmla="*/ 164815 w 225782"/>
                    <a:gd name="connsiteY2" fmla="*/ 376182 h 377282"/>
                    <a:gd name="connsiteX3" fmla="*/ 21940 w 225782"/>
                    <a:gd name="connsiteY3" fmla="*/ 236450 h 377282"/>
                    <a:gd name="connsiteX4" fmla="*/ 5843 w 225782"/>
                    <a:gd name="connsiteY4" fmla="*/ 90527 h 377282"/>
                    <a:gd name="connsiteX5" fmla="*/ 124524 w 225782"/>
                    <a:gd name="connsiteY5" fmla="*/ 420 h 377282"/>
                    <a:gd name="connsiteX6" fmla="*/ 148146 w 225782"/>
                    <a:gd name="connsiteY6" fmla="*/ 12327 h 377282"/>
                    <a:gd name="connsiteX7" fmla="*/ 223586 w 225782"/>
                    <a:gd name="connsiteY7" fmla="*/ 243974 h 37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82" h="377282">
                      <a:moveTo>
                        <a:pt x="223586" y="243974"/>
                      </a:moveTo>
                      <a:cubicBezTo>
                        <a:pt x="215298" y="280741"/>
                        <a:pt x="205582" y="327033"/>
                        <a:pt x="193390" y="372657"/>
                      </a:cubicBezTo>
                      <a:cubicBezTo>
                        <a:pt x="192439" y="376277"/>
                        <a:pt x="172721" y="379706"/>
                        <a:pt x="164815" y="376182"/>
                      </a:cubicBezTo>
                      <a:cubicBezTo>
                        <a:pt x="101474" y="348922"/>
                        <a:pt x="50610" y="299124"/>
                        <a:pt x="21940" y="236450"/>
                      </a:cubicBezTo>
                      <a:cubicBezTo>
                        <a:pt x="318" y="190158"/>
                        <a:pt x="-10826" y="142533"/>
                        <a:pt x="5843" y="90527"/>
                      </a:cubicBezTo>
                      <a:cubicBezTo>
                        <a:pt x="21465" y="41663"/>
                        <a:pt x="73471" y="-1199"/>
                        <a:pt x="124524" y="420"/>
                      </a:cubicBezTo>
                      <a:cubicBezTo>
                        <a:pt x="133763" y="772"/>
                        <a:pt x="142337" y="5117"/>
                        <a:pt x="148146" y="12327"/>
                      </a:cubicBezTo>
                      <a:cubicBezTo>
                        <a:pt x="185676" y="81954"/>
                        <a:pt x="217870" y="153392"/>
                        <a:pt x="223586" y="24397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26" name="任意多边形: 形状 70"/>
                <p:cNvSpPr/>
                <p:nvPr/>
              </p:nvSpPr>
              <p:spPr>
                <a:xfrm>
                  <a:off x="12876994" y="3374377"/>
                  <a:ext cx="224744" cy="389353"/>
                </a:xfrm>
                <a:custGeom>
                  <a:avLst/>
                  <a:gdLst>
                    <a:gd name="connsiteX0" fmla="*/ -2197 w 224744"/>
                    <a:gd name="connsiteY0" fmla="*/ 261369 h 389353"/>
                    <a:gd name="connsiteX1" fmla="*/ 101148 w 224744"/>
                    <a:gd name="connsiteY1" fmla="*/ 24292 h 389353"/>
                    <a:gd name="connsiteX2" fmla="*/ 192398 w 224744"/>
                    <a:gd name="connsiteY2" fmla="*/ 2860 h 389353"/>
                    <a:gd name="connsiteX3" fmla="*/ 221736 w 224744"/>
                    <a:gd name="connsiteY3" fmla="*/ 42008 h 389353"/>
                    <a:gd name="connsiteX4" fmla="*/ 148108 w 224744"/>
                    <a:gd name="connsiteY4" fmla="*/ 296135 h 389353"/>
                    <a:gd name="connsiteX5" fmla="*/ 44761 w 224744"/>
                    <a:gd name="connsiteY5" fmla="*/ 386242 h 389353"/>
                    <a:gd name="connsiteX6" fmla="*/ 16186 w 224744"/>
                    <a:gd name="connsiteY6" fmla="*/ 373192 h 389353"/>
                    <a:gd name="connsiteX7" fmla="*/ -2197 w 224744"/>
                    <a:gd name="connsiteY7" fmla="*/ 261369 h 389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744" h="389353">
                      <a:moveTo>
                        <a:pt x="-2197" y="261369"/>
                      </a:moveTo>
                      <a:cubicBezTo>
                        <a:pt x="-1341" y="166690"/>
                        <a:pt x="24283" y="84680"/>
                        <a:pt x="101148" y="24292"/>
                      </a:cubicBezTo>
                      <a:cubicBezTo>
                        <a:pt x="126772" y="3765"/>
                        <a:pt x="160298" y="-4112"/>
                        <a:pt x="192398" y="2860"/>
                      </a:cubicBezTo>
                      <a:cubicBezTo>
                        <a:pt x="213543" y="6766"/>
                        <a:pt x="225926" y="16481"/>
                        <a:pt x="221736" y="42008"/>
                      </a:cubicBezTo>
                      <a:cubicBezTo>
                        <a:pt x="207544" y="129829"/>
                        <a:pt x="200779" y="219745"/>
                        <a:pt x="148108" y="296135"/>
                      </a:cubicBezTo>
                      <a:cubicBezTo>
                        <a:pt x="121437" y="334711"/>
                        <a:pt x="90958" y="368906"/>
                        <a:pt x="44761" y="386242"/>
                      </a:cubicBezTo>
                      <a:cubicBezTo>
                        <a:pt x="28473" y="392338"/>
                        <a:pt x="19425" y="391861"/>
                        <a:pt x="16186" y="373192"/>
                      </a:cubicBezTo>
                      <a:cubicBezTo>
                        <a:pt x="10279" y="335854"/>
                        <a:pt x="3993" y="298707"/>
                        <a:pt x="-2197" y="26136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27" name="任意多边形: 形状 71"/>
                <p:cNvSpPr/>
                <p:nvPr/>
              </p:nvSpPr>
              <p:spPr>
                <a:xfrm>
                  <a:off x="13198922" y="4374711"/>
                  <a:ext cx="212518" cy="363130"/>
                </a:xfrm>
                <a:custGeom>
                  <a:avLst/>
                  <a:gdLst>
                    <a:gd name="connsiteX0" fmla="*/ 202513 w 212518"/>
                    <a:gd name="connsiteY0" fmla="*/ 186389 h 363130"/>
                    <a:gd name="connsiteX1" fmla="*/ 163173 w 212518"/>
                    <a:gd name="connsiteY1" fmla="*/ 308118 h 363130"/>
                    <a:gd name="connsiteX2" fmla="*/ 144123 w 212518"/>
                    <a:gd name="connsiteY2" fmla="*/ 336217 h 363130"/>
                    <a:gd name="connsiteX3" fmla="*/ 91926 w 212518"/>
                    <a:gd name="connsiteY3" fmla="*/ 346314 h 363130"/>
                    <a:gd name="connsiteX4" fmla="*/ 2106 w 212518"/>
                    <a:gd name="connsiteY4" fmla="*/ 101426 h 363130"/>
                    <a:gd name="connsiteX5" fmla="*/ 144981 w 212518"/>
                    <a:gd name="connsiteY5" fmla="*/ 2175 h 363130"/>
                    <a:gd name="connsiteX6" fmla="*/ 168889 w 212518"/>
                    <a:gd name="connsiteY6" fmla="*/ 25893 h 363130"/>
                    <a:gd name="connsiteX7" fmla="*/ 210322 w 212518"/>
                    <a:gd name="connsiteY7" fmla="*/ 184770 h 363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518" h="363130">
                      <a:moveTo>
                        <a:pt x="202513" y="186389"/>
                      </a:moveTo>
                      <a:cubicBezTo>
                        <a:pt x="206417" y="232585"/>
                        <a:pt x="190511" y="272114"/>
                        <a:pt x="163173" y="308118"/>
                      </a:cubicBezTo>
                      <a:cubicBezTo>
                        <a:pt x="156315" y="317109"/>
                        <a:pt x="149934" y="326491"/>
                        <a:pt x="144123" y="336217"/>
                      </a:cubicBezTo>
                      <a:cubicBezTo>
                        <a:pt x="124501" y="369555"/>
                        <a:pt x="120501" y="371650"/>
                        <a:pt x="91926" y="346314"/>
                      </a:cubicBezTo>
                      <a:cubicBezTo>
                        <a:pt x="18489" y="281163"/>
                        <a:pt x="-14753" y="199724"/>
                        <a:pt x="2106" y="101426"/>
                      </a:cubicBezTo>
                      <a:cubicBezTo>
                        <a:pt x="12773" y="39037"/>
                        <a:pt x="82973" y="-9731"/>
                        <a:pt x="144981" y="2175"/>
                      </a:cubicBezTo>
                      <a:cubicBezTo>
                        <a:pt x="156125" y="6042"/>
                        <a:pt x="164982" y="14767"/>
                        <a:pt x="168889" y="25893"/>
                      </a:cubicBezTo>
                      <a:cubicBezTo>
                        <a:pt x="184128" y="78471"/>
                        <a:pt x="196797" y="131715"/>
                        <a:pt x="210322" y="1847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grpSp>
          <p:grpSp>
            <p:nvGrpSpPr>
              <p:cNvPr id="228" name="组合 227"/>
              <p:cNvGrpSpPr/>
              <p:nvPr/>
            </p:nvGrpSpPr>
            <p:grpSpPr>
              <a:xfrm rot="0" flipH="1">
                <a:off x="17807" y="715"/>
                <a:ext cx="622" cy="1116"/>
                <a:chOff x="12505110" y="1875542"/>
                <a:chExt cx="2029933" cy="3642920"/>
              </a:xfrm>
              <a:gradFill>
                <a:gsLst>
                  <a:gs pos="0">
                    <a:srgbClr val="FFCD69">
                      <a:lumMod val="40000"/>
                      <a:lumOff val="60000"/>
                    </a:srgbClr>
                  </a:gs>
                  <a:gs pos="100000">
                    <a:srgbClr val="FFCD69">
                      <a:lumMod val="60000"/>
                      <a:lumOff val="40000"/>
                    </a:srgbClr>
                  </a:gs>
                </a:gsLst>
                <a:lin ang="5400000" scaled="1"/>
              </a:gradFill>
            </p:grpSpPr>
            <p:sp>
              <p:nvSpPr>
                <p:cNvPr id="229" name="任意多边形: 形状 52"/>
                <p:cNvSpPr/>
                <p:nvPr/>
              </p:nvSpPr>
              <p:spPr>
                <a:xfrm>
                  <a:off x="12724094" y="2480178"/>
                  <a:ext cx="1810949" cy="3038284"/>
                </a:xfrm>
                <a:custGeom>
                  <a:avLst/>
                  <a:gdLst>
                    <a:gd name="connsiteX0" fmla="*/ 193566 w 1810949"/>
                    <a:gd name="connsiteY0" fmla="*/ 433763 h 3038284"/>
                    <a:gd name="connsiteX1" fmla="*/ 155466 w 1810949"/>
                    <a:gd name="connsiteY1" fmla="*/ 501962 h 3038284"/>
                    <a:gd name="connsiteX2" fmla="*/ 131653 w 1810949"/>
                    <a:gd name="connsiteY2" fmla="*/ 509011 h 3038284"/>
                    <a:gd name="connsiteX3" fmla="*/ 22020 w 1810949"/>
                    <a:gd name="connsiteY3" fmla="*/ 388329 h 3038284"/>
                    <a:gd name="connsiteX4" fmla="*/ 494 w 1810949"/>
                    <a:gd name="connsiteY4" fmla="*/ 223451 h 3038284"/>
                    <a:gd name="connsiteX5" fmla="*/ 69264 w 1810949"/>
                    <a:gd name="connsiteY5" fmla="*/ 19902 h 3038284"/>
                    <a:gd name="connsiteX6" fmla="*/ 116126 w 1810949"/>
                    <a:gd name="connsiteY6" fmla="*/ 4662 h 3038284"/>
                    <a:gd name="connsiteX7" fmla="*/ 237379 w 1810949"/>
                    <a:gd name="connsiteY7" fmla="*/ 217260 h 3038284"/>
                    <a:gd name="connsiteX8" fmla="*/ 216806 w 1810949"/>
                    <a:gd name="connsiteY8" fmla="*/ 352039 h 3038284"/>
                    <a:gd name="connsiteX9" fmla="*/ 219474 w 1810949"/>
                    <a:gd name="connsiteY9" fmla="*/ 378232 h 3038284"/>
                    <a:gd name="connsiteX10" fmla="*/ 348821 w 1810949"/>
                    <a:gd name="connsiteY10" fmla="*/ 81624 h 3038284"/>
                    <a:gd name="connsiteX11" fmla="*/ 359109 w 1810949"/>
                    <a:gd name="connsiteY11" fmla="*/ 84958 h 3038284"/>
                    <a:gd name="connsiteX12" fmla="*/ 354442 w 1810949"/>
                    <a:gd name="connsiteY12" fmla="*/ 106770 h 3038284"/>
                    <a:gd name="connsiteX13" fmla="*/ 244332 w 1810949"/>
                    <a:gd name="connsiteY13" fmla="*/ 395092 h 3038284"/>
                    <a:gd name="connsiteX14" fmla="*/ 161561 w 1810949"/>
                    <a:gd name="connsiteY14" fmla="*/ 728467 h 3038284"/>
                    <a:gd name="connsiteX15" fmla="*/ 133463 w 1810949"/>
                    <a:gd name="connsiteY15" fmla="*/ 1132136 h 3038284"/>
                    <a:gd name="connsiteX16" fmla="*/ 158989 w 1810949"/>
                    <a:gd name="connsiteY16" fmla="*/ 1401694 h 3038284"/>
                    <a:gd name="connsiteX17" fmla="*/ 225664 w 1810949"/>
                    <a:gd name="connsiteY17" fmla="*/ 1672394 h 3038284"/>
                    <a:gd name="connsiteX18" fmla="*/ 414831 w 1810949"/>
                    <a:gd name="connsiteY18" fmla="*/ 2081302 h 3038284"/>
                    <a:gd name="connsiteX19" fmla="*/ 898034 w 1810949"/>
                    <a:gd name="connsiteY19" fmla="*/ 2589747 h 3038284"/>
                    <a:gd name="connsiteX20" fmla="*/ 1317134 w 1810949"/>
                    <a:gd name="connsiteY20" fmla="*/ 2804250 h 3038284"/>
                    <a:gd name="connsiteX21" fmla="*/ 1777478 w 1810949"/>
                    <a:gd name="connsiteY21" fmla="*/ 2892547 h 3038284"/>
                    <a:gd name="connsiteX22" fmla="*/ 1807672 w 1810949"/>
                    <a:gd name="connsiteY22" fmla="*/ 2925599 h 3038284"/>
                    <a:gd name="connsiteX23" fmla="*/ 1792526 w 1810949"/>
                    <a:gd name="connsiteY23" fmla="*/ 3024278 h 3038284"/>
                    <a:gd name="connsiteX24" fmla="*/ 1768237 w 1810949"/>
                    <a:gd name="connsiteY24" fmla="*/ 3038660 h 3038284"/>
                    <a:gd name="connsiteX25" fmla="*/ 1609647 w 1810949"/>
                    <a:gd name="connsiteY25" fmla="*/ 3020277 h 3038284"/>
                    <a:gd name="connsiteX26" fmla="*/ 1400097 w 1810949"/>
                    <a:gd name="connsiteY26" fmla="*/ 2968080 h 3038284"/>
                    <a:gd name="connsiteX27" fmla="*/ 1127776 w 1810949"/>
                    <a:gd name="connsiteY27" fmla="*/ 2862257 h 3038284"/>
                    <a:gd name="connsiteX28" fmla="*/ 563706 w 1810949"/>
                    <a:gd name="connsiteY28" fmla="*/ 2435728 h 3038284"/>
                    <a:gd name="connsiteX29" fmla="*/ 233284 w 1810949"/>
                    <a:gd name="connsiteY29" fmla="*/ 1910614 h 3038284"/>
                    <a:gd name="connsiteX30" fmla="*/ 110696 w 1810949"/>
                    <a:gd name="connsiteY30" fmla="*/ 1479037 h 3038284"/>
                    <a:gd name="connsiteX31" fmla="*/ 87265 w 1810949"/>
                    <a:gd name="connsiteY31" fmla="*/ 1018122 h 3038284"/>
                    <a:gd name="connsiteX32" fmla="*/ 138988 w 1810949"/>
                    <a:gd name="connsiteY32" fmla="*/ 669221 h 3038284"/>
                    <a:gd name="connsiteX33" fmla="*/ 197470 w 1810949"/>
                    <a:gd name="connsiteY33" fmla="*/ 458338 h 3038284"/>
                    <a:gd name="connsiteX34" fmla="*/ 199565 w 1810949"/>
                    <a:gd name="connsiteY34" fmla="*/ 434239 h 303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0949" h="3038284">
                      <a:moveTo>
                        <a:pt x="193566" y="433763"/>
                      </a:moveTo>
                      <a:cubicBezTo>
                        <a:pt x="180992" y="456718"/>
                        <a:pt x="169563" y="480245"/>
                        <a:pt x="155466" y="501962"/>
                      </a:cubicBezTo>
                      <a:cubicBezTo>
                        <a:pt x="151750" y="507487"/>
                        <a:pt x="135272" y="512154"/>
                        <a:pt x="131653" y="509011"/>
                      </a:cubicBezTo>
                      <a:cubicBezTo>
                        <a:pt x="90123" y="473578"/>
                        <a:pt x="43928" y="442336"/>
                        <a:pt x="22020" y="388329"/>
                      </a:cubicBezTo>
                      <a:cubicBezTo>
                        <a:pt x="685" y="336161"/>
                        <a:pt x="-6745" y="279344"/>
                        <a:pt x="494" y="223451"/>
                      </a:cubicBezTo>
                      <a:cubicBezTo>
                        <a:pt x="9733" y="151728"/>
                        <a:pt x="33164" y="82548"/>
                        <a:pt x="69264" y="19902"/>
                      </a:cubicBezTo>
                      <a:cubicBezTo>
                        <a:pt x="81170" y="-1148"/>
                        <a:pt x="94218" y="-3339"/>
                        <a:pt x="116126" y="4662"/>
                      </a:cubicBezTo>
                      <a:cubicBezTo>
                        <a:pt x="216044" y="41047"/>
                        <a:pt x="236810" y="114009"/>
                        <a:pt x="237379" y="217260"/>
                      </a:cubicBezTo>
                      <a:cubicBezTo>
                        <a:pt x="237379" y="262218"/>
                        <a:pt x="223855" y="307081"/>
                        <a:pt x="216806" y="352039"/>
                      </a:cubicBezTo>
                      <a:cubicBezTo>
                        <a:pt x="215188" y="360840"/>
                        <a:pt x="216044" y="369946"/>
                        <a:pt x="219474" y="378232"/>
                      </a:cubicBezTo>
                      <a:lnTo>
                        <a:pt x="348821" y="81624"/>
                      </a:lnTo>
                      <a:lnTo>
                        <a:pt x="359109" y="84958"/>
                      </a:lnTo>
                      <a:cubicBezTo>
                        <a:pt x="358158" y="92339"/>
                        <a:pt x="356633" y="99636"/>
                        <a:pt x="354442" y="106770"/>
                      </a:cubicBezTo>
                      <a:cubicBezTo>
                        <a:pt x="317486" y="202782"/>
                        <a:pt x="274814" y="297270"/>
                        <a:pt x="244332" y="395092"/>
                      </a:cubicBezTo>
                      <a:cubicBezTo>
                        <a:pt x="210235" y="504534"/>
                        <a:pt x="177657" y="615976"/>
                        <a:pt x="161561" y="728467"/>
                      </a:cubicBezTo>
                      <a:cubicBezTo>
                        <a:pt x="143560" y="862283"/>
                        <a:pt x="134130" y="997119"/>
                        <a:pt x="133463" y="1132136"/>
                      </a:cubicBezTo>
                      <a:cubicBezTo>
                        <a:pt x="133558" y="1222586"/>
                        <a:pt x="142129" y="1312835"/>
                        <a:pt x="158989" y="1401694"/>
                      </a:cubicBezTo>
                      <a:cubicBezTo>
                        <a:pt x="176420" y="1493038"/>
                        <a:pt x="198710" y="1583393"/>
                        <a:pt x="225664" y="1672394"/>
                      </a:cubicBezTo>
                      <a:cubicBezTo>
                        <a:pt x="267289" y="1818317"/>
                        <a:pt x="334915" y="1952810"/>
                        <a:pt x="414831" y="2081302"/>
                      </a:cubicBezTo>
                      <a:cubicBezTo>
                        <a:pt x="539608" y="2281939"/>
                        <a:pt x="704009" y="2454963"/>
                        <a:pt x="898034" y="2589747"/>
                      </a:cubicBezTo>
                      <a:cubicBezTo>
                        <a:pt x="1027194" y="2680172"/>
                        <a:pt x="1168258" y="2752352"/>
                        <a:pt x="1317134" y="2804250"/>
                      </a:cubicBezTo>
                      <a:cubicBezTo>
                        <a:pt x="1465535" y="2855510"/>
                        <a:pt x="1620600" y="2885244"/>
                        <a:pt x="1777478" y="2892547"/>
                      </a:cubicBezTo>
                      <a:cubicBezTo>
                        <a:pt x="1802337" y="2893880"/>
                        <a:pt x="1812244" y="2899881"/>
                        <a:pt x="1807672" y="2925599"/>
                      </a:cubicBezTo>
                      <a:cubicBezTo>
                        <a:pt x="1801861" y="2958365"/>
                        <a:pt x="1799384" y="2992274"/>
                        <a:pt x="1792526" y="3024278"/>
                      </a:cubicBezTo>
                      <a:cubicBezTo>
                        <a:pt x="1787383" y="3032908"/>
                        <a:pt x="1778239" y="3038332"/>
                        <a:pt x="1768237" y="3038660"/>
                      </a:cubicBezTo>
                      <a:cubicBezTo>
                        <a:pt x="1715089" y="3035416"/>
                        <a:pt x="1662130" y="3029279"/>
                        <a:pt x="1609647" y="3020277"/>
                      </a:cubicBezTo>
                      <a:cubicBezTo>
                        <a:pt x="1538781" y="3007341"/>
                        <a:pt x="1468772" y="2989907"/>
                        <a:pt x="1400097" y="2968080"/>
                      </a:cubicBezTo>
                      <a:cubicBezTo>
                        <a:pt x="1307228" y="2938469"/>
                        <a:pt x="1216264" y="2903127"/>
                        <a:pt x="1127776" y="2862257"/>
                      </a:cubicBezTo>
                      <a:cubicBezTo>
                        <a:pt x="913464" y="2758742"/>
                        <a:pt x="721727" y="2613774"/>
                        <a:pt x="563706" y="2435728"/>
                      </a:cubicBezTo>
                      <a:cubicBezTo>
                        <a:pt x="425117" y="2280276"/>
                        <a:pt x="313484" y="2102804"/>
                        <a:pt x="233284" y="1910614"/>
                      </a:cubicBezTo>
                      <a:cubicBezTo>
                        <a:pt x="175753" y="1772016"/>
                        <a:pt x="134604" y="1627179"/>
                        <a:pt x="110696" y="1479037"/>
                      </a:cubicBezTo>
                      <a:cubicBezTo>
                        <a:pt x="85265" y="1326799"/>
                        <a:pt x="77454" y="1172151"/>
                        <a:pt x="87265" y="1018122"/>
                      </a:cubicBezTo>
                      <a:cubicBezTo>
                        <a:pt x="92886" y="900393"/>
                        <a:pt x="110222" y="783512"/>
                        <a:pt x="138988" y="669221"/>
                      </a:cubicBezTo>
                      <a:cubicBezTo>
                        <a:pt x="158038" y="598641"/>
                        <a:pt x="178134" y="528632"/>
                        <a:pt x="197470" y="458338"/>
                      </a:cubicBezTo>
                      <a:cubicBezTo>
                        <a:pt x="198898" y="450384"/>
                        <a:pt x="199565" y="442317"/>
                        <a:pt x="199565" y="43423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30" name="任意多边形: 形状 53"/>
                <p:cNvSpPr/>
                <p:nvPr/>
              </p:nvSpPr>
              <p:spPr>
                <a:xfrm>
                  <a:off x="12719092" y="4637983"/>
                  <a:ext cx="510159" cy="317499"/>
                </a:xfrm>
                <a:custGeom>
                  <a:avLst/>
                  <a:gdLst>
                    <a:gd name="connsiteX0" fmla="*/ 370304 w 510159"/>
                    <a:gd name="connsiteY0" fmla="*/ 317833 h 317499"/>
                    <a:gd name="connsiteX1" fmla="*/ 119796 w 510159"/>
                    <a:gd name="connsiteY1" fmla="*/ 208486 h 317499"/>
                    <a:gd name="connsiteX2" fmla="*/ 10735 w 510159"/>
                    <a:gd name="connsiteY2" fmla="*/ 100187 h 317499"/>
                    <a:gd name="connsiteX3" fmla="*/ 8449 w 510159"/>
                    <a:gd name="connsiteY3" fmla="*/ 47323 h 317499"/>
                    <a:gd name="connsiteX4" fmla="*/ 147227 w 510159"/>
                    <a:gd name="connsiteY4" fmla="*/ 4746 h 317499"/>
                    <a:gd name="connsiteX5" fmla="*/ 331536 w 510159"/>
                    <a:gd name="connsiteY5" fmla="*/ 90471 h 317499"/>
                    <a:gd name="connsiteX6" fmla="*/ 493461 w 510159"/>
                    <a:gd name="connsiteY6" fmla="*/ 220868 h 317499"/>
                    <a:gd name="connsiteX7" fmla="*/ 495747 w 510159"/>
                    <a:gd name="connsiteY7" fmla="*/ 267922 h 317499"/>
                    <a:gd name="connsiteX8" fmla="*/ 370304 w 510159"/>
                    <a:gd name="connsiteY8" fmla="*/ 317833 h 31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159" h="317499">
                      <a:moveTo>
                        <a:pt x="370304" y="317833"/>
                      </a:moveTo>
                      <a:cubicBezTo>
                        <a:pt x="272482" y="314499"/>
                        <a:pt x="191898" y="269446"/>
                        <a:pt x="119796" y="208486"/>
                      </a:cubicBezTo>
                      <a:cubicBezTo>
                        <a:pt x="80838" y="175529"/>
                        <a:pt x="47500" y="135905"/>
                        <a:pt x="10735" y="100187"/>
                      </a:cubicBezTo>
                      <a:cubicBezTo>
                        <a:pt x="-7554" y="82470"/>
                        <a:pt x="-4697" y="65706"/>
                        <a:pt x="8449" y="47323"/>
                      </a:cubicBezTo>
                      <a:cubicBezTo>
                        <a:pt x="37024" y="7794"/>
                        <a:pt x="91126" y="-8113"/>
                        <a:pt x="147227" y="4746"/>
                      </a:cubicBezTo>
                      <a:cubicBezTo>
                        <a:pt x="213902" y="20230"/>
                        <a:pt x="276672" y="49423"/>
                        <a:pt x="331536" y="90471"/>
                      </a:cubicBezTo>
                      <a:cubicBezTo>
                        <a:pt x="387352" y="131524"/>
                        <a:pt x="439265" y="177720"/>
                        <a:pt x="493461" y="220868"/>
                      </a:cubicBezTo>
                      <a:cubicBezTo>
                        <a:pt x="513367" y="236680"/>
                        <a:pt x="511463" y="249443"/>
                        <a:pt x="495747" y="267922"/>
                      </a:cubicBezTo>
                      <a:cubicBezTo>
                        <a:pt x="462219" y="306784"/>
                        <a:pt x="419166" y="318690"/>
                        <a:pt x="370304" y="31783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31" name="任意多边形: 形状 54"/>
                <p:cNvSpPr/>
                <p:nvPr/>
              </p:nvSpPr>
              <p:spPr>
                <a:xfrm>
                  <a:off x="12573644" y="4227251"/>
                  <a:ext cx="452202" cy="379955"/>
                </a:xfrm>
                <a:custGeom>
                  <a:avLst/>
                  <a:gdLst>
                    <a:gd name="connsiteX0" fmla="*/ 377923 w 452202"/>
                    <a:gd name="connsiteY0" fmla="*/ 380331 h 379955"/>
                    <a:gd name="connsiteX1" fmla="*/ 141896 w 452202"/>
                    <a:gd name="connsiteY1" fmla="*/ 267555 h 379955"/>
                    <a:gd name="connsiteX2" fmla="*/ 4830 w 452202"/>
                    <a:gd name="connsiteY2" fmla="*/ 93724 h 379955"/>
                    <a:gd name="connsiteX3" fmla="*/ 61980 w 452202"/>
                    <a:gd name="connsiteY3" fmla="*/ 3331 h 379955"/>
                    <a:gd name="connsiteX4" fmla="*/ 204187 w 452202"/>
                    <a:gd name="connsiteY4" fmla="*/ 39717 h 379955"/>
                    <a:gd name="connsiteX5" fmla="*/ 422121 w 452202"/>
                    <a:gd name="connsiteY5" fmla="*/ 298606 h 379955"/>
                    <a:gd name="connsiteX6" fmla="*/ 443838 w 452202"/>
                    <a:gd name="connsiteY6" fmla="*/ 344898 h 379955"/>
                    <a:gd name="connsiteX7" fmla="*/ 423358 w 452202"/>
                    <a:gd name="connsiteY7" fmla="*/ 378235 h 379955"/>
                    <a:gd name="connsiteX8" fmla="*/ 377923 w 452202"/>
                    <a:gd name="connsiteY8" fmla="*/ 380331 h 379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202" h="379955">
                      <a:moveTo>
                        <a:pt x="377923" y="380331"/>
                      </a:moveTo>
                      <a:cubicBezTo>
                        <a:pt x="287817" y="378712"/>
                        <a:pt x="206473" y="337278"/>
                        <a:pt x="141896" y="267555"/>
                      </a:cubicBezTo>
                      <a:cubicBezTo>
                        <a:pt x="91890" y="213643"/>
                        <a:pt x="48455" y="153255"/>
                        <a:pt x="4830" y="93724"/>
                      </a:cubicBezTo>
                      <a:cubicBezTo>
                        <a:pt x="-17460" y="63434"/>
                        <a:pt x="16450" y="11999"/>
                        <a:pt x="61980" y="3331"/>
                      </a:cubicBezTo>
                      <a:cubicBezTo>
                        <a:pt x="115130" y="-6860"/>
                        <a:pt x="161230" y="10285"/>
                        <a:pt x="204187" y="39717"/>
                      </a:cubicBezTo>
                      <a:cubicBezTo>
                        <a:pt x="300581" y="106392"/>
                        <a:pt x="366970" y="197641"/>
                        <a:pt x="422121" y="298606"/>
                      </a:cubicBezTo>
                      <a:cubicBezTo>
                        <a:pt x="430215" y="313561"/>
                        <a:pt x="436694" y="329467"/>
                        <a:pt x="443838" y="344898"/>
                      </a:cubicBezTo>
                      <a:cubicBezTo>
                        <a:pt x="455458" y="369853"/>
                        <a:pt x="451742" y="376045"/>
                        <a:pt x="423358" y="378235"/>
                      </a:cubicBezTo>
                      <a:cubicBezTo>
                        <a:pt x="410596" y="379283"/>
                        <a:pt x="398213" y="379283"/>
                        <a:pt x="377923" y="38033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32" name="任意多边形: 形状 55"/>
                <p:cNvSpPr/>
                <p:nvPr/>
              </p:nvSpPr>
              <p:spPr>
                <a:xfrm>
                  <a:off x="12505673" y="3364558"/>
                  <a:ext cx="277960" cy="488669"/>
                </a:xfrm>
                <a:custGeom>
                  <a:avLst/>
                  <a:gdLst>
                    <a:gd name="connsiteX0" fmla="*/ 271208 w 277960"/>
                    <a:gd name="connsiteY0" fmla="*/ 488453 h 488669"/>
                    <a:gd name="connsiteX1" fmla="*/ 255681 w 277960"/>
                    <a:gd name="connsiteY1" fmla="*/ 488453 h 488669"/>
                    <a:gd name="connsiteX2" fmla="*/ 39368 w 277960"/>
                    <a:gd name="connsiteY2" fmla="*/ 296714 h 488669"/>
                    <a:gd name="connsiteX3" fmla="*/ -1304 w 277960"/>
                    <a:gd name="connsiteY3" fmla="*/ 29443 h 488669"/>
                    <a:gd name="connsiteX4" fmla="*/ 13461 w 277960"/>
                    <a:gd name="connsiteY4" fmla="*/ 9631 h 488669"/>
                    <a:gd name="connsiteX5" fmla="*/ 157954 w 277960"/>
                    <a:gd name="connsiteY5" fmla="*/ 53255 h 488669"/>
                    <a:gd name="connsiteX6" fmla="*/ 247300 w 277960"/>
                    <a:gd name="connsiteY6" fmla="*/ 229182 h 488669"/>
                    <a:gd name="connsiteX7" fmla="*/ 274066 w 277960"/>
                    <a:gd name="connsiteY7" fmla="*/ 465688 h 488669"/>
                    <a:gd name="connsiteX8" fmla="*/ 271208 w 277960"/>
                    <a:gd name="connsiteY8" fmla="*/ 488453 h 48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960" h="488669">
                      <a:moveTo>
                        <a:pt x="271208" y="488453"/>
                      </a:moveTo>
                      <a:cubicBezTo>
                        <a:pt x="266064" y="489243"/>
                        <a:pt x="260825" y="489243"/>
                        <a:pt x="255681" y="488453"/>
                      </a:cubicBezTo>
                      <a:cubicBezTo>
                        <a:pt x="159003" y="452448"/>
                        <a:pt x="83280" y="396060"/>
                        <a:pt x="39368" y="296714"/>
                      </a:cubicBezTo>
                      <a:cubicBezTo>
                        <a:pt x="1268" y="209846"/>
                        <a:pt x="-4922" y="120978"/>
                        <a:pt x="-1304" y="29443"/>
                      </a:cubicBezTo>
                      <a:cubicBezTo>
                        <a:pt x="317" y="20947"/>
                        <a:pt x="5745" y="13660"/>
                        <a:pt x="13461" y="9631"/>
                      </a:cubicBezTo>
                      <a:cubicBezTo>
                        <a:pt x="58800" y="-11991"/>
                        <a:pt x="116712" y="4964"/>
                        <a:pt x="157954" y="53255"/>
                      </a:cubicBezTo>
                      <a:cubicBezTo>
                        <a:pt x="201770" y="104500"/>
                        <a:pt x="227964" y="164507"/>
                        <a:pt x="247300" y="229182"/>
                      </a:cubicBezTo>
                      <a:cubicBezTo>
                        <a:pt x="270731" y="305687"/>
                        <a:pt x="279875" y="385878"/>
                        <a:pt x="274066" y="465688"/>
                      </a:cubicBezTo>
                      <a:cubicBezTo>
                        <a:pt x="273589" y="472832"/>
                        <a:pt x="272254" y="479975"/>
                        <a:pt x="271208" y="48845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33" name="任意多边形: 形状 56"/>
                <p:cNvSpPr/>
                <p:nvPr/>
              </p:nvSpPr>
              <p:spPr>
                <a:xfrm>
                  <a:off x="12596347" y="2922507"/>
                  <a:ext cx="229687" cy="509521"/>
                </a:xfrm>
                <a:custGeom>
                  <a:avLst/>
                  <a:gdLst>
                    <a:gd name="connsiteX0" fmla="*/ 227490 w 229687"/>
                    <a:gd name="connsiteY0" fmla="*/ 290520 h 509521"/>
                    <a:gd name="connsiteX1" fmla="*/ 207582 w 229687"/>
                    <a:gd name="connsiteY1" fmla="*/ 476448 h 509521"/>
                    <a:gd name="connsiteX2" fmla="*/ 159957 w 229687"/>
                    <a:gd name="connsiteY2" fmla="*/ 502737 h 509521"/>
                    <a:gd name="connsiteX3" fmla="*/ 21940 w 229687"/>
                    <a:gd name="connsiteY3" fmla="*/ 346717 h 509521"/>
                    <a:gd name="connsiteX4" fmla="*/ 11655 w 229687"/>
                    <a:gd name="connsiteY4" fmla="*/ 48299 h 509521"/>
                    <a:gd name="connsiteX5" fmla="*/ 112904 w 229687"/>
                    <a:gd name="connsiteY5" fmla="*/ 11437 h 509521"/>
                    <a:gd name="connsiteX6" fmla="*/ 195392 w 229687"/>
                    <a:gd name="connsiteY6" fmla="*/ 118593 h 509521"/>
                    <a:gd name="connsiteX7" fmla="*/ 227490 w 229687"/>
                    <a:gd name="connsiteY7" fmla="*/ 290520 h 509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87" h="509521">
                      <a:moveTo>
                        <a:pt x="227490" y="290520"/>
                      </a:moveTo>
                      <a:cubicBezTo>
                        <a:pt x="219679" y="365196"/>
                        <a:pt x="215203" y="421012"/>
                        <a:pt x="207582" y="476448"/>
                      </a:cubicBezTo>
                      <a:cubicBezTo>
                        <a:pt x="202631" y="512833"/>
                        <a:pt x="193676" y="515976"/>
                        <a:pt x="159957" y="502737"/>
                      </a:cubicBezTo>
                      <a:cubicBezTo>
                        <a:pt x="87378" y="474162"/>
                        <a:pt x="46420" y="418440"/>
                        <a:pt x="21940" y="346717"/>
                      </a:cubicBezTo>
                      <a:cubicBezTo>
                        <a:pt x="-11681" y="248038"/>
                        <a:pt x="-5300" y="148311"/>
                        <a:pt x="11655" y="48299"/>
                      </a:cubicBezTo>
                      <a:cubicBezTo>
                        <a:pt x="19180" y="3531"/>
                        <a:pt x="66042" y="-12470"/>
                        <a:pt x="112904" y="11437"/>
                      </a:cubicBezTo>
                      <a:cubicBezTo>
                        <a:pt x="154911" y="33164"/>
                        <a:pt x="185105" y="72416"/>
                        <a:pt x="195392" y="118593"/>
                      </a:cubicBezTo>
                      <a:cubicBezTo>
                        <a:pt x="211012" y="180696"/>
                        <a:pt x="219300" y="244704"/>
                        <a:pt x="227490" y="29052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34" name="任意多边形: 形状 57"/>
                <p:cNvSpPr/>
                <p:nvPr/>
              </p:nvSpPr>
              <p:spPr>
                <a:xfrm>
                  <a:off x="12505110" y="3811358"/>
                  <a:ext cx="348383" cy="420373"/>
                </a:xfrm>
                <a:custGeom>
                  <a:avLst/>
                  <a:gdLst>
                    <a:gd name="connsiteX0" fmla="*/ 79745 w 348383"/>
                    <a:gd name="connsiteY0" fmla="*/ 410 h 420373"/>
                    <a:gd name="connsiteX1" fmla="*/ 214811 w 348383"/>
                    <a:gd name="connsiteY1" fmla="*/ 80039 h 420373"/>
                    <a:gd name="connsiteX2" fmla="*/ 333683 w 348383"/>
                    <a:gd name="connsiteY2" fmla="*/ 329022 h 420373"/>
                    <a:gd name="connsiteX3" fmla="*/ 345589 w 348383"/>
                    <a:gd name="connsiteY3" fmla="*/ 399031 h 420373"/>
                    <a:gd name="connsiteX4" fmla="*/ 320823 w 348383"/>
                    <a:gd name="connsiteY4" fmla="*/ 419986 h 420373"/>
                    <a:gd name="connsiteX5" fmla="*/ 42503 w 348383"/>
                    <a:gd name="connsiteY5" fmla="*/ 195958 h 420373"/>
                    <a:gd name="connsiteX6" fmla="*/ 4403 w 348383"/>
                    <a:gd name="connsiteY6" fmla="*/ 85944 h 420373"/>
                    <a:gd name="connsiteX7" fmla="*/ 58504 w 348383"/>
                    <a:gd name="connsiteY7" fmla="*/ 1839 h 420373"/>
                    <a:gd name="connsiteX8" fmla="*/ 79745 w 348383"/>
                    <a:gd name="connsiteY8" fmla="*/ 410 h 42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383" h="420373">
                      <a:moveTo>
                        <a:pt x="79745" y="410"/>
                      </a:moveTo>
                      <a:cubicBezTo>
                        <a:pt x="135467" y="3839"/>
                        <a:pt x="178806" y="36605"/>
                        <a:pt x="214811" y="80039"/>
                      </a:cubicBezTo>
                      <a:cubicBezTo>
                        <a:pt x="274056" y="152172"/>
                        <a:pt x="314823" y="237621"/>
                        <a:pt x="333683" y="329022"/>
                      </a:cubicBezTo>
                      <a:cubicBezTo>
                        <a:pt x="338636" y="352168"/>
                        <a:pt x="342064" y="375600"/>
                        <a:pt x="345589" y="399031"/>
                      </a:cubicBezTo>
                      <a:cubicBezTo>
                        <a:pt x="348638" y="418938"/>
                        <a:pt x="339968" y="422653"/>
                        <a:pt x="320823" y="419986"/>
                      </a:cubicBezTo>
                      <a:cubicBezTo>
                        <a:pt x="182806" y="400936"/>
                        <a:pt x="95462" y="319497"/>
                        <a:pt x="42503" y="195958"/>
                      </a:cubicBezTo>
                      <a:cubicBezTo>
                        <a:pt x="26787" y="160420"/>
                        <a:pt x="14023" y="123616"/>
                        <a:pt x="4403" y="85944"/>
                      </a:cubicBezTo>
                      <a:cubicBezTo>
                        <a:pt x="-11027" y="21841"/>
                        <a:pt x="-1883" y="19269"/>
                        <a:pt x="58504" y="1839"/>
                      </a:cubicBezTo>
                      <a:cubicBezTo>
                        <a:pt x="65552" y="715"/>
                        <a:pt x="72601" y="238"/>
                        <a:pt x="79745" y="4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35" name="任意多边形: 形状 58"/>
                <p:cNvSpPr/>
                <p:nvPr/>
              </p:nvSpPr>
              <p:spPr>
                <a:xfrm>
                  <a:off x="12919349" y="2103840"/>
                  <a:ext cx="274161" cy="458499"/>
                </a:xfrm>
                <a:custGeom>
                  <a:avLst/>
                  <a:gdLst>
                    <a:gd name="connsiteX0" fmla="*/ 271964 w 274161"/>
                    <a:gd name="connsiteY0" fmla="*/ 116110 h 458499"/>
                    <a:gd name="connsiteX1" fmla="*/ 201099 w 274161"/>
                    <a:gd name="connsiteY1" fmla="*/ 319088 h 458499"/>
                    <a:gd name="connsiteX2" fmla="*/ 109753 w 274161"/>
                    <a:gd name="connsiteY2" fmla="*/ 445866 h 458499"/>
                    <a:gd name="connsiteX3" fmla="*/ 71653 w 274161"/>
                    <a:gd name="connsiteY3" fmla="*/ 451009 h 458499"/>
                    <a:gd name="connsiteX4" fmla="*/ 9169 w 274161"/>
                    <a:gd name="connsiteY4" fmla="*/ 238030 h 458499"/>
                    <a:gd name="connsiteX5" fmla="*/ 120420 w 274161"/>
                    <a:gd name="connsiteY5" fmla="*/ 34672 h 458499"/>
                    <a:gd name="connsiteX6" fmla="*/ 228148 w 274161"/>
                    <a:gd name="connsiteY6" fmla="*/ 19812 h 458499"/>
                    <a:gd name="connsiteX7" fmla="*/ 271964 w 274161"/>
                    <a:gd name="connsiteY7" fmla="*/ 116110 h 458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161" h="458499">
                      <a:moveTo>
                        <a:pt x="271964" y="116110"/>
                      </a:moveTo>
                      <a:cubicBezTo>
                        <a:pt x="268820" y="189643"/>
                        <a:pt x="241008" y="256985"/>
                        <a:pt x="201099" y="319088"/>
                      </a:cubicBezTo>
                      <a:cubicBezTo>
                        <a:pt x="172998" y="362903"/>
                        <a:pt x="139947" y="403479"/>
                        <a:pt x="109753" y="445866"/>
                      </a:cubicBezTo>
                      <a:cubicBezTo>
                        <a:pt x="98324" y="461868"/>
                        <a:pt x="88513" y="462534"/>
                        <a:pt x="71653" y="451009"/>
                      </a:cubicBezTo>
                      <a:cubicBezTo>
                        <a:pt x="-5596" y="396622"/>
                        <a:pt x="-14072" y="327184"/>
                        <a:pt x="9169" y="238030"/>
                      </a:cubicBezTo>
                      <a:cubicBezTo>
                        <a:pt x="29363" y="161830"/>
                        <a:pt x="72986" y="96679"/>
                        <a:pt x="120420" y="34672"/>
                      </a:cubicBezTo>
                      <a:cubicBezTo>
                        <a:pt x="151567" y="-6000"/>
                        <a:pt x="185858" y="-9906"/>
                        <a:pt x="228148" y="19812"/>
                      </a:cubicBezTo>
                      <a:cubicBezTo>
                        <a:pt x="257391" y="40101"/>
                        <a:pt x="271678" y="71248"/>
                        <a:pt x="271964" y="1161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36" name="任意多边形: 形状 59"/>
                <p:cNvSpPr/>
                <p:nvPr/>
              </p:nvSpPr>
              <p:spPr>
                <a:xfrm>
                  <a:off x="13079534" y="4996405"/>
                  <a:ext cx="411321" cy="250958"/>
                </a:xfrm>
                <a:custGeom>
                  <a:avLst/>
                  <a:gdLst>
                    <a:gd name="connsiteX0" fmla="*/ 262179 w 411321"/>
                    <a:gd name="connsiteY0" fmla="*/ 251257 h 250958"/>
                    <a:gd name="connsiteX1" fmla="*/ 75774 w 411321"/>
                    <a:gd name="connsiteY1" fmla="*/ 184582 h 250958"/>
                    <a:gd name="connsiteX2" fmla="*/ 44818 w 411321"/>
                    <a:gd name="connsiteY2" fmla="*/ 164674 h 250958"/>
                    <a:gd name="connsiteX3" fmla="*/ 3574 w 411321"/>
                    <a:gd name="connsiteY3" fmla="*/ 66853 h 250958"/>
                    <a:gd name="connsiteX4" fmla="*/ 88348 w 411321"/>
                    <a:gd name="connsiteY4" fmla="*/ 1511 h 250958"/>
                    <a:gd name="connsiteX5" fmla="*/ 278848 w 411321"/>
                    <a:gd name="connsiteY5" fmla="*/ 50374 h 250958"/>
                    <a:gd name="connsiteX6" fmla="*/ 392004 w 411321"/>
                    <a:gd name="connsiteY6" fmla="*/ 121050 h 250958"/>
                    <a:gd name="connsiteX7" fmla="*/ 404673 w 411321"/>
                    <a:gd name="connsiteY7" fmla="*/ 167722 h 250958"/>
                    <a:gd name="connsiteX8" fmla="*/ 262179 w 411321"/>
                    <a:gd name="connsiteY8" fmla="*/ 251257 h 25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321" h="250958">
                      <a:moveTo>
                        <a:pt x="262179" y="251257"/>
                      </a:moveTo>
                      <a:cubicBezTo>
                        <a:pt x="194837" y="252590"/>
                        <a:pt x="135496" y="218014"/>
                        <a:pt x="75774" y="184582"/>
                      </a:cubicBezTo>
                      <a:cubicBezTo>
                        <a:pt x="65105" y="178581"/>
                        <a:pt x="55106" y="171342"/>
                        <a:pt x="44818" y="164674"/>
                      </a:cubicBezTo>
                      <a:cubicBezTo>
                        <a:pt x="-3474" y="133432"/>
                        <a:pt x="-9000" y="120288"/>
                        <a:pt x="3574" y="66853"/>
                      </a:cubicBezTo>
                      <a:cubicBezTo>
                        <a:pt x="11290" y="33706"/>
                        <a:pt x="48532" y="5416"/>
                        <a:pt x="88348" y="1511"/>
                      </a:cubicBezTo>
                      <a:cubicBezTo>
                        <a:pt x="157595" y="-5156"/>
                        <a:pt x="219507" y="18370"/>
                        <a:pt x="278848" y="50374"/>
                      </a:cubicBezTo>
                      <a:cubicBezTo>
                        <a:pt x="317899" y="71520"/>
                        <a:pt x="354285" y="97428"/>
                        <a:pt x="392004" y="121050"/>
                      </a:cubicBezTo>
                      <a:cubicBezTo>
                        <a:pt x="411054" y="132861"/>
                        <a:pt x="412482" y="148577"/>
                        <a:pt x="404673" y="167722"/>
                      </a:cubicBezTo>
                      <a:cubicBezTo>
                        <a:pt x="380193" y="226396"/>
                        <a:pt x="336568" y="252971"/>
                        <a:pt x="262179" y="25125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37" name="任意多边形: 形状 60"/>
                <p:cNvSpPr/>
                <p:nvPr/>
              </p:nvSpPr>
              <p:spPr>
                <a:xfrm>
                  <a:off x="13233545" y="1875542"/>
                  <a:ext cx="331376" cy="375345"/>
                </a:xfrm>
                <a:custGeom>
                  <a:avLst/>
                  <a:gdLst>
                    <a:gd name="connsiteX0" fmla="*/ 329052 w 331376"/>
                    <a:gd name="connsiteY0" fmla="*/ 66183 h 375345"/>
                    <a:gd name="connsiteX1" fmla="*/ 280379 w 331376"/>
                    <a:gd name="connsiteY1" fmla="*/ 190008 h 375345"/>
                    <a:gd name="connsiteX2" fmla="*/ 55781 w 331376"/>
                    <a:gd name="connsiteY2" fmla="*/ 370983 h 375345"/>
                    <a:gd name="connsiteX3" fmla="*/ 19871 w 331376"/>
                    <a:gd name="connsiteY3" fmla="*/ 361458 h 375345"/>
                    <a:gd name="connsiteX4" fmla="*/ 16250 w 331376"/>
                    <a:gd name="connsiteY4" fmla="*/ 217916 h 375345"/>
                    <a:gd name="connsiteX5" fmla="*/ 221705 w 331376"/>
                    <a:gd name="connsiteY5" fmla="*/ 23796 h 375345"/>
                    <a:gd name="connsiteX6" fmla="*/ 246564 w 331376"/>
                    <a:gd name="connsiteY6" fmla="*/ 9985 h 375345"/>
                    <a:gd name="connsiteX7" fmla="*/ 329052 w 331376"/>
                    <a:gd name="connsiteY7" fmla="*/ 60182 h 375345"/>
                    <a:gd name="connsiteX8" fmla="*/ 329052 w 331376"/>
                    <a:gd name="connsiteY8" fmla="*/ 66183 h 37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376" h="375345">
                      <a:moveTo>
                        <a:pt x="329052" y="66183"/>
                      </a:moveTo>
                      <a:cubicBezTo>
                        <a:pt x="330099" y="119808"/>
                        <a:pt x="306382" y="155908"/>
                        <a:pt x="280379" y="190008"/>
                      </a:cubicBezTo>
                      <a:cubicBezTo>
                        <a:pt x="220371" y="268208"/>
                        <a:pt x="140076" y="322119"/>
                        <a:pt x="55781" y="370983"/>
                      </a:cubicBezTo>
                      <a:cubicBezTo>
                        <a:pt x="41207" y="379364"/>
                        <a:pt x="30061" y="376888"/>
                        <a:pt x="19871" y="361458"/>
                      </a:cubicBezTo>
                      <a:cubicBezTo>
                        <a:pt x="-11657" y="313833"/>
                        <a:pt x="-6227" y="265731"/>
                        <a:pt x="16250" y="217916"/>
                      </a:cubicBezTo>
                      <a:cubicBezTo>
                        <a:pt x="59113" y="126571"/>
                        <a:pt x="137790" y="72183"/>
                        <a:pt x="221705" y="23796"/>
                      </a:cubicBezTo>
                      <a:cubicBezTo>
                        <a:pt x="229896" y="19129"/>
                        <a:pt x="238088" y="14271"/>
                        <a:pt x="246564" y="9985"/>
                      </a:cubicBezTo>
                      <a:cubicBezTo>
                        <a:pt x="292762" y="-13351"/>
                        <a:pt x="325718" y="6746"/>
                        <a:pt x="329052" y="60182"/>
                      </a:cubicBezTo>
                      <a:cubicBezTo>
                        <a:pt x="329338" y="64563"/>
                        <a:pt x="329052" y="69326"/>
                        <a:pt x="329052" y="6618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38" name="任意多边形: 形状 61"/>
                <p:cNvSpPr/>
                <p:nvPr/>
              </p:nvSpPr>
              <p:spPr>
                <a:xfrm>
                  <a:off x="12933210" y="3710332"/>
                  <a:ext cx="215577" cy="466153"/>
                </a:xfrm>
                <a:custGeom>
                  <a:avLst/>
                  <a:gdLst>
                    <a:gd name="connsiteX0" fmla="*/ 71126 w 215577"/>
                    <a:gd name="connsiteY0" fmla="*/ 466529 h 466153"/>
                    <a:gd name="connsiteX1" fmla="*/ 8453 w 215577"/>
                    <a:gd name="connsiteY1" fmla="*/ 342704 h 466153"/>
                    <a:gd name="connsiteX2" fmla="*/ 35598 w 215577"/>
                    <a:gd name="connsiteY2" fmla="*/ 96293 h 466153"/>
                    <a:gd name="connsiteX3" fmla="*/ 179235 w 215577"/>
                    <a:gd name="connsiteY3" fmla="*/ 376 h 466153"/>
                    <a:gd name="connsiteX4" fmla="*/ 212668 w 215577"/>
                    <a:gd name="connsiteY4" fmla="*/ 36952 h 466153"/>
                    <a:gd name="connsiteX5" fmla="*/ 178568 w 215577"/>
                    <a:gd name="connsiteY5" fmla="*/ 267171 h 466153"/>
                    <a:gd name="connsiteX6" fmla="*/ 71126 w 215577"/>
                    <a:gd name="connsiteY6" fmla="*/ 466529 h 4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577" h="466153">
                      <a:moveTo>
                        <a:pt x="71126" y="466529"/>
                      </a:moveTo>
                      <a:cubicBezTo>
                        <a:pt x="38837" y="432115"/>
                        <a:pt x="17024" y="389139"/>
                        <a:pt x="8453" y="342704"/>
                      </a:cubicBezTo>
                      <a:cubicBezTo>
                        <a:pt x="-9551" y="258218"/>
                        <a:pt x="-7360" y="174112"/>
                        <a:pt x="35598" y="96293"/>
                      </a:cubicBezTo>
                      <a:cubicBezTo>
                        <a:pt x="66363" y="40571"/>
                        <a:pt x="110370" y="1043"/>
                        <a:pt x="179235" y="376"/>
                      </a:cubicBezTo>
                      <a:cubicBezTo>
                        <a:pt x="204285" y="376"/>
                        <a:pt x="216573" y="10568"/>
                        <a:pt x="212668" y="36952"/>
                      </a:cubicBezTo>
                      <a:cubicBezTo>
                        <a:pt x="201525" y="113723"/>
                        <a:pt x="194665" y="191447"/>
                        <a:pt x="178568" y="267171"/>
                      </a:cubicBezTo>
                      <a:cubicBezTo>
                        <a:pt x="162853" y="341276"/>
                        <a:pt x="120750" y="403950"/>
                        <a:pt x="71126" y="46652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39" name="任意多边形: 形状 62"/>
                <p:cNvSpPr/>
                <p:nvPr/>
              </p:nvSpPr>
              <p:spPr>
                <a:xfrm>
                  <a:off x="12991627" y="2600764"/>
                  <a:ext cx="374631" cy="342453"/>
                </a:xfrm>
                <a:custGeom>
                  <a:avLst/>
                  <a:gdLst>
                    <a:gd name="connsiteX0" fmla="*/ 290173 w 374631"/>
                    <a:gd name="connsiteY0" fmla="*/ 376 h 342453"/>
                    <a:gd name="connsiteX1" fmla="*/ 354658 w 374631"/>
                    <a:gd name="connsiteY1" fmla="*/ 19426 h 342453"/>
                    <a:gd name="connsiteX2" fmla="*/ 366278 w 374631"/>
                    <a:gd name="connsiteY2" fmla="*/ 55050 h 342453"/>
                    <a:gd name="connsiteX3" fmla="*/ 63669 w 374631"/>
                    <a:gd name="connsiteY3" fmla="*/ 329369 h 342453"/>
                    <a:gd name="connsiteX4" fmla="*/ 4805 w 374631"/>
                    <a:gd name="connsiteY4" fmla="*/ 281744 h 342453"/>
                    <a:gd name="connsiteX5" fmla="*/ 235214 w 374631"/>
                    <a:gd name="connsiteY5" fmla="*/ 10853 h 342453"/>
                    <a:gd name="connsiteX6" fmla="*/ 249215 w 374631"/>
                    <a:gd name="connsiteY6" fmla="*/ 8091 h 342453"/>
                    <a:gd name="connsiteX7" fmla="*/ 288934 w 374631"/>
                    <a:gd name="connsiteY7" fmla="*/ 4281 h 342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631" h="342453">
                      <a:moveTo>
                        <a:pt x="290173" y="376"/>
                      </a:moveTo>
                      <a:cubicBezTo>
                        <a:pt x="311700" y="6567"/>
                        <a:pt x="333227" y="12568"/>
                        <a:pt x="354658" y="19426"/>
                      </a:cubicBezTo>
                      <a:cubicBezTo>
                        <a:pt x="376089" y="26284"/>
                        <a:pt x="375708" y="40286"/>
                        <a:pt x="366278" y="55050"/>
                      </a:cubicBezTo>
                      <a:cubicBezTo>
                        <a:pt x="290078" y="173731"/>
                        <a:pt x="206258" y="283650"/>
                        <a:pt x="63669" y="329369"/>
                      </a:cubicBezTo>
                      <a:cubicBezTo>
                        <a:pt x="-6150" y="351848"/>
                        <a:pt x="-9959" y="352420"/>
                        <a:pt x="4805" y="281744"/>
                      </a:cubicBezTo>
                      <a:cubicBezTo>
                        <a:pt x="32140" y="151061"/>
                        <a:pt x="109580" y="59907"/>
                        <a:pt x="235214" y="10853"/>
                      </a:cubicBezTo>
                      <a:cubicBezTo>
                        <a:pt x="239786" y="9349"/>
                        <a:pt x="244453" y="8424"/>
                        <a:pt x="249215" y="8091"/>
                      </a:cubicBezTo>
                      <a:cubicBezTo>
                        <a:pt x="262359" y="6662"/>
                        <a:pt x="275695" y="5519"/>
                        <a:pt x="288934" y="428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40" name="任意多边形: 形状 447"/>
                <p:cNvSpPr/>
                <p:nvPr/>
              </p:nvSpPr>
              <p:spPr>
                <a:xfrm>
                  <a:off x="12896438" y="2957334"/>
                  <a:ext cx="306433" cy="392571"/>
                </a:xfrm>
                <a:custGeom>
                  <a:avLst/>
                  <a:gdLst>
                    <a:gd name="connsiteX0" fmla="*/ 14364 w 306433"/>
                    <a:gd name="connsiteY0" fmla="*/ 392947 h 392571"/>
                    <a:gd name="connsiteX1" fmla="*/ 1027 w 306433"/>
                    <a:gd name="connsiteY1" fmla="*/ 351514 h 392571"/>
                    <a:gd name="connsiteX2" fmla="*/ 194671 w 306433"/>
                    <a:gd name="connsiteY2" fmla="*/ 6804 h 392571"/>
                    <a:gd name="connsiteX3" fmla="*/ 293065 w 306433"/>
                    <a:gd name="connsiteY3" fmla="*/ 1565 h 392571"/>
                    <a:gd name="connsiteX4" fmla="*/ 303923 w 306433"/>
                    <a:gd name="connsiteY4" fmla="*/ 30140 h 392571"/>
                    <a:gd name="connsiteX5" fmla="*/ 208673 w 306433"/>
                    <a:gd name="connsiteY5" fmla="*/ 231880 h 392571"/>
                    <a:gd name="connsiteX6" fmla="*/ 14364 w 306433"/>
                    <a:gd name="connsiteY6" fmla="*/ 392947 h 39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6433" h="392571">
                      <a:moveTo>
                        <a:pt x="14364" y="392947"/>
                      </a:moveTo>
                      <a:cubicBezTo>
                        <a:pt x="8934" y="379460"/>
                        <a:pt x="4457" y="365620"/>
                        <a:pt x="1027" y="351514"/>
                      </a:cubicBezTo>
                      <a:cubicBezTo>
                        <a:pt x="-20499" y="225974"/>
                        <a:pt x="68179" y="47952"/>
                        <a:pt x="194671" y="6804"/>
                      </a:cubicBezTo>
                      <a:cubicBezTo>
                        <a:pt x="224960" y="-2721"/>
                        <a:pt x="260107" y="994"/>
                        <a:pt x="293065" y="1565"/>
                      </a:cubicBezTo>
                      <a:cubicBezTo>
                        <a:pt x="297065" y="1565"/>
                        <a:pt x="306018" y="21377"/>
                        <a:pt x="303923" y="30140"/>
                      </a:cubicBezTo>
                      <a:cubicBezTo>
                        <a:pt x="284873" y="103292"/>
                        <a:pt x="250203" y="169015"/>
                        <a:pt x="208673" y="231880"/>
                      </a:cubicBezTo>
                      <a:cubicBezTo>
                        <a:pt x="160571" y="302936"/>
                        <a:pt x="86943" y="341227"/>
                        <a:pt x="14364" y="39294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41" name="任意多边形: 形状 448"/>
                <p:cNvSpPr/>
                <p:nvPr/>
              </p:nvSpPr>
              <p:spPr>
                <a:xfrm>
                  <a:off x="13139120" y="2234852"/>
                  <a:ext cx="374959" cy="357217"/>
                </a:xfrm>
                <a:custGeom>
                  <a:avLst/>
                  <a:gdLst>
                    <a:gd name="connsiteX0" fmla="*/ -2099 w 374959"/>
                    <a:gd name="connsiteY0" fmla="*/ 326664 h 357217"/>
                    <a:gd name="connsiteX1" fmla="*/ 154206 w 374959"/>
                    <a:gd name="connsiteY1" fmla="*/ 69489 h 357217"/>
                    <a:gd name="connsiteX2" fmla="*/ 343848 w 374959"/>
                    <a:gd name="connsiteY2" fmla="*/ 814 h 357217"/>
                    <a:gd name="connsiteX3" fmla="*/ 366995 w 374959"/>
                    <a:gd name="connsiteY3" fmla="*/ 32723 h 357217"/>
                    <a:gd name="connsiteX4" fmla="*/ 23046 w 374959"/>
                    <a:gd name="connsiteY4" fmla="*/ 354763 h 357217"/>
                    <a:gd name="connsiteX5" fmla="*/ -2099 w 374959"/>
                    <a:gd name="connsiteY5" fmla="*/ 326664 h 35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959" h="357217">
                      <a:moveTo>
                        <a:pt x="-2099" y="326664"/>
                      </a:moveTo>
                      <a:cubicBezTo>
                        <a:pt x="7426" y="221889"/>
                        <a:pt x="64576" y="136164"/>
                        <a:pt x="154206" y="69489"/>
                      </a:cubicBezTo>
                      <a:cubicBezTo>
                        <a:pt x="209356" y="28570"/>
                        <a:pt x="275268" y="4691"/>
                        <a:pt x="343848" y="814"/>
                      </a:cubicBezTo>
                      <a:cubicBezTo>
                        <a:pt x="374899" y="-1377"/>
                        <a:pt x="377948" y="3957"/>
                        <a:pt x="366995" y="32723"/>
                      </a:cubicBezTo>
                      <a:cubicBezTo>
                        <a:pt x="304796" y="195981"/>
                        <a:pt x="187257" y="300470"/>
                        <a:pt x="23046" y="354763"/>
                      </a:cubicBezTo>
                      <a:cubicBezTo>
                        <a:pt x="2759" y="361907"/>
                        <a:pt x="-3052" y="356573"/>
                        <a:pt x="-2099" y="32666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42" name="任意多边形: 形状 449"/>
                <p:cNvSpPr/>
                <p:nvPr/>
              </p:nvSpPr>
              <p:spPr>
                <a:xfrm>
                  <a:off x="13039047" y="4065476"/>
                  <a:ext cx="201524" cy="412094"/>
                </a:xfrm>
                <a:custGeom>
                  <a:avLst/>
                  <a:gdLst>
                    <a:gd name="connsiteX0" fmla="*/ 95211 w 201524"/>
                    <a:gd name="connsiteY0" fmla="*/ 412470 h 412094"/>
                    <a:gd name="connsiteX1" fmla="*/ 16153 w 201524"/>
                    <a:gd name="connsiteY1" fmla="*/ 299789 h 412094"/>
                    <a:gd name="connsiteX2" fmla="*/ 1579 w 201524"/>
                    <a:gd name="connsiteY2" fmla="*/ 139483 h 412094"/>
                    <a:gd name="connsiteX3" fmla="*/ 120928 w 201524"/>
                    <a:gd name="connsiteY3" fmla="*/ 704 h 412094"/>
                    <a:gd name="connsiteX4" fmla="*/ 187603 w 201524"/>
                    <a:gd name="connsiteY4" fmla="*/ 8229 h 412094"/>
                    <a:gd name="connsiteX5" fmla="*/ 199319 w 201524"/>
                    <a:gd name="connsiteY5" fmla="*/ 30708 h 412094"/>
                    <a:gd name="connsiteX6" fmla="*/ 187508 w 201524"/>
                    <a:gd name="connsiteY6" fmla="*/ 240925 h 412094"/>
                    <a:gd name="connsiteX7" fmla="*/ 159600 w 201524"/>
                    <a:gd name="connsiteY7" fmla="*/ 314934 h 412094"/>
                    <a:gd name="connsiteX8" fmla="*/ 95211 w 201524"/>
                    <a:gd name="connsiteY8" fmla="*/ 412470 h 41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524" h="412094">
                      <a:moveTo>
                        <a:pt x="95211" y="412470"/>
                      </a:moveTo>
                      <a:cubicBezTo>
                        <a:pt x="58443" y="383438"/>
                        <a:pt x="30917" y="344261"/>
                        <a:pt x="16153" y="299789"/>
                      </a:cubicBezTo>
                      <a:cubicBezTo>
                        <a:pt x="-1565" y="248307"/>
                        <a:pt x="-6518" y="193309"/>
                        <a:pt x="1579" y="139483"/>
                      </a:cubicBezTo>
                      <a:cubicBezTo>
                        <a:pt x="8342" y="87763"/>
                        <a:pt x="46442" y="10039"/>
                        <a:pt x="120928" y="704"/>
                      </a:cubicBezTo>
                      <a:cubicBezTo>
                        <a:pt x="143406" y="-591"/>
                        <a:pt x="165981" y="1952"/>
                        <a:pt x="187603" y="8229"/>
                      </a:cubicBezTo>
                      <a:cubicBezTo>
                        <a:pt x="193128" y="9467"/>
                        <a:pt x="199605" y="23088"/>
                        <a:pt x="199319" y="30708"/>
                      </a:cubicBezTo>
                      <a:cubicBezTo>
                        <a:pt x="196556" y="100907"/>
                        <a:pt x="194461" y="171202"/>
                        <a:pt x="187508" y="240925"/>
                      </a:cubicBezTo>
                      <a:cubicBezTo>
                        <a:pt x="183222" y="267195"/>
                        <a:pt x="173697" y="292350"/>
                        <a:pt x="159600" y="314934"/>
                      </a:cubicBezTo>
                      <a:cubicBezTo>
                        <a:pt x="140931" y="347795"/>
                        <a:pt x="118165" y="378180"/>
                        <a:pt x="95211" y="4124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43" name="任意多边形: 形状 450"/>
                <p:cNvSpPr/>
                <p:nvPr/>
              </p:nvSpPr>
              <p:spPr>
                <a:xfrm>
                  <a:off x="13394067" y="4617829"/>
                  <a:ext cx="225782" cy="377282"/>
                </a:xfrm>
                <a:custGeom>
                  <a:avLst/>
                  <a:gdLst>
                    <a:gd name="connsiteX0" fmla="*/ 223586 w 225782"/>
                    <a:gd name="connsiteY0" fmla="*/ 243974 h 377282"/>
                    <a:gd name="connsiteX1" fmla="*/ 193390 w 225782"/>
                    <a:gd name="connsiteY1" fmla="*/ 372657 h 377282"/>
                    <a:gd name="connsiteX2" fmla="*/ 164815 w 225782"/>
                    <a:gd name="connsiteY2" fmla="*/ 376182 h 377282"/>
                    <a:gd name="connsiteX3" fmla="*/ 21940 w 225782"/>
                    <a:gd name="connsiteY3" fmla="*/ 236450 h 377282"/>
                    <a:gd name="connsiteX4" fmla="*/ 5843 w 225782"/>
                    <a:gd name="connsiteY4" fmla="*/ 90527 h 377282"/>
                    <a:gd name="connsiteX5" fmla="*/ 124524 w 225782"/>
                    <a:gd name="connsiteY5" fmla="*/ 420 h 377282"/>
                    <a:gd name="connsiteX6" fmla="*/ 148146 w 225782"/>
                    <a:gd name="connsiteY6" fmla="*/ 12327 h 377282"/>
                    <a:gd name="connsiteX7" fmla="*/ 223586 w 225782"/>
                    <a:gd name="connsiteY7" fmla="*/ 243974 h 37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82" h="377282">
                      <a:moveTo>
                        <a:pt x="223586" y="243974"/>
                      </a:moveTo>
                      <a:cubicBezTo>
                        <a:pt x="215298" y="280741"/>
                        <a:pt x="205582" y="327033"/>
                        <a:pt x="193390" y="372657"/>
                      </a:cubicBezTo>
                      <a:cubicBezTo>
                        <a:pt x="192439" y="376277"/>
                        <a:pt x="172721" y="379706"/>
                        <a:pt x="164815" y="376182"/>
                      </a:cubicBezTo>
                      <a:cubicBezTo>
                        <a:pt x="101474" y="348922"/>
                        <a:pt x="50610" y="299124"/>
                        <a:pt x="21940" y="236450"/>
                      </a:cubicBezTo>
                      <a:cubicBezTo>
                        <a:pt x="318" y="190158"/>
                        <a:pt x="-10826" y="142533"/>
                        <a:pt x="5843" y="90527"/>
                      </a:cubicBezTo>
                      <a:cubicBezTo>
                        <a:pt x="21465" y="41663"/>
                        <a:pt x="73471" y="-1199"/>
                        <a:pt x="124524" y="420"/>
                      </a:cubicBezTo>
                      <a:cubicBezTo>
                        <a:pt x="133763" y="772"/>
                        <a:pt x="142337" y="5117"/>
                        <a:pt x="148146" y="12327"/>
                      </a:cubicBezTo>
                      <a:cubicBezTo>
                        <a:pt x="185676" y="81954"/>
                        <a:pt x="217870" y="153392"/>
                        <a:pt x="223586" y="24397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44" name="任意多边形: 形状 451"/>
                <p:cNvSpPr/>
                <p:nvPr/>
              </p:nvSpPr>
              <p:spPr>
                <a:xfrm>
                  <a:off x="12876994" y="3374377"/>
                  <a:ext cx="224744" cy="389353"/>
                </a:xfrm>
                <a:custGeom>
                  <a:avLst/>
                  <a:gdLst>
                    <a:gd name="connsiteX0" fmla="*/ -2197 w 224744"/>
                    <a:gd name="connsiteY0" fmla="*/ 261369 h 389353"/>
                    <a:gd name="connsiteX1" fmla="*/ 101148 w 224744"/>
                    <a:gd name="connsiteY1" fmla="*/ 24292 h 389353"/>
                    <a:gd name="connsiteX2" fmla="*/ 192398 w 224744"/>
                    <a:gd name="connsiteY2" fmla="*/ 2860 h 389353"/>
                    <a:gd name="connsiteX3" fmla="*/ 221736 w 224744"/>
                    <a:gd name="connsiteY3" fmla="*/ 42008 h 389353"/>
                    <a:gd name="connsiteX4" fmla="*/ 148108 w 224744"/>
                    <a:gd name="connsiteY4" fmla="*/ 296135 h 389353"/>
                    <a:gd name="connsiteX5" fmla="*/ 44761 w 224744"/>
                    <a:gd name="connsiteY5" fmla="*/ 386242 h 389353"/>
                    <a:gd name="connsiteX6" fmla="*/ 16186 w 224744"/>
                    <a:gd name="connsiteY6" fmla="*/ 373192 h 389353"/>
                    <a:gd name="connsiteX7" fmla="*/ -2197 w 224744"/>
                    <a:gd name="connsiteY7" fmla="*/ 261369 h 389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744" h="389353">
                      <a:moveTo>
                        <a:pt x="-2197" y="261369"/>
                      </a:moveTo>
                      <a:cubicBezTo>
                        <a:pt x="-1341" y="166690"/>
                        <a:pt x="24283" y="84680"/>
                        <a:pt x="101148" y="24292"/>
                      </a:cubicBezTo>
                      <a:cubicBezTo>
                        <a:pt x="126772" y="3765"/>
                        <a:pt x="160298" y="-4112"/>
                        <a:pt x="192398" y="2860"/>
                      </a:cubicBezTo>
                      <a:cubicBezTo>
                        <a:pt x="213543" y="6766"/>
                        <a:pt x="225926" y="16481"/>
                        <a:pt x="221736" y="42008"/>
                      </a:cubicBezTo>
                      <a:cubicBezTo>
                        <a:pt x="207544" y="129829"/>
                        <a:pt x="200779" y="219745"/>
                        <a:pt x="148108" y="296135"/>
                      </a:cubicBezTo>
                      <a:cubicBezTo>
                        <a:pt x="121437" y="334711"/>
                        <a:pt x="90958" y="368906"/>
                        <a:pt x="44761" y="386242"/>
                      </a:cubicBezTo>
                      <a:cubicBezTo>
                        <a:pt x="28473" y="392338"/>
                        <a:pt x="19425" y="391861"/>
                        <a:pt x="16186" y="373192"/>
                      </a:cubicBezTo>
                      <a:cubicBezTo>
                        <a:pt x="10279" y="335854"/>
                        <a:pt x="3993" y="298707"/>
                        <a:pt x="-2197" y="26136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45" name="任意多边形: 形状 452"/>
                <p:cNvSpPr/>
                <p:nvPr/>
              </p:nvSpPr>
              <p:spPr>
                <a:xfrm>
                  <a:off x="13198922" y="4374711"/>
                  <a:ext cx="212518" cy="363130"/>
                </a:xfrm>
                <a:custGeom>
                  <a:avLst/>
                  <a:gdLst>
                    <a:gd name="connsiteX0" fmla="*/ 202513 w 212518"/>
                    <a:gd name="connsiteY0" fmla="*/ 186389 h 363130"/>
                    <a:gd name="connsiteX1" fmla="*/ 163173 w 212518"/>
                    <a:gd name="connsiteY1" fmla="*/ 308118 h 363130"/>
                    <a:gd name="connsiteX2" fmla="*/ 144123 w 212518"/>
                    <a:gd name="connsiteY2" fmla="*/ 336217 h 363130"/>
                    <a:gd name="connsiteX3" fmla="*/ 91926 w 212518"/>
                    <a:gd name="connsiteY3" fmla="*/ 346314 h 363130"/>
                    <a:gd name="connsiteX4" fmla="*/ 2106 w 212518"/>
                    <a:gd name="connsiteY4" fmla="*/ 101426 h 363130"/>
                    <a:gd name="connsiteX5" fmla="*/ 144981 w 212518"/>
                    <a:gd name="connsiteY5" fmla="*/ 2175 h 363130"/>
                    <a:gd name="connsiteX6" fmla="*/ 168889 w 212518"/>
                    <a:gd name="connsiteY6" fmla="*/ 25893 h 363130"/>
                    <a:gd name="connsiteX7" fmla="*/ 210322 w 212518"/>
                    <a:gd name="connsiteY7" fmla="*/ 184770 h 363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518" h="363130">
                      <a:moveTo>
                        <a:pt x="202513" y="186389"/>
                      </a:moveTo>
                      <a:cubicBezTo>
                        <a:pt x="206417" y="232585"/>
                        <a:pt x="190511" y="272114"/>
                        <a:pt x="163173" y="308118"/>
                      </a:cubicBezTo>
                      <a:cubicBezTo>
                        <a:pt x="156315" y="317109"/>
                        <a:pt x="149934" y="326491"/>
                        <a:pt x="144123" y="336217"/>
                      </a:cubicBezTo>
                      <a:cubicBezTo>
                        <a:pt x="124501" y="369555"/>
                        <a:pt x="120501" y="371650"/>
                        <a:pt x="91926" y="346314"/>
                      </a:cubicBezTo>
                      <a:cubicBezTo>
                        <a:pt x="18489" y="281163"/>
                        <a:pt x="-14753" y="199724"/>
                        <a:pt x="2106" y="101426"/>
                      </a:cubicBezTo>
                      <a:cubicBezTo>
                        <a:pt x="12773" y="39037"/>
                        <a:pt x="82973" y="-9731"/>
                        <a:pt x="144981" y="2175"/>
                      </a:cubicBezTo>
                      <a:cubicBezTo>
                        <a:pt x="156125" y="6042"/>
                        <a:pt x="164982" y="14767"/>
                        <a:pt x="168889" y="25893"/>
                      </a:cubicBezTo>
                      <a:cubicBezTo>
                        <a:pt x="184128" y="78471"/>
                        <a:pt x="196797" y="131715"/>
                        <a:pt x="210322" y="1847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grpSp>
        </p:grpSp>
        <p:sp>
          <p:nvSpPr>
            <p:cNvPr id="58" name="文本框 57"/>
            <p:cNvSpPr txBox="1"/>
            <p:nvPr/>
          </p:nvSpPr>
          <p:spPr>
            <a:xfrm>
              <a:off x="14319" y="9170"/>
              <a:ext cx="2828" cy="580"/>
            </a:xfrm>
            <a:prstGeom prst="rect">
              <a:avLst/>
            </a:prstGeom>
            <a:noFill/>
          </p:spPr>
          <p:txBody>
            <a:bodyPr vert="horz" wrap="none" lIns="91440" tIns="45720" rIns="91440" bIns="45720" rtlCol="0" anchor="ctr" anchorCtr="0">
              <a:spAutoFit/>
            </a:bodyPr>
            <a:lstStyle>
              <a:defPPr>
                <a:defRPr lang="en-US"/>
              </a:defPPr>
              <a:lvl1pPr marR="0" lvl="0" indent="0" algn="ctr" fontAlgn="auto">
                <a:spcBef>
                  <a:spcPts val="0"/>
                </a:spcBef>
                <a:spcAft>
                  <a:spcPts val="0"/>
                </a:spcAft>
                <a:buClrTx/>
                <a:buSzTx/>
                <a:buFontTx/>
                <a:buNone/>
                <a:defRPr kumimoji="0" sz="2400" b="1" i="0" u="none" strike="noStrike" cap="none" spc="0" normalizeH="0" baseline="0">
                  <a:ln>
                    <a:noFill/>
                  </a:ln>
                  <a:gradFill>
                    <a:gsLst>
                      <a:gs pos="0">
                        <a:srgbClr val="0A34BA"/>
                      </a:gs>
                      <a:gs pos="100000">
                        <a:srgbClr val="00256E"/>
                      </a:gs>
                    </a:gsLst>
                    <a:lin ang="2700000" scaled="0"/>
                  </a:gradFill>
                  <a:effectLst/>
                  <a:uLnTx/>
                  <a:uFillTx/>
                  <a:latin typeface="微软雅黑" panose="020B0503020204020204" charset="-122"/>
                  <a:ea typeface="微软雅黑" panose="020B0503020204020204" charset="-122"/>
                </a:defRPr>
              </a:lvl1pPr>
            </a:lstStyle>
            <a:p>
              <a:pPr marL="12700" lvl="0" algn="ctr">
                <a:spcBef>
                  <a:spcPts val="95"/>
                </a:spcBef>
              </a:pPr>
              <a:r>
                <a:rPr lang="zh-CN" altLang="en-US" sz="1800">
                  <a:solidFill>
                    <a:schemeClr val="bg1"/>
                  </a:solidFill>
                  <a:cs typeface="微软雅黑" panose="020B0503020204020204" charset="-122"/>
                  <a:sym typeface="+mn-ea"/>
                </a:rPr>
                <a:t>经济建设功勋奖</a:t>
              </a:r>
              <a:endParaRPr lang="zh-CN" altLang="en-US" sz="1800">
                <a:solidFill>
                  <a:schemeClr val="bg1"/>
                </a:solidFill>
                <a:cs typeface="微软雅黑" panose="020B0503020204020204" charset="-122"/>
                <a:sym typeface="+mn-ea"/>
              </a:endParaRPr>
            </a:p>
          </p:txBody>
        </p:sp>
        <p:grpSp>
          <p:nvGrpSpPr>
            <p:cNvPr id="246" name="组合 245"/>
            <p:cNvGrpSpPr/>
            <p:nvPr/>
          </p:nvGrpSpPr>
          <p:grpSpPr>
            <a:xfrm rot="0">
              <a:off x="13446" y="8992"/>
              <a:ext cx="4575" cy="936"/>
              <a:chOff x="12973" y="715"/>
              <a:chExt cx="5456" cy="1116"/>
            </a:xfrm>
          </p:grpSpPr>
          <p:grpSp>
            <p:nvGrpSpPr>
              <p:cNvPr id="247" name="组合 246"/>
              <p:cNvGrpSpPr/>
              <p:nvPr/>
            </p:nvGrpSpPr>
            <p:grpSpPr>
              <a:xfrm rot="0">
                <a:off x="12973" y="715"/>
                <a:ext cx="622" cy="1116"/>
                <a:chOff x="12505110" y="1875542"/>
                <a:chExt cx="2029933" cy="3642920"/>
              </a:xfrm>
              <a:gradFill>
                <a:gsLst>
                  <a:gs pos="0">
                    <a:srgbClr val="FFCD69">
                      <a:lumMod val="40000"/>
                      <a:lumOff val="60000"/>
                    </a:srgbClr>
                  </a:gs>
                  <a:gs pos="100000">
                    <a:srgbClr val="FFCD69">
                      <a:lumMod val="60000"/>
                      <a:lumOff val="40000"/>
                    </a:srgbClr>
                  </a:gs>
                </a:gsLst>
                <a:lin ang="5400000" scaled="1"/>
              </a:gradFill>
            </p:grpSpPr>
            <p:sp>
              <p:nvSpPr>
                <p:cNvPr id="248" name="任意多边形: 形状 453"/>
                <p:cNvSpPr/>
                <p:nvPr/>
              </p:nvSpPr>
              <p:spPr>
                <a:xfrm>
                  <a:off x="12724094" y="2480178"/>
                  <a:ext cx="1810949" cy="3038284"/>
                </a:xfrm>
                <a:custGeom>
                  <a:avLst/>
                  <a:gdLst>
                    <a:gd name="connsiteX0" fmla="*/ 193566 w 1810949"/>
                    <a:gd name="connsiteY0" fmla="*/ 433763 h 3038284"/>
                    <a:gd name="connsiteX1" fmla="*/ 155466 w 1810949"/>
                    <a:gd name="connsiteY1" fmla="*/ 501962 h 3038284"/>
                    <a:gd name="connsiteX2" fmla="*/ 131653 w 1810949"/>
                    <a:gd name="connsiteY2" fmla="*/ 509011 h 3038284"/>
                    <a:gd name="connsiteX3" fmla="*/ 22020 w 1810949"/>
                    <a:gd name="connsiteY3" fmla="*/ 388329 h 3038284"/>
                    <a:gd name="connsiteX4" fmla="*/ 494 w 1810949"/>
                    <a:gd name="connsiteY4" fmla="*/ 223451 h 3038284"/>
                    <a:gd name="connsiteX5" fmla="*/ 69264 w 1810949"/>
                    <a:gd name="connsiteY5" fmla="*/ 19902 h 3038284"/>
                    <a:gd name="connsiteX6" fmla="*/ 116126 w 1810949"/>
                    <a:gd name="connsiteY6" fmla="*/ 4662 h 3038284"/>
                    <a:gd name="connsiteX7" fmla="*/ 237379 w 1810949"/>
                    <a:gd name="connsiteY7" fmla="*/ 217260 h 3038284"/>
                    <a:gd name="connsiteX8" fmla="*/ 216806 w 1810949"/>
                    <a:gd name="connsiteY8" fmla="*/ 352039 h 3038284"/>
                    <a:gd name="connsiteX9" fmla="*/ 219474 w 1810949"/>
                    <a:gd name="connsiteY9" fmla="*/ 378232 h 3038284"/>
                    <a:gd name="connsiteX10" fmla="*/ 348821 w 1810949"/>
                    <a:gd name="connsiteY10" fmla="*/ 81624 h 3038284"/>
                    <a:gd name="connsiteX11" fmla="*/ 359109 w 1810949"/>
                    <a:gd name="connsiteY11" fmla="*/ 84958 h 3038284"/>
                    <a:gd name="connsiteX12" fmla="*/ 354442 w 1810949"/>
                    <a:gd name="connsiteY12" fmla="*/ 106770 h 3038284"/>
                    <a:gd name="connsiteX13" fmla="*/ 244332 w 1810949"/>
                    <a:gd name="connsiteY13" fmla="*/ 395092 h 3038284"/>
                    <a:gd name="connsiteX14" fmla="*/ 161561 w 1810949"/>
                    <a:gd name="connsiteY14" fmla="*/ 728467 h 3038284"/>
                    <a:gd name="connsiteX15" fmla="*/ 133463 w 1810949"/>
                    <a:gd name="connsiteY15" fmla="*/ 1132136 h 3038284"/>
                    <a:gd name="connsiteX16" fmla="*/ 158989 w 1810949"/>
                    <a:gd name="connsiteY16" fmla="*/ 1401694 h 3038284"/>
                    <a:gd name="connsiteX17" fmla="*/ 225664 w 1810949"/>
                    <a:gd name="connsiteY17" fmla="*/ 1672394 h 3038284"/>
                    <a:gd name="connsiteX18" fmla="*/ 414831 w 1810949"/>
                    <a:gd name="connsiteY18" fmla="*/ 2081302 h 3038284"/>
                    <a:gd name="connsiteX19" fmla="*/ 898034 w 1810949"/>
                    <a:gd name="connsiteY19" fmla="*/ 2589747 h 3038284"/>
                    <a:gd name="connsiteX20" fmla="*/ 1317134 w 1810949"/>
                    <a:gd name="connsiteY20" fmla="*/ 2804250 h 3038284"/>
                    <a:gd name="connsiteX21" fmla="*/ 1777478 w 1810949"/>
                    <a:gd name="connsiteY21" fmla="*/ 2892547 h 3038284"/>
                    <a:gd name="connsiteX22" fmla="*/ 1807672 w 1810949"/>
                    <a:gd name="connsiteY22" fmla="*/ 2925599 h 3038284"/>
                    <a:gd name="connsiteX23" fmla="*/ 1792526 w 1810949"/>
                    <a:gd name="connsiteY23" fmla="*/ 3024278 h 3038284"/>
                    <a:gd name="connsiteX24" fmla="*/ 1768237 w 1810949"/>
                    <a:gd name="connsiteY24" fmla="*/ 3038660 h 3038284"/>
                    <a:gd name="connsiteX25" fmla="*/ 1609647 w 1810949"/>
                    <a:gd name="connsiteY25" fmla="*/ 3020277 h 3038284"/>
                    <a:gd name="connsiteX26" fmla="*/ 1400097 w 1810949"/>
                    <a:gd name="connsiteY26" fmla="*/ 2968080 h 3038284"/>
                    <a:gd name="connsiteX27" fmla="*/ 1127776 w 1810949"/>
                    <a:gd name="connsiteY27" fmla="*/ 2862257 h 3038284"/>
                    <a:gd name="connsiteX28" fmla="*/ 563706 w 1810949"/>
                    <a:gd name="connsiteY28" fmla="*/ 2435728 h 3038284"/>
                    <a:gd name="connsiteX29" fmla="*/ 233284 w 1810949"/>
                    <a:gd name="connsiteY29" fmla="*/ 1910614 h 3038284"/>
                    <a:gd name="connsiteX30" fmla="*/ 110696 w 1810949"/>
                    <a:gd name="connsiteY30" fmla="*/ 1479037 h 3038284"/>
                    <a:gd name="connsiteX31" fmla="*/ 87265 w 1810949"/>
                    <a:gd name="connsiteY31" fmla="*/ 1018122 h 3038284"/>
                    <a:gd name="connsiteX32" fmla="*/ 138988 w 1810949"/>
                    <a:gd name="connsiteY32" fmla="*/ 669221 h 3038284"/>
                    <a:gd name="connsiteX33" fmla="*/ 197470 w 1810949"/>
                    <a:gd name="connsiteY33" fmla="*/ 458338 h 3038284"/>
                    <a:gd name="connsiteX34" fmla="*/ 199565 w 1810949"/>
                    <a:gd name="connsiteY34" fmla="*/ 434239 h 303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0949" h="3038284">
                      <a:moveTo>
                        <a:pt x="193566" y="433763"/>
                      </a:moveTo>
                      <a:cubicBezTo>
                        <a:pt x="180992" y="456718"/>
                        <a:pt x="169563" y="480245"/>
                        <a:pt x="155466" y="501962"/>
                      </a:cubicBezTo>
                      <a:cubicBezTo>
                        <a:pt x="151750" y="507487"/>
                        <a:pt x="135272" y="512154"/>
                        <a:pt x="131653" y="509011"/>
                      </a:cubicBezTo>
                      <a:cubicBezTo>
                        <a:pt x="90123" y="473578"/>
                        <a:pt x="43928" y="442336"/>
                        <a:pt x="22020" y="388329"/>
                      </a:cubicBezTo>
                      <a:cubicBezTo>
                        <a:pt x="685" y="336161"/>
                        <a:pt x="-6745" y="279344"/>
                        <a:pt x="494" y="223451"/>
                      </a:cubicBezTo>
                      <a:cubicBezTo>
                        <a:pt x="9733" y="151728"/>
                        <a:pt x="33164" y="82548"/>
                        <a:pt x="69264" y="19902"/>
                      </a:cubicBezTo>
                      <a:cubicBezTo>
                        <a:pt x="81170" y="-1148"/>
                        <a:pt x="94218" y="-3339"/>
                        <a:pt x="116126" y="4662"/>
                      </a:cubicBezTo>
                      <a:cubicBezTo>
                        <a:pt x="216044" y="41047"/>
                        <a:pt x="236810" y="114009"/>
                        <a:pt x="237379" y="217260"/>
                      </a:cubicBezTo>
                      <a:cubicBezTo>
                        <a:pt x="237379" y="262218"/>
                        <a:pt x="223855" y="307081"/>
                        <a:pt x="216806" y="352039"/>
                      </a:cubicBezTo>
                      <a:cubicBezTo>
                        <a:pt x="215188" y="360840"/>
                        <a:pt x="216044" y="369946"/>
                        <a:pt x="219474" y="378232"/>
                      </a:cubicBezTo>
                      <a:lnTo>
                        <a:pt x="348821" y="81624"/>
                      </a:lnTo>
                      <a:lnTo>
                        <a:pt x="359109" y="84958"/>
                      </a:lnTo>
                      <a:cubicBezTo>
                        <a:pt x="358158" y="92339"/>
                        <a:pt x="356633" y="99636"/>
                        <a:pt x="354442" y="106770"/>
                      </a:cubicBezTo>
                      <a:cubicBezTo>
                        <a:pt x="317486" y="202782"/>
                        <a:pt x="274814" y="297270"/>
                        <a:pt x="244332" y="395092"/>
                      </a:cubicBezTo>
                      <a:cubicBezTo>
                        <a:pt x="210235" y="504534"/>
                        <a:pt x="177657" y="615976"/>
                        <a:pt x="161561" y="728467"/>
                      </a:cubicBezTo>
                      <a:cubicBezTo>
                        <a:pt x="143560" y="862283"/>
                        <a:pt x="134130" y="997119"/>
                        <a:pt x="133463" y="1132136"/>
                      </a:cubicBezTo>
                      <a:cubicBezTo>
                        <a:pt x="133558" y="1222586"/>
                        <a:pt x="142129" y="1312835"/>
                        <a:pt x="158989" y="1401694"/>
                      </a:cubicBezTo>
                      <a:cubicBezTo>
                        <a:pt x="176420" y="1493038"/>
                        <a:pt x="198710" y="1583393"/>
                        <a:pt x="225664" y="1672394"/>
                      </a:cubicBezTo>
                      <a:cubicBezTo>
                        <a:pt x="267289" y="1818317"/>
                        <a:pt x="334915" y="1952810"/>
                        <a:pt x="414831" y="2081302"/>
                      </a:cubicBezTo>
                      <a:cubicBezTo>
                        <a:pt x="539608" y="2281939"/>
                        <a:pt x="704009" y="2454963"/>
                        <a:pt x="898034" y="2589747"/>
                      </a:cubicBezTo>
                      <a:cubicBezTo>
                        <a:pt x="1027194" y="2680172"/>
                        <a:pt x="1168258" y="2752352"/>
                        <a:pt x="1317134" y="2804250"/>
                      </a:cubicBezTo>
                      <a:cubicBezTo>
                        <a:pt x="1465535" y="2855510"/>
                        <a:pt x="1620600" y="2885244"/>
                        <a:pt x="1777478" y="2892547"/>
                      </a:cubicBezTo>
                      <a:cubicBezTo>
                        <a:pt x="1802337" y="2893880"/>
                        <a:pt x="1812244" y="2899881"/>
                        <a:pt x="1807672" y="2925599"/>
                      </a:cubicBezTo>
                      <a:cubicBezTo>
                        <a:pt x="1801861" y="2958365"/>
                        <a:pt x="1799384" y="2992274"/>
                        <a:pt x="1792526" y="3024278"/>
                      </a:cubicBezTo>
                      <a:cubicBezTo>
                        <a:pt x="1787383" y="3032908"/>
                        <a:pt x="1778239" y="3038332"/>
                        <a:pt x="1768237" y="3038660"/>
                      </a:cubicBezTo>
                      <a:cubicBezTo>
                        <a:pt x="1715089" y="3035416"/>
                        <a:pt x="1662130" y="3029279"/>
                        <a:pt x="1609647" y="3020277"/>
                      </a:cubicBezTo>
                      <a:cubicBezTo>
                        <a:pt x="1538781" y="3007341"/>
                        <a:pt x="1468772" y="2989907"/>
                        <a:pt x="1400097" y="2968080"/>
                      </a:cubicBezTo>
                      <a:cubicBezTo>
                        <a:pt x="1307228" y="2938469"/>
                        <a:pt x="1216264" y="2903127"/>
                        <a:pt x="1127776" y="2862257"/>
                      </a:cubicBezTo>
                      <a:cubicBezTo>
                        <a:pt x="913464" y="2758742"/>
                        <a:pt x="721727" y="2613774"/>
                        <a:pt x="563706" y="2435728"/>
                      </a:cubicBezTo>
                      <a:cubicBezTo>
                        <a:pt x="425117" y="2280276"/>
                        <a:pt x="313484" y="2102804"/>
                        <a:pt x="233284" y="1910614"/>
                      </a:cubicBezTo>
                      <a:cubicBezTo>
                        <a:pt x="175753" y="1772016"/>
                        <a:pt x="134604" y="1627179"/>
                        <a:pt x="110696" y="1479037"/>
                      </a:cubicBezTo>
                      <a:cubicBezTo>
                        <a:pt x="85265" y="1326799"/>
                        <a:pt x="77454" y="1172151"/>
                        <a:pt x="87265" y="1018122"/>
                      </a:cubicBezTo>
                      <a:cubicBezTo>
                        <a:pt x="92886" y="900393"/>
                        <a:pt x="110222" y="783512"/>
                        <a:pt x="138988" y="669221"/>
                      </a:cubicBezTo>
                      <a:cubicBezTo>
                        <a:pt x="158038" y="598641"/>
                        <a:pt x="178134" y="528632"/>
                        <a:pt x="197470" y="458338"/>
                      </a:cubicBezTo>
                      <a:cubicBezTo>
                        <a:pt x="198898" y="450384"/>
                        <a:pt x="199565" y="442317"/>
                        <a:pt x="199565" y="43423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49" name="任意多边形: 形状 454"/>
                <p:cNvSpPr/>
                <p:nvPr/>
              </p:nvSpPr>
              <p:spPr>
                <a:xfrm>
                  <a:off x="12719092" y="4637983"/>
                  <a:ext cx="510159" cy="317499"/>
                </a:xfrm>
                <a:custGeom>
                  <a:avLst/>
                  <a:gdLst>
                    <a:gd name="connsiteX0" fmla="*/ 370304 w 510159"/>
                    <a:gd name="connsiteY0" fmla="*/ 317833 h 317499"/>
                    <a:gd name="connsiteX1" fmla="*/ 119796 w 510159"/>
                    <a:gd name="connsiteY1" fmla="*/ 208486 h 317499"/>
                    <a:gd name="connsiteX2" fmla="*/ 10735 w 510159"/>
                    <a:gd name="connsiteY2" fmla="*/ 100187 h 317499"/>
                    <a:gd name="connsiteX3" fmla="*/ 8449 w 510159"/>
                    <a:gd name="connsiteY3" fmla="*/ 47323 h 317499"/>
                    <a:gd name="connsiteX4" fmla="*/ 147227 w 510159"/>
                    <a:gd name="connsiteY4" fmla="*/ 4746 h 317499"/>
                    <a:gd name="connsiteX5" fmla="*/ 331536 w 510159"/>
                    <a:gd name="connsiteY5" fmla="*/ 90471 h 317499"/>
                    <a:gd name="connsiteX6" fmla="*/ 493461 w 510159"/>
                    <a:gd name="connsiteY6" fmla="*/ 220868 h 317499"/>
                    <a:gd name="connsiteX7" fmla="*/ 495747 w 510159"/>
                    <a:gd name="connsiteY7" fmla="*/ 267922 h 317499"/>
                    <a:gd name="connsiteX8" fmla="*/ 370304 w 510159"/>
                    <a:gd name="connsiteY8" fmla="*/ 317833 h 31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159" h="317499">
                      <a:moveTo>
                        <a:pt x="370304" y="317833"/>
                      </a:moveTo>
                      <a:cubicBezTo>
                        <a:pt x="272482" y="314499"/>
                        <a:pt x="191898" y="269446"/>
                        <a:pt x="119796" y="208486"/>
                      </a:cubicBezTo>
                      <a:cubicBezTo>
                        <a:pt x="80838" y="175529"/>
                        <a:pt x="47500" y="135905"/>
                        <a:pt x="10735" y="100187"/>
                      </a:cubicBezTo>
                      <a:cubicBezTo>
                        <a:pt x="-7554" y="82470"/>
                        <a:pt x="-4697" y="65706"/>
                        <a:pt x="8449" y="47323"/>
                      </a:cubicBezTo>
                      <a:cubicBezTo>
                        <a:pt x="37024" y="7794"/>
                        <a:pt x="91126" y="-8113"/>
                        <a:pt x="147227" y="4746"/>
                      </a:cubicBezTo>
                      <a:cubicBezTo>
                        <a:pt x="213902" y="20230"/>
                        <a:pt x="276672" y="49423"/>
                        <a:pt x="331536" y="90471"/>
                      </a:cubicBezTo>
                      <a:cubicBezTo>
                        <a:pt x="387352" y="131524"/>
                        <a:pt x="439265" y="177720"/>
                        <a:pt x="493461" y="220868"/>
                      </a:cubicBezTo>
                      <a:cubicBezTo>
                        <a:pt x="513367" y="236680"/>
                        <a:pt x="511463" y="249443"/>
                        <a:pt x="495747" y="267922"/>
                      </a:cubicBezTo>
                      <a:cubicBezTo>
                        <a:pt x="462219" y="306784"/>
                        <a:pt x="419166" y="318690"/>
                        <a:pt x="370304" y="31783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50" name="任意多边形: 形状 455"/>
                <p:cNvSpPr/>
                <p:nvPr/>
              </p:nvSpPr>
              <p:spPr>
                <a:xfrm>
                  <a:off x="12573644" y="4227251"/>
                  <a:ext cx="452202" cy="379955"/>
                </a:xfrm>
                <a:custGeom>
                  <a:avLst/>
                  <a:gdLst>
                    <a:gd name="connsiteX0" fmla="*/ 377923 w 452202"/>
                    <a:gd name="connsiteY0" fmla="*/ 380331 h 379955"/>
                    <a:gd name="connsiteX1" fmla="*/ 141896 w 452202"/>
                    <a:gd name="connsiteY1" fmla="*/ 267555 h 379955"/>
                    <a:gd name="connsiteX2" fmla="*/ 4830 w 452202"/>
                    <a:gd name="connsiteY2" fmla="*/ 93724 h 379955"/>
                    <a:gd name="connsiteX3" fmla="*/ 61980 w 452202"/>
                    <a:gd name="connsiteY3" fmla="*/ 3331 h 379955"/>
                    <a:gd name="connsiteX4" fmla="*/ 204187 w 452202"/>
                    <a:gd name="connsiteY4" fmla="*/ 39717 h 379955"/>
                    <a:gd name="connsiteX5" fmla="*/ 422121 w 452202"/>
                    <a:gd name="connsiteY5" fmla="*/ 298606 h 379955"/>
                    <a:gd name="connsiteX6" fmla="*/ 443838 w 452202"/>
                    <a:gd name="connsiteY6" fmla="*/ 344898 h 379955"/>
                    <a:gd name="connsiteX7" fmla="*/ 423358 w 452202"/>
                    <a:gd name="connsiteY7" fmla="*/ 378235 h 379955"/>
                    <a:gd name="connsiteX8" fmla="*/ 377923 w 452202"/>
                    <a:gd name="connsiteY8" fmla="*/ 380331 h 379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202" h="379955">
                      <a:moveTo>
                        <a:pt x="377923" y="380331"/>
                      </a:moveTo>
                      <a:cubicBezTo>
                        <a:pt x="287817" y="378712"/>
                        <a:pt x="206473" y="337278"/>
                        <a:pt x="141896" y="267555"/>
                      </a:cubicBezTo>
                      <a:cubicBezTo>
                        <a:pt x="91890" y="213643"/>
                        <a:pt x="48455" y="153255"/>
                        <a:pt x="4830" y="93724"/>
                      </a:cubicBezTo>
                      <a:cubicBezTo>
                        <a:pt x="-17460" y="63434"/>
                        <a:pt x="16450" y="11999"/>
                        <a:pt x="61980" y="3331"/>
                      </a:cubicBezTo>
                      <a:cubicBezTo>
                        <a:pt x="115130" y="-6860"/>
                        <a:pt x="161230" y="10285"/>
                        <a:pt x="204187" y="39717"/>
                      </a:cubicBezTo>
                      <a:cubicBezTo>
                        <a:pt x="300581" y="106392"/>
                        <a:pt x="366970" y="197641"/>
                        <a:pt x="422121" y="298606"/>
                      </a:cubicBezTo>
                      <a:cubicBezTo>
                        <a:pt x="430215" y="313561"/>
                        <a:pt x="436694" y="329467"/>
                        <a:pt x="443838" y="344898"/>
                      </a:cubicBezTo>
                      <a:cubicBezTo>
                        <a:pt x="455458" y="369853"/>
                        <a:pt x="451742" y="376045"/>
                        <a:pt x="423358" y="378235"/>
                      </a:cubicBezTo>
                      <a:cubicBezTo>
                        <a:pt x="410596" y="379283"/>
                        <a:pt x="398213" y="379283"/>
                        <a:pt x="377923" y="38033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51" name="任意多边形: 形状 456"/>
                <p:cNvSpPr/>
                <p:nvPr/>
              </p:nvSpPr>
              <p:spPr>
                <a:xfrm>
                  <a:off x="12505673" y="3364558"/>
                  <a:ext cx="277960" cy="488669"/>
                </a:xfrm>
                <a:custGeom>
                  <a:avLst/>
                  <a:gdLst>
                    <a:gd name="connsiteX0" fmla="*/ 271208 w 277960"/>
                    <a:gd name="connsiteY0" fmla="*/ 488453 h 488669"/>
                    <a:gd name="connsiteX1" fmla="*/ 255681 w 277960"/>
                    <a:gd name="connsiteY1" fmla="*/ 488453 h 488669"/>
                    <a:gd name="connsiteX2" fmla="*/ 39368 w 277960"/>
                    <a:gd name="connsiteY2" fmla="*/ 296714 h 488669"/>
                    <a:gd name="connsiteX3" fmla="*/ -1304 w 277960"/>
                    <a:gd name="connsiteY3" fmla="*/ 29443 h 488669"/>
                    <a:gd name="connsiteX4" fmla="*/ 13461 w 277960"/>
                    <a:gd name="connsiteY4" fmla="*/ 9631 h 488669"/>
                    <a:gd name="connsiteX5" fmla="*/ 157954 w 277960"/>
                    <a:gd name="connsiteY5" fmla="*/ 53255 h 488669"/>
                    <a:gd name="connsiteX6" fmla="*/ 247300 w 277960"/>
                    <a:gd name="connsiteY6" fmla="*/ 229182 h 488669"/>
                    <a:gd name="connsiteX7" fmla="*/ 274066 w 277960"/>
                    <a:gd name="connsiteY7" fmla="*/ 465688 h 488669"/>
                    <a:gd name="connsiteX8" fmla="*/ 271208 w 277960"/>
                    <a:gd name="connsiteY8" fmla="*/ 488453 h 48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960" h="488669">
                      <a:moveTo>
                        <a:pt x="271208" y="488453"/>
                      </a:moveTo>
                      <a:cubicBezTo>
                        <a:pt x="266064" y="489243"/>
                        <a:pt x="260825" y="489243"/>
                        <a:pt x="255681" y="488453"/>
                      </a:cubicBezTo>
                      <a:cubicBezTo>
                        <a:pt x="159003" y="452448"/>
                        <a:pt x="83280" y="396060"/>
                        <a:pt x="39368" y="296714"/>
                      </a:cubicBezTo>
                      <a:cubicBezTo>
                        <a:pt x="1268" y="209846"/>
                        <a:pt x="-4922" y="120978"/>
                        <a:pt x="-1304" y="29443"/>
                      </a:cubicBezTo>
                      <a:cubicBezTo>
                        <a:pt x="317" y="20947"/>
                        <a:pt x="5745" y="13660"/>
                        <a:pt x="13461" y="9631"/>
                      </a:cubicBezTo>
                      <a:cubicBezTo>
                        <a:pt x="58800" y="-11991"/>
                        <a:pt x="116712" y="4964"/>
                        <a:pt x="157954" y="53255"/>
                      </a:cubicBezTo>
                      <a:cubicBezTo>
                        <a:pt x="201770" y="104500"/>
                        <a:pt x="227964" y="164507"/>
                        <a:pt x="247300" y="229182"/>
                      </a:cubicBezTo>
                      <a:cubicBezTo>
                        <a:pt x="270731" y="305687"/>
                        <a:pt x="279875" y="385878"/>
                        <a:pt x="274066" y="465688"/>
                      </a:cubicBezTo>
                      <a:cubicBezTo>
                        <a:pt x="273589" y="472832"/>
                        <a:pt x="272254" y="479975"/>
                        <a:pt x="271208" y="48845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52" name="任意多边形: 形状 457"/>
                <p:cNvSpPr/>
                <p:nvPr/>
              </p:nvSpPr>
              <p:spPr>
                <a:xfrm>
                  <a:off x="12596347" y="2922507"/>
                  <a:ext cx="229687" cy="509521"/>
                </a:xfrm>
                <a:custGeom>
                  <a:avLst/>
                  <a:gdLst>
                    <a:gd name="connsiteX0" fmla="*/ 227490 w 229687"/>
                    <a:gd name="connsiteY0" fmla="*/ 290520 h 509521"/>
                    <a:gd name="connsiteX1" fmla="*/ 207582 w 229687"/>
                    <a:gd name="connsiteY1" fmla="*/ 476448 h 509521"/>
                    <a:gd name="connsiteX2" fmla="*/ 159957 w 229687"/>
                    <a:gd name="connsiteY2" fmla="*/ 502737 h 509521"/>
                    <a:gd name="connsiteX3" fmla="*/ 21940 w 229687"/>
                    <a:gd name="connsiteY3" fmla="*/ 346717 h 509521"/>
                    <a:gd name="connsiteX4" fmla="*/ 11655 w 229687"/>
                    <a:gd name="connsiteY4" fmla="*/ 48299 h 509521"/>
                    <a:gd name="connsiteX5" fmla="*/ 112904 w 229687"/>
                    <a:gd name="connsiteY5" fmla="*/ 11437 h 509521"/>
                    <a:gd name="connsiteX6" fmla="*/ 195392 w 229687"/>
                    <a:gd name="connsiteY6" fmla="*/ 118593 h 509521"/>
                    <a:gd name="connsiteX7" fmla="*/ 227490 w 229687"/>
                    <a:gd name="connsiteY7" fmla="*/ 290520 h 509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87" h="509521">
                      <a:moveTo>
                        <a:pt x="227490" y="290520"/>
                      </a:moveTo>
                      <a:cubicBezTo>
                        <a:pt x="219679" y="365196"/>
                        <a:pt x="215203" y="421012"/>
                        <a:pt x="207582" y="476448"/>
                      </a:cubicBezTo>
                      <a:cubicBezTo>
                        <a:pt x="202631" y="512833"/>
                        <a:pt x="193676" y="515976"/>
                        <a:pt x="159957" y="502737"/>
                      </a:cubicBezTo>
                      <a:cubicBezTo>
                        <a:pt x="87378" y="474162"/>
                        <a:pt x="46420" y="418440"/>
                        <a:pt x="21940" y="346717"/>
                      </a:cubicBezTo>
                      <a:cubicBezTo>
                        <a:pt x="-11681" y="248038"/>
                        <a:pt x="-5300" y="148311"/>
                        <a:pt x="11655" y="48299"/>
                      </a:cubicBezTo>
                      <a:cubicBezTo>
                        <a:pt x="19180" y="3531"/>
                        <a:pt x="66042" y="-12470"/>
                        <a:pt x="112904" y="11437"/>
                      </a:cubicBezTo>
                      <a:cubicBezTo>
                        <a:pt x="154911" y="33164"/>
                        <a:pt x="185105" y="72416"/>
                        <a:pt x="195392" y="118593"/>
                      </a:cubicBezTo>
                      <a:cubicBezTo>
                        <a:pt x="211012" y="180696"/>
                        <a:pt x="219300" y="244704"/>
                        <a:pt x="227490" y="29052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53" name="任意多边形: 形状 458"/>
                <p:cNvSpPr/>
                <p:nvPr/>
              </p:nvSpPr>
              <p:spPr>
                <a:xfrm>
                  <a:off x="12505110" y="3811358"/>
                  <a:ext cx="348383" cy="420373"/>
                </a:xfrm>
                <a:custGeom>
                  <a:avLst/>
                  <a:gdLst>
                    <a:gd name="connsiteX0" fmla="*/ 79745 w 348383"/>
                    <a:gd name="connsiteY0" fmla="*/ 410 h 420373"/>
                    <a:gd name="connsiteX1" fmla="*/ 214811 w 348383"/>
                    <a:gd name="connsiteY1" fmla="*/ 80039 h 420373"/>
                    <a:gd name="connsiteX2" fmla="*/ 333683 w 348383"/>
                    <a:gd name="connsiteY2" fmla="*/ 329022 h 420373"/>
                    <a:gd name="connsiteX3" fmla="*/ 345589 w 348383"/>
                    <a:gd name="connsiteY3" fmla="*/ 399031 h 420373"/>
                    <a:gd name="connsiteX4" fmla="*/ 320823 w 348383"/>
                    <a:gd name="connsiteY4" fmla="*/ 419986 h 420373"/>
                    <a:gd name="connsiteX5" fmla="*/ 42503 w 348383"/>
                    <a:gd name="connsiteY5" fmla="*/ 195958 h 420373"/>
                    <a:gd name="connsiteX6" fmla="*/ 4403 w 348383"/>
                    <a:gd name="connsiteY6" fmla="*/ 85944 h 420373"/>
                    <a:gd name="connsiteX7" fmla="*/ 58504 w 348383"/>
                    <a:gd name="connsiteY7" fmla="*/ 1839 h 420373"/>
                    <a:gd name="connsiteX8" fmla="*/ 79745 w 348383"/>
                    <a:gd name="connsiteY8" fmla="*/ 410 h 42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383" h="420373">
                      <a:moveTo>
                        <a:pt x="79745" y="410"/>
                      </a:moveTo>
                      <a:cubicBezTo>
                        <a:pt x="135467" y="3839"/>
                        <a:pt x="178806" y="36605"/>
                        <a:pt x="214811" y="80039"/>
                      </a:cubicBezTo>
                      <a:cubicBezTo>
                        <a:pt x="274056" y="152172"/>
                        <a:pt x="314823" y="237621"/>
                        <a:pt x="333683" y="329022"/>
                      </a:cubicBezTo>
                      <a:cubicBezTo>
                        <a:pt x="338636" y="352168"/>
                        <a:pt x="342064" y="375600"/>
                        <a:pt x="345589" y="399031"/>
                      </a:cubicBezTo>
                      <a:cubicBezTo>
                        <a:pt x="348638" y="418938"/>
                        <a:pt x="339968" y="422653"/>
                        <a:pt x="320823" y="419986"/>
                      </a:cubicBezTo>
                      <a:cubicBezTo>
                        <a:pt x="182806" y="400936"/>
                        <a:pt x="95462" y="319497"/>
                        <a:pt x="42503" y="195958"/>
                      </a:cubicBezTo>
                      <a:cubicBezTo>
                        <a:pt x="26787" y="160420"/>
                        <a:pt x="14023" y="123616"/>
                        <a:pt x="4403" y="85944"/>
                      </a:cubicBezTo>
                      <a:cubicBezTo>
                        <a:pt x="-11027" y="21841"/>
                        <a:pt x="-1883" y="19269"/>
                        <a:pt x="58504" y="1839"/>
                      </a:cubicBezTo>
                      <a:cubicBezTo>
                        <a:pt x="65552" y="715"/>
                        <a:pt x="72601" y="238"/>
                        <a:pt x="79745" y="4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54" name="任意多边形: 形状 459"/>
                <p:cNvSpPr/>
                <p:nvPr/>
              </p:nvSpPr>
              <p:spPr>
                <a:xfrm>
                  <a:off x="12919349" y="2103840"/>
                  <a:ext cx="274161" cy="458499"/>
                </a:xfrm>
                <a:custGeom>
                  <a:avLst/>
                  <a:gdLst>
                    <a:gd name="connsiteX0" fmla="*/ 271964 w 274161"/>
                    <a:gd name="connsiteY0" fmla="*/ 116110 h 458499"/>
                    <a:gd name="connsiteX1" fmla="*/ 201099 w 274161"/>
                    <a:gd name="connsiteY1" fmla="*/ 319088 h 458499"/>
                    <a:gd name="connsiteX2" fmla="*/ 109753 w 274161"/>
                    <a:gd name="connsiteY2" fmla="*/ 445866 h 458499"/>
                    <a:gd name="connsiteX3" fmla="*/ 71653 w 274161"/>
                    <a:gd name="connsiteY3" fmla="*/ 451009 h 458499"/>
                    <a:gd name="connsiteX4" fmla="*/ 9169 w 274161"/>
                    <a:gd name="connsiteY4" fmla="*/ 238030 h 458499"/>
                    <a:gd name="connsiteX5" fmla="*/ 120420 w 274161"/>
                    <a:gd name="connsiteY5" fmla="*/ 34672 h 458499"/>
                    <a:gd name="connsiteX6" fmla="*/ 228148 w 274161"/>
                    <a:gd name="connsiteY6" fmla="*/ 19812 h 458499"/>
                    <a:gd name="connsiteX7" fmla="*/ 271964 w 274161"/>
                    <a:gd name="connsiteY7" fmla="*/ 116110 h 458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161" h="458499">
                      <a:moveTo>
                        <a:pt x="271964" y="116110"/>
                      </a:moveTo>
                      <a:cubicBezTo>
                        <a:pt x="268820" y="189643"/>
                        <a:pt x="241008" y="256985"/>
                        <a:pt x="201099" y="319088"/>
                      </a:cubicBezTo>
                      <a:cubicBezTo>
                        <a:pt x="172998" y="362903"/>
                        <a:pt x="139947" y="403479"/>
                        <a:pt x="109753" y="445866"/>
                      </a:cubicBezTo>
                      <a:cubicBezTo>
                        <a:pt x="98324" y="461868"/>
                        <a:pt x="88513" y="462534"/>
                        <a:pt x="71653" y="451009"/>
                      </a:cubicBezTo>
                      <a:cubicBezTo>
                        <a:pt x="-5596" y="396622"/>
                        <a:pt x="-14072" y="327184"/>
                        <a:pt x="9169" y="238030"/>
                      </a:cubicBezTo>
                      <a:cubicBezTo>
                        <a:pt x="29363" y="161830"/>
                        <a:pt x="72986" y="96679"/>
                        <a:pt x="120420" y="34672"/>
                      </a:cubicBezTo>
                      <a:cubicBezTo>
                        <a:pt x="151567" y="-6000"/>
                        <a:pt x="185858" y="-9906"/>
                        <a:pt x="228148" y="19812"/>
                      </a:cubicBezTo>
                      <a:cubicBezTo>
                        <a:pt x="257391" y="40101"/>
                        <a:pt x="271678" y="71248"/>
                        <a:pt x="271964" y="1161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55" name="任意多边形: 形状 460"/>
                <p:cNvSpPr/>
                <p:nvPr/>
              </p:nvSpPr>
              <p:spPr>
                <a:xfrm>
                  <a:off x="13079534" y="4996405"/>
                  <a:ext cx="411321" cy="250958"/>
                </a:xfrm>
                <a:custGeom>
                  <a:avLst/>
                  <a:gdLst>
                    <a:gd name="connsiteX0" fmla="*/ 262179 w 411321"/>
                    <a:gd name="connsiteY0" fmla="*/ 251257 h 250958"/>
                    <a:gd name="connsiteX1" fmla="*/ 75774 w 411321"/>
                    <a:gd name="connsiteY1" fmla="*/ 184582 h 250958"/>
                    <a:gd name="connsiteX2" fmla="*/ 44818 w 411321"/>
                    <a:gd name="connsiteY2" fmla="*/ 164674 h 250958"/>
                    <a:gd name="connsiteX3" fmla="*/ 3574 w 411321"/>
                    <a:gd name="connsiteY3" fmla="*/ 66853 h 250958"/>
                    <a:gd name="connsiteX4" fmla="*/ 88348 w 411321"/>
                    <a:gd name="connsiteY4" fmla="*/ 1511 h 250958"/>
                    <a:gd name="connsiteX5" fmla="*/ 278848 w 411321"/>
                    <a:gd name="connsiteY5" fmla="*/ 50374 h 250958"/>
                    <a:gd name="connsiteX6" fmla="*/ 392004 w 411321"/>
                    <a:gd name="connsiteY6" fmla="*/ 121050 h 250958"/>
                    <a:gd name="connsiteX7" fmla="*/ 404673 w 411321"/>
                    <a:gd name="connsiteY7" fmla="*/ 167722 h 250958"/>
                    <a:gd name="connsiteX8" fmla="*/ 262179 w 411321"/>
                    <a:gd name="connsiteY8" fmla="*/ 251257 h 25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321" h="250958">
                      <a:moveTo>
                        <a:pt x="262179" y="251257"/>
                      </a:moveTo>
                      <a:cubicBezTo>
                        <a:pt x="194837" y="252590"/>
                        <a:pt x="135496" y="218014"/>
                        <a:pt x="75774" y="184582"/>
                      </a:cubicBezTo>
                      <a:cubicBezTo>
                        <a:pt x="65105" y="178581"/>
                        <a:pt x="55106" y="171342"/>
                        <a:pt x="44818" y="164674"/>
                      </a:cubicBezTo>
                      <a:cubicBezTo>
                        <a:pt x="-3474" y="133432"/>
                        <a:pt x="-9000" y="120288"/>
                        <a:pt x="3574" y="66853"/>
                      </a:cubicBezTo>
                      <a:cubicBezTo>
                        <a:pt x="11290" y="33706"/>
                        <a:pt x="48532" y="5416"/>
                        <a:pt x="88348" y="1511"/>
                      </a:cubicBezTo>
                      <a:cubicBezTo>
                        <a:pt x="157595" y="-5156"/>
                        <a:pt x="219507" y="18370"/>
                        <a:pt x="278848" y="50374"/>
                      </a:cubicBezTo>
                      <a:cubicBezTo>
                        <a:pt x="317899" y="71520"/>
                        <a:pt x="354285" y="97428"/>
                        <a:pt x="392004" y="121050"/>
                      </a:cubicBezTo>
                      <a:cubicBezTo>
                        <a:pt x="411054" y="132861"/>
                        <a:pt x="412482" y="148577"/>
                        <a:pt x="404673" y="167722"/>
                      </a:cubicBezTo>
                      <a:cubicBezTo>
                        <a:pt x="380193" y="226396"/>
                        <a:pt x="336568" y="252971"/>
                        <a:pt x="262179" y="25125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56" name="任意多边形: 形状 461"/>
                <p:cNvSpPr/>
                <p:nvPr/>
              </p:nvSpPr>
              <p:spPr>
                <a:xfrm>
                  <a:off x="13233545" y="1875542"/>
                  <a:ext cx="331376" cy="375345"/>
                </a:xfrm>
                <a:custGeom>
                  <a:avLst/>
                  <a:gdLst>
                    <a:gd name="connsiteX0" fmla="*/ 329052 w 331376"/>
                    <a:gd name="connsiteY0" fmla="*/ 66183 h 375345"/>
                    <a:gd name="connsiteX1" fmla="*/ 280379 w 331376"/>
                    <a:gd name="connsiteY1" fmla="*/ 190008 h 375345"/>
                    <a:gd name="connsiteX2" fmla="*/ 55781 w 331376"/>
                    <a:gd name="connsiteY2" fmla="*/ 370983 h 375345"/>
                    <a:gd name="connsiteX3" fmla="*/ 19871 w 331376"/>
                    <a:gd name="connsiteY3" fmla="*/ 361458 h 375345"/>
                    <a:gd name="connsiteX4" fmla="*/ 16250 w 331376"/>
                    <a:gd name="connsiteY4" fmla="*/ 217916 h 375345"/>
                    <a:gd name="connsiteX5" fmla="*/ 221705 w 331376"/>
                    <a:gd name="connsiteY5" fmla="*/ 23796 h 375345"/>
                    <a:gd name="connsiteX6" fmla="*/ 246564 w 331376"/>
                    <a:gd name="connsiteY6" fmla="*/ 9985 h 375345"/>
                    <a:gd name="connsiteX7" fmla="*/ 329052 w 331376"/>
                    <a:gd name="connsiteY7" fmla="*/ 60182 h 375345"/>
                    <a:gd name="connsiteX8" fmla="*/ 329052 w 331376"/>
                    <a:gd name="connsiteY8" fmla="*/ 66183 h 37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376" h="375345">
                      <a:moveTo>
                        <a:pt x="329052" y="66183"/>
                      </a:moveTo>
                      <a:cubicBezTo>
                        <a:pt x="330099" y="119808"/>
                        <a:pt x="306382" y="155908"/>
                        <a:pt x="280379" y="190008"/>
                      </a:cubicBezTo>
                      <a:cubicBezTo>
                        <a:pt x="220371" y="268208"/>
                        <a:pt x="140076" y="322119"/>
                        <a:pt x="55781" y="370983"/>
                      </a:cubicBezTo>
                      <a:cubicBezTo>
                        <a:pt x="41207" y="379364"/>
                        <a:pt x="30061" y="376888"/>
                        <a:pt x="19871" y="361458"/>
                      </a:cubicBezTo>
                      <a:cubicBezTo>
                        <a:pt x="-11657" y="313833"/>
                        <a:pt x="-6227" y="265731"/>
                        <a:pt x="16250" y="217916"/>
                      </a:cubicBezTo>
                      <a:cubicBezTo>
                        <a:pt x="59113" y="126571"/>
                        <a:pt x="137790" y="72183"/>
                        <a:pt x="221705" y="23796"/>
                      </a:cubicBezTo>
                      <a:cubicBezTo>
                        <a:pt x="229896" y="19129"/>
                        <a:pt x="238088" y="14271"/>
                        <a:pt x="246564" y="9985"/>
                      </a:cubicBezTo>
                      <a:cubicBezTo>
                        <a:pt x="292762" y="-13351"/>
                        <a:pt x="325718" y="6746"/>
                        <a:pt x="329052" y="60182"/>
                      </a:cubicBezTo>
                      <a:cubicBezTo>
                        <a:pt x="329338" y="64563"/>
                        <a:pt x="329052" y="69326"/>
                        <a:pt x="329052" y="6618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57" name="任意多边形: 形状 462"/>
                <p:cNvSpPr/>
                <p:nvPr/>
              </p:nvSpPr>
              <p:spPr>
                <a:xfrm>
                  <a:off x="12933210" y="3710332"/>
                  <a:ext cx="215577" cy="466153"/>
                </a:xfrm>
                <a:custGeom>
                  <a:avLst/>
                  <a:gdLst>
                    <a:gd name="connsiteX0" fmla="*/ 71126 w 215577"/>
                    <a:gd name="connsiteY0" fmla="*/ 466529 h 466153"/>
                    <a:gd name="connsiteX1" fmla="*/ 8453 w 215577"/>
                    <a:gd name="connsiteY1" fmla="*/ 342704 h 466153"/>
                    <a:gd name="connsiteX2" fmla="*/ 35598 w 215577"/>
                    <a:gd name="connsiteY2" fmla="*/ 96293 h 466153"/>
                    <a:gd name="connsiteX3" fmla="*/ 179235 w 215577"/>
                    <a:gd name="connsiteY3" fmla="*/ 376 h 466153"/>
                    <a:gd name="connsiteX4" fmla="*/ 212668 w 215577"/>
                    <a:gd name="connsiteY4" fmla="*/ 36952 h 466153"/>
                    <a:gd name="connsiteX5" fmla="*/ 178568 w 215577"/>
                    <a:gd name="connsiteY5" fmla="*/ 267171 h 466153"/>
                    <a:gd name="connsiteX6" fmla="*/ 71126 w 215577"/>
                    <a:gd name="connsiteY6" fmla="*/ 466529 h 4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577" h="466153">
                      <a:moveTo>
                        <a:pt x="71126" y="466529"/>
                      </a:moveTo>
                      <a:cubicBezTo>
                        <a:pt x="38837" y="432115"/>
                        <a:pt x="17024" y="389139"/>
                        <a:pt x="8453" y="342704"/>
                      </a:cubicBezTo>
                      <a:cubicBezTo>
                        <a:pt x="-9551" y="258218"/>
                        <a:pt x="-7360" y="174112"/>
                        <a:pt x="35598" y="96293"/>
                      </a:cubicBezTo>
                      <a:cubicBezTo>
                        <a:pt x="66363" y="40571"/>
                        <a:pt x="110370" y="1043"/>
                        <a:pt x="179235" y="376"/>
                      </a:cubicBezTo>
                      <a:cubicBezTo>
                        <a:pt x="204285" y="376"/>
                        <a:pt x="216573" y="10568"/>
                        <a:pt x="212668" y="36952"/>
                      </a:cubicBezTo>
                      <a:cubicBezTo>
                        <a:pt x="201525" y="113723"/>
                        <a:pt x="194665" y="191447"/>
                        <a:pt x="178568" y="267171"/>
                      </a:cubicBezTo>
                      <a:cubicBezTo>
                        <a:pt x="162853" y="341276"/>
                        <a:pt x="120750" y="403950"/>
                        <a:pt x="71126" y="46652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58" name="任意多边形: 形状 466"/>
                <p:cNvSpPr/>
                <p:nvPr/>
              </p:nvSpPr>
              <p:spPr>
                <a:xfrm>
                  <a:off x="12991627" y="2600764"/>
                  <a:ext cx="374631" cy="342453"/>
                </a:xfrm>
                <a:custGeom>
                  <a:avLst/>
                  <a:gdLst>
                    <a:gd name="connsiteX0" fmla="*/ 290173 w 374631"/>
                    <a:gd name="connsiteY0" fmla="*/ 376 h 342453"/>
                    <a:gd name="connsiteX1" fmla="*/ 354658 w 374631"/>
                    <a:gd name="connsiteY1" fmla="*/ 19426 h 342453"/>
                    <a:gd name="connsiteX2" fmla="*/ 366278 w 374631"/>
                    <a:gd name="connsiteY2" fmla="*/ 55050 h 342453"/>
                    <a:gd name="connsiteX3" fmla="*/ 63669 w 374631"/>
                    <a:gd name="connsiteY3" fmla="*/ 329369 h 342453"/>
                    <a:gd name="connsiteX4" fmla="*/ 4805 w 374631"/>
                    <a:gd name="connsiteY4" fmla="*/ 281744 h 342453"/>
                    <a:gd name="connsiteX5" fmla="*/ 235214 w 374631"/>
                    <a:gd name="connsiteY5" fmla="*/ 10853 h 342453"/>
                    <a:gd name="connsiteX6" fmla="*/ 249215 w 374631"/>
                    <a:gd name="connsiteY6" fmla="*/ 8091 h 342453"/>
                    <a:gd name="connsiteX7" fmla="*/ 288934 w 374631"/>
                    <a:gd name="connsiteY7" fmla="*/ 4281 h 342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631" h="342453">
                      <a:moveTo>
                        <a:pt x="290173" y="376"/>
                      </a:moveTo>
                      <a:cubicBezTo>
                        <a:pt x="311700" y="6567"/>
                        <a:pt x="333227" y="12568"/>
                        <a:pt x="354658" y="19426"/>
                      </a:cubicBezTo>
                      <a:cubicBezTo>
                        <a:pt x="376089" y="26284"/>
                        <a:pt x="375708" y="40286"/>
                        <a:pt x="366278" y="55050"/>
                      </a:cubicBezTo>
                      <a:cubicBezTo>
                        <a:pt x="290078" y="173731"/>
                        <a:pt x="206258" y="283650"/>
                        <a:pt x="63669" y="329369"/>
                      </a:cubicBezTo>
                      <a:cubicBezTo>
                        <a:pt x="-6150" y="351848"/>
                        <a:pt x="-9959" y="352420"/>
                        <a:pt x="4805" y="281744"/>
                      </a:cubicBezTo>
                      <a:cubicBezTo>
                        <a:pt x="32140" y="151061"/>
                        <a:pt x="109580" y="59907"/>
                        <a:pt x="235214" y="10853"/>
                      </a:cubicBezTo>
                      <a:cubicBezTo>
                        <a:pt x="239786" y="9349"/>
                        <a:pt x="244453" y="8424"/>
                        <a:pt x="249215" y="8091"/>
                      </a:cubicBezTo>
                      <a:cubicBezTo>
                        <a:pt x="262359" y="6662"/>
                        <a:pt x="275695" y="5519"/>
                        <a:pt x="288934" y="428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59" name="任意多边形: 形状 63"/>
                <p:cNvSpPr/>
                <p:nvPr/>
              </p:nvSpPr>
              <p:spPr>
                <a:xfrm>
                  <a:off x="12896438" y="2957334"/>
                  <a:ext cx="306433" cy="392571"/>
                </a:xfrm>
                <a:custGeom>
                  <a:avLst/>
                  <a:gdLst>
                    <a:gd name="connsiteX0" fmla="*/ 14364 w 306433"/>
                    <a:gd name="connsiteY0" fmla="*/ 392947 h 392571"/>
                    <a:gd name="connsiteX1" fmla="*/ 1027 w 306433"/>
                    <a:gd name="connsiteY1" fmla="*/ 351514 h 392571"/>
                    <a:gd name="connsiteX2" fmla="*/ 194671 w 306433"/>
                    <a:gd name="connsiteY2" fmla="*/ 6804 h 392571"/>
                    <a:gd name="connsiteX3" fmla="*/ 293065 w 306433"/>
                    <a:gd name="connsiteY3" fmla="*/ 1565 h 392571"/>
                    <a:gd name="connsiteX4" fmla="*/ 303923 w 306433"/>
                    <a:gd name="connsiteY4" fmla="*/ 30140 h 392571"/>
                    <a:gd name="connsiteX5" fmla="*/ 208673 w 306433"/>
                    <a:gd name="connsiteY5" fmla="*/ 231880 h 392571"/>
                    <a:gd name="connsiteX6" fmla="*/ 14364 w 306433"/>
                    <a:gd name="connsiteY6" fmla="*/ 392947 h 39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6433" h="392571">
                      <a:moveTo>
                        <a:pt x="14364" y="392947"/>
                      </a:moveTo>
                      <a:cubicBezTo>
                        <a:pt x="8934" y="379460"/>
                        <a:pt x="4457" y="365620"/>
                        <a:pt x="1027" y="351514"/>
                      </a:cubicBezTo>
                      <a:cubicBezTo>
                        <a:pt x="-20499" y="225974"/>
                        <a:pt x="68179" y="47952"/>
                        <a:pt x="194671" y="6804"/>
                      </a:cubicBezTo>
                      <a:cubicBezTo>
                        <a:pt x="224960" y="-2721"/>
                        <a:pt x="260107" y="994"/>
                        <a:pt x="293065" y="1565"/>
                      </a:cubicBezTo>
                      <a:cubicBezTo>
                        <a:pt x="297065" y="1565"/>
                        <a:pt x="306018" y="21377"/>
                        <a:pt x="303923" y="30140"/>
                      </a:cubicBezTo>
                      <a:cubicBezTo>
                        <a:pt x="284873" y="103292"/>
                        <a:pt x="250203" y="169015"/>
                        <a:pt x="208673" y="231880"/>
                      </a:cubicBezTo>
                      <a:cubicBezTo>
                        <a:pt x="160571" y="302936"/>
                        <a:pt x="86943" y="341227"/>
                        <a:pt x="14364" y="39294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60" name="任意多边形: 形状 64"/>
                <p:cNvSpPr/>
                <p:nvPr/>
              </p:nvSpPr>
              <p:spPr>
                <a:xfrm>
                  <a:off x="13139120" y="2234852"/>
                  <a:ext cx="374959" cy="357217"/>
                </a:xfrm>
                <a:custGeom>
                  <a:avLst/>
                  <a:gdLst>
                    <a:gd name="connsiteX0" fmla="*/ -2099 w 374959"/>
                    <a:gd name="connsiteY0" fmla="*/ 326664 h 357217"/>
                    <a:gd name="connsiteX1" fmla="*/ 154206 w 374959"/>
                    <a:gd name="connsiteY1" fmla="*/ 69489 h 357217"/>
                    <a:gd name="connsiteX2" fmla="*/ 343848 w 374959"/>
                    <a:gd name="connsiteY2" fmla="*/ 814 h 357217"/>
                    <a:gd name="connsiteX3" fmla="*/ 366995 w 374959"/>
                    <a:gd name="connsiteY3" fmla="*/ 32723 h 357217"/>
                    <a:gd name="connsiteX4" fmla="*/ 23046 w 374959"/>
                    <a:gd name="connsiteY4" fmla="*/ 354763 h 357217"/>
                    <a:gd name="connsiteX5" fmla="*/ -2099 w 374959"/>
                    <a:gd name="connsiteY5" fmla="*/ 326664 h 35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959" h="357217">
                      <a:moveTo>
                        <a:pt x="-2099" y="326664"/>
                      </a:moveTo>
                      <a:cubicBezTo>
                        <a:pt x="7426" y="221889"/>
                        <a:pt x="64576" y="136164"/>
                        <a:pt x="154206" y="69489"/>
                      </a:cubicBezTo>
                      <a:cubicBezTo>
                        <a:pt x="209356" y="28570"/>
                        <a:pt x="275268" y="4691"/>
                        <a:pt x="343848" y="814"/>
                      </a:cubicBezTo>
                      <a:cubicBezTo>
                        <a:pt x="374899" y="-1377"/>
                        <a:pt x="377948" y="3957"/>
                        <a:pt x="366995" y="32723"/>
                      </a:cubicBezTo>
                      <a:cubicBezTo>
                        <a:pt x="304796" y="195981"/>
                        <a:pt x="187257" y="300470"/>
                        <a:pt x="23046" y="354763"/>
                      </a:cubicBezTo>
                      <a:cubicBezTo>
                        <a:pt x="2759" y="361907"/>
                        <a:pt x="-3052" y="356573"/>
                        <a:pt x="-2099" y="32666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61" name="任意多边形: 形状 65"/>
                <p:cNvSpPr/>
                <p:nvPr/>
              </p:nvSpPr>
              <p:spPr>
                <a:xfrm>
                  <a:off x="13039047" y="4065476"/>
                  <a:ext cx="201524" cy="412094"/>
                </a:xfrm>
                <a:custGeom>
                  <a:avLst/>
                  <a:gdLst>
                    <a:gd name="connsiteX0" fmla="*/ 95211 w 201524"/>
                    <a:gd name="connsiteY0" fmla="*/ 412470 h 412094"/>
                    <a:gd name="connsiteX1" fmla="*/ 16153 w 201524"/>
                    <a:gd name="connsiteY1" fmla="*/ 299789 h 412094"/>
                    <a:gd name="connsiteX2" fmla="*/ 1579 w 201524"/>
                    <a:gd name="connsiteY2" fmla="*/ 139483 h 412094"/>
                    <a:gd name="connsiteX3" fmla="*/ 120928 w 201524"/>
                    <a:gd name="connsiteY3" fmla="*/ 704 h 412094"/>
                    <a:gd name="connsiteX4" fmla="*/ 187603 w 201524"/>
                    <a:gd name="connsiteY4" fmla="*/ 8229 h 412094"/>
                    <a:gd name="connsiteX5" fmla="*/ 199319 w 201524"/>
                    <a:gd name="connsiteY5" fmla="*/ 30708 h 412094"/>
                    <a:gd name="connsiteX6" fmla="*/ 187508 w 201524"/>
                    <a:gd name="connsiteY6" fmla="*/ 240925 h 412094"/>
                    <a:gd name="connsiteX7" fmla="*/ 159600 w 201524"/>
                    <a:gd name="connsiteY7" fmla="*/ 314934 h 412094"/>
                    <a:gd name="connsiteX8" fmla="*/ 95211 w 201524"/>
                    <a:gd name="connsiteY8" fmla="*/ 412470 h 41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524" h="412094">
                      <a:moveTo>
                        <a:pt x="95211" y="412470"/>
                      </a:moveTo>
                      <a:cubicBezTo>
                        <a:pt x="58443" y="383438"/>
                        <a:pt x="30917" y="344261"/>
                        <a:pt x="16153" y="299789"/>
                      </a:cubicBezTo>
                      <a:cubicBezTo>
                        <a:pt x="-1565" y="248307"/>
                        <a:pt x="-6518" y="193309"/>
                        <a:pt x="1579" y="139483"/>
                      </a:cubicBezTo>
                      <a:cubicBezTo>
                        <a:pt x="8342" y="87763"/>
                        <a:pt x="46442" y="10039"/>
                        <a:pt x="120928" y="704"/>
                      </a:cubicBezTo>
                      <a:cubicBezTo>
                        <a:pt x="143406" y="-591"/>
                        <a:pt x="165981" y="1952"/>
                        <a:pt x="187603" y="8229"/>
                      </a:cubicBezTo>
                      <a:cubicBezTo>
                        <a:pt x="193128" y="9467"/>
                        <a:pt x="199605" y="23088"/>
                        <a:pt x="199319" y="30708"/>
                      </a:cubicBezTo>
                      <a:cubicBezTo>
                        <a:pt x="196556" y="100907"/>
                        <a:pt x="194461" y="171202"/>
                        <a:pt x="187508" y="240925"/>
                      </a:cubicBezTo>
                      <a:cubicBezTo>
                        <a:pt x="183222" y="267195"/>
                        <a:pt x="173697" y="292350"/>
                        <a:pt x="159600" y="314934"/>
                      </a:cubicBezTo>
                      <a:cubicBezTo>
                        <a:pt x="140931" y="347795"/>
                        <a:pt x="118165" y="378180"/>
                        <a:pt x="95211" y="4124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62" name="任意多边形: 形状 69"/>
                <p:cNvSpPr/>
                <p:nvPr/>
              </p:nvSpPr>
              <p:spPr>
                <a:xfrm>
                  <a:off x="13394067" y="4617829"/>
                  <a:ext cx="225782" cy="377282"/>
                </a:xfrm>
                <a:custGeom>
                  <a:avLst/>
                  <a:gdLst>
                    <a:gd name="connsiteX0" fmla="*/ 223586 w 225782"/>
                    <a:gd name="connsiteY0" fmla="*/ 243974 h 377282"/>
                    <a:gd name="connsiteX1" fmla="*/ 193390 w 225782"/>
                    <a:gd name="connsiteY1" fmla="*/ 372657 h 377282"/>
                    <a:gd name="connsiteX2" fmla="*/ 164815 w 225782"/>
                    <a:gd name="connsiteY2" fmla="*/ 376182 h 377282"/>
                    <a:gd name="connsiteX3" fmla="*/ 21940 w 225782"/>
                    <a:gd name="connsiteY3" fmla="*/ 236450 h 377282"/>
                    <a:gd name="connsiteX4" fmla="*/ 5843 w 225782"/>
                    <a:gd name="connsiteY4" fmla="*/ 90527 h 377282"/>
                    <a:gd name="connsiteX5" fmla="*/ 124524 w 225782"/>
                    <a:gd name="connsiteY5" fmla="*/ 420 h 377282"/>
                    <a:gd name="connsiteX6" fmla="*/ 148146 w 225782"/>
                    <a:gd name="connsiteY6" fmla="*/ 12327 h 377282"/>
                    <a:gd name="connsiteX7" fmla="*/ 223586 w 225782"/>
                    <a:gd name="connsiteY7" fmla="*/ 243974 h 37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82" h="377282">
                      <a:moveTo>
                        <a:pt x="223586" y="243974"/>
                      </a:moveTo>
                      <a:cubicBezTo>
                        <a:pt x="215298" y="280741"/>
                        <a:pt x="205582" y="327033"/>
                        <a:pt x="193390" y="372657"/>
                      </a:cubicBezTo>
                      <a:cubicBezTo>
                        <a:pt x="192439" y="376277"/>
                        <a:pt x="172721" y="379706"/>
                        <a:pt x="164815" y="376182"/>
                      </a:cubicBezTo>
                      <a:cubicBezTo>
                        <a:pt x="101474" y="348922"/>
                        <a:pt x="50610" y="299124"/>
                        <a:pt x="21940" y="236450"/>
                      </a:cubicBezTo>
                      <a:cubicBezTo>
                        <a:pt x="318" y="190158"/>
                        <a:pt x="-10826" y="142533"/>
                        <a:pt x="5843" y="90527"/>
                      </a:cubicBezTo>
                      <a:cubicBezTo>
                        <a:pt x="21465" y="41663"/>
                        <a:pt x="73471" y="-1199"/>
                        <a:pt x="124524" y="420"/>
                      </a:cubicBezTo>
                      <a:cubicBezTo>
                        <a:pt x="133763" y="772"/>
                        <a:pt x="142337" y="5117"/>
                        <a:pt x="148146" y="12327"/>
                      </a:cubicBezTo>
                      <a:cubicBezTo>
                        <a:pt x="185676" y="81954"/>
                        <a:pt x="217870" y="153392"/>
                        <a:pt x="223586" y="24397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63" name="任意多边形: 形状 70"/>
                <p:cNvSpPr/>
                <p:nvPr/>
              </p:nvSpPr>
              <p:spPr>
                <a:xfrm>
                  <a:off x="12876994" y="3374377"/>
                  <a:ext cx="224744" cy="389353"/>
                </a:xfrm>
                <a:custGeom>
                  <a:avLst/>
                  <a:gdLst>
                    <a:gd name="connsiteX0" fmla="*/ -2197 w 224744"/>
                    <a:gd name="connsiteY0" fmla="*/ 261369 h 389353"/>
                    <a:gd name="connsiteX1" fmla="*/ 101148 w 224744"/>
                    <a:gd name="connsiteY1" fmla="*/ 24292 h 389353"/>
                    <a:gd name="connsiteX2" fmla="*/ 192398 w 224744"/>
                    <a:gd name="connsiteY2" fmla="*/ 2860 h 389353"/>
                    <a:gd name="connsiteX3" fmla="*/ 221736 w 224744"/>
                    <a:gd name="connsiteY3" fmla="*/ 42008 h 389353"/>
                    <a:gd name="connsiteX4" fmla="*/ 148108 w 224744"/>
                    <a:gd name="connsiteY4" fmla="*/ 296135 h 389353"/>
                    <a:gd name="connsiteX5" fmla="*/ 44761 w 224744"/>
                    <a:gd name="connsiteY5" fmla="*/ 386242 h 389353"/>
                    <a:gd name="connsiteX6" fmla="*/ 16186 w 224744"/>
                    <a:gd name="connsiteY6" fmla="*/ 373192 h 389353"/>
                    <a:gd name="connsiteX7" fmla="*/ -2197 w 224744"/>
                    <a:gd name="connsiteY7" fmla="*/ 261369 h 389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744" h="389353">
                      <a:moveTo>
                        <a:pt x="-2197" y="261369"/>
                      </a:moveTo>
                      <a:cubicBezTo>
                        <a:pt x="-1341" y="166690"/>
                        <a:pt x="24283" y="84680"/>
                        <a:pt x="101148" y="24292"/>
                      </a:cubicBezTo>
                      <a:cubicBezTo>
                        <a:pt x="126772" y="3765"/>
                        <a:pt x="160298" y="-4112"/>
                        <a:pt x="192398" y="2860"/>
                      </a:cubicBezTo>
                      <a:cubicBezTo>
                        <a:pt x="213543" y="6766"/>
                        <a:pt x="225926" y="16481"/>
                        <a:pt x="221736" y="42008"/>
                      </a:cubicBezTo>
                      <a:cubicBezTo>
                        <a:pt x="207544" y="129829"/>
                        <a:pt x="200779" y="219745"/>
                        <a:pt x="148108" y="296135"/>
                      </a:cubicBezTo>
                      <a:cubicBezTo>
                        <a:pt x="121437" y="334711"/>
                        <a:pt x="90958" y="368906"/>
                        <a:pt x="44761" y="386242"/>
                      </a:cubicBezTo>
                      <a:cubicBezTo>
                        <a:pt x="28473" y="392338"/>
                        <a:pt x="19425" y="391861"/>
                        <a:pt x="16186" y="373192"/>
                      </a:cubicBezTo>
                      <a:cubicBezTo>
                        <a:pt x="10279" y="335854"/>
                        <a:pt x="3993" y="298707"/>
                        <a:pt x="-2197" y="26136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64" name="任意多边形: 形状 71"/>
                <p:cNvSpPr/>
                <p:nvPr/>
              </p:nvSpPr>
              <p:spPr>
                <a:xfrm>
                  <a:off x="13198922" y="4374711"/>
                  <a:ext cx="212518" cy="363130"/>
                </a:xfrm>
                <a:custGeom>
                  <a:avLst/>
                  <a:gdLst>
                    <a:gd name="connsiteX0" fmla="*/ 202513 w 212518"/>
                    <a:gd name="connsiteY0" fmla="*/ 186389 h 363130"/>
                    <a:gd name="connsiteX1" fmla="*/ 163173 w 212518"/>
                    <a:gd name="connsiteY1" fmla="*/ 308118 h 363130"/>
                    <a:gd name="connsiteX2" fmla="*/ 144123 w 212518"/>
                    <a:gd name="connsiteY2" fmla="*/ 336217 h 363130"/>
                    <a:gd name="connsiteX3" fmla="*/ 91926 w 212518"/>
                    <a:gd name="connsiteY3" fmla="*/ 346314 h 363130"/>
                    <a:gd name="connsiteX4" fmla="*/ 2106 w 212518"/>
                    <a:gd name="connsiteY4" fmla="*/ 101426 h 363130"/>
                    <a:gd name="connsiteX5" fmla="*/ 144981 w 212518"/>
                    <a:gd name="connsiteY5" fmla="*/ 2175 h 363130"/>
                    <a:gd name="connsiteX6" fmla="*/ 168889 w 212518"/>
                    <a:gd name="connsiteY6" fmla="*/ 25893 h 363130"/>
                    <a:gd name="connsiteX7" fmla="*/ 210322 w 212518"/>
                    <a:gd name="connsiteY7" fmla="*/ 184770 h 363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518" h="363130">
                      <a:moveTo>
                        <a:pt x="202513" y="186389"/>
                      </a:moveTo>
                      <a:cubicBezTo>
                        <a:pt x="206417" y="232585"/>
                        <a:pt x="190511" y="272114"/>
                        <a:pt x="163173" y="308118"/>
                      </a:cubicBezTo>
                      <a:cubicBezTo>
                        <a:pt x="156315" y="317109"/>
                        <a:pt x="149934" y="326491"/>
                        <a:pt x="144123" y="336217"/>
                      </a:cubicBezTo>
                      <a:cubicBezTo>
                        <a:pt x="124501" y="369555"/>
                        <a:pt x="120501" y="371650"/>
                        <a:pt x="91926" y="346314"/>
                      </a:cubicBezTo>
                      <a:cubicBezTo>
                        <a:pt x="18489" y="281163"/>
                        <a:pt x="-14753" y="199724"/>
                        <a:pt x="2106" y="101426"/>
                      </a:cubicBezTo>
                      <a:cubicBezTo>
                        <a:pt x="12773" y="39037"/>
                        <a:pt x="82973" y="-9731"/>
                        <a:pt x="144981" y="2175"/>
                      </a:cubicBezTo>
                      <a:cubicBezTo>
                        <a:pt x="156125" y="6042"/>
                        <a:pt x="164982" y="14767"/>
                        <a:pt x="168889" y="25893"/>
                      </a:cubicBezTo>
                      <a:cubicBezTo>
                        <a:pt x="184128" y="78471"/>
                        <a:pt x="196797" y="131715"/>
                        <a:pt x="210322" y="1847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grpSp>
          <p:grpSp>
            <p:nvGrpSpPr>
              <p:cNvPr id="265" name="组合 264"/>
              <p:cNvGrpSpPr/>
              <p:nvPr/>
            </p:nvGrpSpPr>
            <p:grpSpPr>
              <a:xfrm rot="0" flipH="1">
                <a:off x="17807" y="715"/>
                <a:ext cx="622" cy="1116"/>
                <a:chOff x="12505110" y="1875542"/>
                <a:chExt cx="2029933" cy="3642920"/>
              </a:xfrm>
              <a:gradFill>
                <a:gsLst>
                  <a:gs pos="0">
                    <a:srgbClr val="FFCD69">
                      <a:lumMod val="40000"/>
                      <a:lumOff val="60000"/>
                    </a:srgbClr>
                  </a:gs>
                  <a:gs pos="100000">
                    <a:srgbClr val="FFCD69">
                      <a:lumMod val="60000"/>
                      <a:lumOff val="40000"/>
                    </a:srgbClr>
                  </a:gs>
                </a:gsLst>
                <a:lin ang="5400000" scaled="1"/>
              </a:gradFill>
            </p:grpSpPr>
            <p:sp>
              <p:nvSpPr>
                <p:cNvPr id="266" name="任意多边形: 形状 52"/>
                <p:cNvSpPr/>
                <p:nvPr/>
              </p:nvSpPr>
              <p:spPr>
                <a:xfrm>
                  <a:off x="12724094" y="2480178"/>
                  <a:ext cx="1810949" cy="3038284"/>
                </a:xfrm>
                <a:custGeom>
                  <a:avLst/>
                  <a:gdLst>
                    <a:gd name="connsiteX0" fmla="*/ 193566 w 1810949"/>
                    <a:gd name="connsiteY0" fmla="*/ 433763 h 3038284"/>
                    <a:gd name="connsiteX1" fmla="*/ 155466 w 1810949"/>
                    <a:gd name="connsiteY1" fmla="*/ 501962 h 3038284"/>
                    <a:gd name="connsiteX2" fmla="*/ 131653 w 1810949"/>
                    <a:gd name="connsiteY2" fmla="*/ 509011 h 3038284"/>
                    <a:gd name="connsiteX3" fmla="*/ 22020 w 1810949"/>
                    <a:gd name="connsiteY3" fmla="*/ 388329 h 3038284"/>
                    <a:gd name="connsiteX4" fmla="*/ 494 w 1810949"/>
                    <a:gd name="connsiteY4" fmla="*/ 223451 h 3038284"/>
                    <a:gd name="connsiteX5" fmla="*/ 69264 w 1810949"/>
                    <a:gd name="connsiteY5" fmla="*/ 19902 h 3038284"/>
                    <a:gd name="connsiteX6" fmla="*/ 116126 w 1810949"/>
                    <a:gd name="connsiteY6" fmla="*/ 4662 h 3038284"/>
                    <a:gd name="connsiteX7" fmla="*/ 237379 w 1810949"/>
                    <a:gd name="connsiteY7" fmla="*/ 217260 h 3038284"/>
                    <a:gd name="connsiteX8" fmla="*/ 216806 w 1810949"/>
                    <a:gd name="connsiteY8" fmla="*/ 352039 h 3038284"/>
                    <a:gd name="connsiteX9" fmla="*/ 219474 w 1810949"/>
                    <a:gd name="connsiteY9" fmla="*/ 378232 h 3038284"/>
                    <a:gd name="connsiteX10" fmla="*/ 348821 w 1810949"/>
                    <a:gd name="connsiteY10" fmla="*/ 81624 h 3038284"/>
                    <a:gd name="connsiteX11" fmla="*/ 359109 w 1810949"/>
                    <a:gd name="connsiteY11" fmla="*/ 84958 h 3038284"/>
                    <a:gd name="connsiteX12" fmla="*/ 354442 w 1810949"/>
                    <a:gd name="connsiteY12" fmla="*/ 106770 h 3038284"/>
                    <a:gd name="connsiteX13" fmla="*/ 244332 w 1810949"/>
                    <a:gd name="connsiteY13" fmla="*/ 395092 h 3038284"/>
                    <a:gd name="connsiteX14" fmla="*/ 161561 w 1810949"/>
                    <a:gd name="connsiteY14" fmla="*/ 728467 h 3038284"/>
                    <a:gd name="connsiteX15" fmla="*/ 133463 w 1810949"/>
                    <a:gd name="connsiteY15" fmla="*/ 1132136 h 3038284"/>
                    <a:gd name="connsiteX16" fmla="*/ 158989 w 1810949"/>
                    <a:gd name="connsiteY16" fmla="*/ 1401694 h 3038284"/>
                    <a:gd name="connsiteX17" fmla="*/ 225664 w 1810949"/>
                    <a:gd name="connsiteY17" fmla="*/ 1672394 h 3038284"/>
                    <a:gd name="connsiteX18" fmla="*/ 414831 w 1810949"/>
                    <a:gd name="connsiteY18" fmla="*/ 2081302 h 3038284"/>
                    <a:gd name="connsiteX19" fmla="*/ 898034 w 1810949"/>
                    <a:gd name="connsiteY19" fmla="*/ 2589747 h 3038284"/>
                    <a:gd name="connsiteX20" fmla="*/ 1317134 w 1810949"/>
                    <a:gd name="connsiteY20" fmla="*/ 2804250 h 3038284"/>
                    <a:gd name="connsiteX21" fmla="*/ 1777478 w 1810949"/>
                    <a:gd name="connsiteY21" fmla="*/ 2892547 h 3038284"/>
                    <a:gd name="connsiteX22" fmla="*/ 1807672 w 1810949"/>
                    <a:gd name="connsiteY22" fmla="*/ 2925599 h 3038284"/>
                    <a:gd name="connsiteX23" fmla="*/ 1792526 w 1810949"/>
                    <a:gd name="connsiteY23" fmla="*/ 3024278 h 3038284"/>
                    <a:gd name="connsiteX24" fmla="*/ 1768237 w 1810949"/>
                    <a:gd name="connsiteY24" fmla="*/ 3038660 h 3038284"/>
                    <a:gd name="connsiteX25" fmla="*/ 1609647 w 1810949"/>
                    <a:gd name="connsiteY25" fmla="*/ 3020277 h 3038284"/>
                    <a:gd name="connsiteX26" fmla="*/ 1400097 w 1810949"/>
                    <a:gd name="connsiteY26" fmla="*/ 2968080 h 3038284"/>
                    <a:gd name="connsiteX27" fmla="*/ 1127776 w 1810949"/>
                    <a:gd name="connsiteY27" fmla="*/ 2862257 h 3038284"/>
                    <a:gd name="connsiteX28" fmla="*/ 563706 w 1810949"/>
                    <a:gd name="connsiteY28" fmla="*/ 2435728 h 3038284"/>
                    <a:gd name="connsiteX29" fmla="*/ 233284 w 1810949"/>
                    <a:gd name="connsiteY29" fmla="*/ 1910614 h 3038284"/>
                    <a:gd name="connsiteX30" fmla="*/ 110696 w 1810949"/>
                    <a:gd name="connsiteY30" fmla="*/ 1479037 h 3038284"/>
                    <a:gd name="connsiteX31" fmla="*/ 87265 w 1810949"/>
                    <a:gd name="connsiteY31" fmla="*/ 1018122 h 3038284"/>
                    <a:gd name="connsiteX32" fmla="*/ 138988 w 1810949"/>
                    <a:gd name="connsiteY32" fmla="*/ 669221 h 3038284"/>
                    <a:gd name="connsiteX33" fmla="*/ 197470 w 1810949"/>
                    <a:gd name="connsiteY33" fmla="*/ 458338 h 3038284"/>
                    <a:gd name="connsiteX34" fmla="*/ 199565 w 1810949"/>
                    <a:gd name="connsiteY34" fmla="*/ 434239 h 303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0949" h="3038284">
                      <a:moveTo>
                        <a:pt x="193566" y="433763"/>
                      </a:moveTo>
                      <a:cubicBezTo>
                        <a:pt x="180992" y="456718"/>
                        <a:pt x="169563" y="480245"/>
                        <a:pt x="155466" y="501962"/>
                      </a:cubicBezTo>
                      <a:cubicBezTo>
                        <a:pt x="151750" y="507487"/>
                        <a:pt x="135272" y="512154"/>
                        <a:pt x="131653" y="509011"/>
                      </a:cubicBezTo>
                      <a:cubicBezTo>
                        <a:pt x="90123" y="473578"/>
                        <a:pt x="43928" y="442336"/>
                        <a:pt x="22020" y="388329"/>
                      </a:cubicBezTo>
                      <a:cubicBezTo>
                        <a:pt x="685" y="336161"/>
                        <a:pt x="-6745" y="279344"/>
                        <a:pt x="494" y="223451"/>
                      </a:cubicBezTo>
                      <a:cubicBezTo>
                        <a:pt x="9733" y="151728"/>
                        <a:pt x="33164" y="82548"/>
                        <a:pt x="69264" y="19902"/>
                      </a:cubicBezTo>
                      <a:cubicBezTo>
                        <a:pt x="81170" y="-1148"/>
                        <a:pt x="94218" y="-3339"/>
                        <a:pt x="116126" y="4662"/>
                      </a:cubicBezTo>
                      <a:cubicBezTo>
                        <a:pt x="216044" y="41047"/>
                        <a:pt x="236810" y="114009"/>
                        <a:pt x="237379" y="217260"/>
                      </a:cubicBezTo>
                      <a:cubicBezTo>
                        <a:pt x="237379" y="262218"/>
                        <a:pt x="223855" y="307081"/>
                        <a:pt x="216806" y="352039"/>
                      </a:cubicBezTo>
                      <a:cubicBezTo>
                        <a:pt x="215188" y="360840"/>
                        <a:pt x="216044" y="369946"/>
                        <a:pt x="219474" y="378232"/>
                      </a:cubicBezTo>
                      <a:lnTo>
                        <a:pt x="348821" y="81624"/>
                      </a:lnTo>
                      <a:lnTo>
                        <a:pt x="359109" y="84958"/>
                      </a:lnTo>
                      <a:cubicBezTo>
                        <a:pt x="358158" y="92339"/>
                        <a:pt x="356633" y="99636"/>
                        <a:pt x="354442" y="106770"/>
                      </a:cubicBezTo>
                      <a:cubicBezTo>
                        <a:pt x="317486" y="202782"/>
                        <a:pt x="274814" y="297270"/>
                        <a:pt x="244332" y="395092"/>
                      </a:cubicBezTo>
                      <a:cubicBezTo>
                        <a:pt x="210235" y="504534"/>
                        <a:pt x="177657" y="615976"/>
                        <a:pt x="161561" y="728467"/>
                      </a:cubicBezTo>
                      <a:cubicBezTo>
                        <a:pt x="143560" y="862283"/>
                        <a:pt x="134130" y="997119"/>
                        <a:pt x="133463" y="1132136"/>
                      </a:cubicBezTo>
                      <a:cubicBezTo>
                        <a:pt x="133558" y="1222586"/>
                        <a:pt x="142129" y="1312835"/>
                        <a:pt x="158989" y="1401694"/>
                      </a:cubicBezTo>
                      <a:cubicBezTo>
                        <a:pt x="176420" y="1493038"/>
                        <a:pt x="198710" y="1583393"/>
                        <a:pt x="225664" y="1672394"/>
                      </a:cubicBezTo>
                      <a:cubicBezTo>
                        <a:pt x="267289" y="1818317"/>
                        <a:pt x="334915" y="1952810"/>
                        <a:pt x="414831" y="2081302"/>
                      </a:cubicBezTo>
                      <a:cubicBezTo>
                        <a:pt x="539608" y="2281939"/>
                        <a:pt x="704009" y="2454963"/>
                        <a:pt x="898034" y="2589747"/>
                      </a:cubicBezTo>
                      <a:cubicBezTo>
                        <a:pt x="1027194" y="2680172"/>
                        <a:pt x="1168258" y="2752352"/>
                        <a:pt x="1317134" y="2804250"/>
                      </a:cubicBezTo>
                      <a:cubicBezTo>
                        <a:pt x="1465535" y="2855510"/>
                        <a:pt x="1620600" y="2885244"/>
                        <a:pt x="1777478" y="2892547"/>
                      </a:cubicBezTo>
                      <a:cubicBezTo>
                        <a:pt x="1802337" y="2893880"/>
                        <a:pt x="1812244" y="2899881"/>
                        <a:pt x="1807672" y="2925599"/>
                      </a:cubicBezTo>
                      <a:cubicBezTo>
                        <a:pt x="1801861" y="2958365"/>
                        <a:pt x="1799384" y="2992274"/>
                        <a:pt x="1792526" y="3024278"/>
                      </a:cubicBezTo>
                      <a:cubicBezTo>
                        <a:pt x="1787383" y="3032908"/>
                        <a:pt x="1778239" y="3038332"/>
                        <a:pt x="1768237" y="3038660"/>
                      </a:cubicBezTo>
                      <a:cubicBezTo>
                        <a:pt x="1715089" y="3035416"/>
                        <a:pt x="1662130" y="3029279"/>
                        <a:pt x="1609647" y="3020277"/>
                      </a:cubicBezTo>
                      <a:cubicBezTo>
                        <a:pt x="1538781" y="3007341"/>
                        <a:pt x="1468772" y="2989907"/>
                        <a:pt x="1400097" y="2968080"/>
                      </a:cubicBezTo>
                      <a:cubicBezTo>
                        <a:pt x="1307228" y="2938469"/>
                        <a:pt x="1216264" y="2903127"/>
                        <a:pt x="1127776" y="2862257"/>
                      </a:cubicBezTo>
                      <a:cubicBezTo>
                        <a:pt x="913464" y="2758742"/>
                        <a:pt x="721727" y="2613774"/>
                        <a:pt x="563706" y="2435728"/>
                      </a:cubicBezTo>
                      <a:cubicBezTo>
                        <a:pt x="425117" y="2280276"/>
                        <a:pt x="313484" y="2102804"/>
                        <a:pt x="233284" y="1910614"/>
                      </a:cubicBezTo>
                      <a:cubicBezTo>
                        <a:pt x="175753" y="1772016"/>
                        <a:pt x="134604" y="1627179"/>
                        <a:pt x="110696" y="1479037"/>
                      </a:cubicBezTo>
                      <a:cubicBezTo>
                        <a:pt x="85265" y="1326799"/>
                        <a:pt x="77454" y="1172151"/>
                        <a:pt x="87265" y="1018122"/>
                      </a:cubicBezTo>
                      <a:cubicBezTo>
                        <a:pt x="92886" y="900393"/>
                        <a:pt x="110222" y="783512"/>
                        <a:pt x="138988" y="669221"/>
                      </a:cubicBezTo>
                      <a:cubicBezTo>
                        <a:pt x="158038" y="598641"/>
                        <a:pt x="178134" y="528632"/>
                        <a:pt x="197470" y="458338"/>
                      </a:cubicBezTo>
                      <a:cubicBezTo>
                        <a:pt x="198898" y="450384"/>
                        <a:pt x="199565" y="442317"/>
                        <a:pt x="199565" y="43423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67" name="任意多边形: 形状 53"/>
                <p:cNvSpPr/>
                <p:nvPr/>
              </p:nvSpPr>
              <p:spPr>
                <a:xfrm>
                  <a:off x="12719092" y="4637983"/>
                  <a:ext cx="510159" cy="317499"/>
                </a:xfrm>
                <a:custGeom>
                  <a:avLst/>
                  <a:gdLst>
                    <a:gd name="connsiteX0" fmla="*/ 370304 w 510159"/>
                    <a:gd name="connsiteY0" fmla="*/ 317833 h 317499"/>
                    <a:gd name="connsiteX1" fmla="*/ 119796 w 510159"/>
                    <a:gd name="connsiteY1" fmla="*/ 208486 h 317499"/>
                    <a:gd name="connsiteX2" fmla="*/ 10735 w 510159"/>
                    <a:gd name="connsiteY2" fmla="*/ 100187 h 317499"/>
                    <a:gd name="connsiteX3" fmla="*/ 8449 w 510159"/>
                    <a:gd name="connsiteY3" fmla="*/ 47323 h 317499"/>
                    <a:gd name="connsiteX4" fmla="*/ 147227 w 510159"/>
                    <a:gd name="connsiteY4" fmla="*/ 4746 h 317499"/>
                    <a:gd name="connsiteX5" fmla="*/ 331536 w 510159"/>
                    <a:gd name="connsiteY5" fmla="*/ 90471 h 317499"/>
                    <a:gd name="connsiteX6" fmla="*/ 493461 w 510159"/>
                    <a:gd name="connsiteY6" fmla="*/ 220868 h 317499"/>
                    <a:gd name="connsiteX7" fmla="*/ 495747 w 510159"/>
                    <a:gd name="connsiteY7" fmla="*/ 267922 h 317499"/>
                    <a:gd name="connsiteX8" fmla="*/ 370304 w 510159"/>
                    <a:gd name="connsiteY8" fmla="*/ 317833 h 31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159" h="317499">
                      <a:moveTo>
                        <a:pt x="370304" y="317833"/>
                      </a:moveTo>
                      <a:cubicBezTo>
                        <a:pt x="272482" y="314499"/>
                        <a:pt x="191898" y="269446"/>
                        <a:pt x="119796" y="208486"/>
                      </a:cubicBezTo>
                      <a:cubicBezTo>
                        <a:pt x="80838" y="175529"/>
                        <a:pt x="47500" y="135905"/>
                        <a:pt x="10735" y="100187"/>
                      </a:cubicBezTo>
                      <a:cubicBezTo>
                        <a:pt x="-7554" y="82470"/>
                        <a:pt x="-4697" y="65706"/>
                        <a:pt x="8449" y="47323"/>
                      </a:cubicBezTo>
                      <a:cubicBezTo>
                        <a:pt x="37024" y="7794"/>
                        <a:pt x="91126" y="-8113"/>
                        <a:pt x="147227" y="4746"/>
                      </a:cubicBezTo>
                      <a:cubicBezTo>
                        <a:pt x="213902" y="20230"/>
                        <a:pt x="276672" y="49423"/>
                        <a:pt x="331536" y="90471"/>
                      </a:cubicBezTo>
                      <a:cubicBezTo>
                        <a:pt x="387352" y="131524"/>
                        <a:pt x="439265" y="177720"/>
                        <a:pt x="493461" y="220868"/>
                      </a:cubicBezTo>
                      <a:cubicBezTo>
                        <a:pt x="513367" y="236680"/>
                        <a:pt x="511463" y="249443"/>
                        <a:pt x="495747" y="267922"/>
                      </a:cubicBezTo>
                      <a:cubicBezTo>
                        <a:pt x="462219" y="306784"/>
                        <a:pt x="419166" y="318690"/>
                        <a:pt x="370304" y="31783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68" name="任意多边形: 形状 54"/>
                <p:cNvSpPr/>
                <p:nvPr/>
              </p:nvSpPr>
              <p:spPr>
                <a:xfrm>
                  <a:off x="12573644" y="4227251"/>
                  <a:ext cx="452202" cy="379955"/>
                </a:xfrm>
                <a:custGeom>
                  <a:avLst/>
                  <a:gdLst>
                    <a:gd name="connsiteX0" fmla="*/ 377923 w 452202"/>
                    <a:gd name="connsiteY0" fmla="*/ 380331 h 379955"/>
                    <a:gd name="connsiteX1" fmla="*/ 141896 w 452202"/>
                    <a:gd name="connsiteY1" fmla="*/ 267555 h 379955"/>
                    <a:gd name="connsiteX2" fmla="*/ 4830 w 452202"/>
                    <a:gd name="connsiteY2" fmla="*/ 93724 h 379955"/>
                    <a:gd name="connsiteX3" fmla="*/ 61980 w 452202"/>
                    <a:gd name="connsiteY3" fmla="*/ 3331 h 379955"/>
                    <a:gd name="connsiteX4" fmla="*/ 204187 w 452202"/>
                    <a:gd name="connsiteY4" fmla="*/ 39717 h 379955"/>
                    <a:gd name="connsiteX5" fmla="*/ 422121 w 452202"/>
                    <a:gd name="connsiteY5" fmla="*/ 298606 h 379955"/>
                    <a:gd name="connsiteX6" fmla="*/ 443838 w 452202"/>
                    <a:gd name="connsiteY6" fmla="*/ 344898 h 379955"/>
                    <a:gd name="connsiteX7" fmla="*/ 423358 w 452202"/>
                    <a:gd name="connsiteY7" fmla="*/ 378235 h 379955"/>
                    <a:gd name="connsiteX8" fmla="*/ 377923 w 452202"/>
                    <a:gd name="connsiteY8" fmla="*/ 380331 h 379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202" h="379955">
                      <a:moveTo>
                        <a:pt x="377923" y="380331"/>
                      </a:moveTo>
                      <a:cubicBezTo>
                        <a:pt x="287817" y="378712"/>
                        <a:pt x="206473" y="337278"/>
                        <a:pt x="141896" y="267555"/>
                      </a:cubicBezTo>
                      <a:cubicBezTo>
                        <a:pt x="91890" y="213643"/>
                        <a:pt x="48455" y="153255"/>
                        <a:pt x="4830" y="93724"/>
                      </a:cubicBezTo>
                      <a:cubicBezTo>
                        <a:pt x="-17460" y="63434"/>
                        <a:pt x="16450" y="11999"/>
                        <a:pt x="61980" y="3331"/>
                      </a:cubicBezTo>
                      <a:cubicBezTo>
                        <a:pt x="115130" y="-6860"/>
                        <a:pt x="161230" y="10285"/>
                        <a:pt x="204187" y="39717"/>
                      </a:cubicBezTo>
                      <a:cubicBezTo>
                        <a:pt x="300581" y="106392"/>
                        <a:pt x="366970" y="197641"/>
                        <a:pt x="422121" y="298606"/>
                      </a:cubicBezTo>
                      <a:cubicBezTo>
                        <a:pt x="430215" y="313561"/>
                        <a:pt x="436694" y="329467"/>
                        <a:pt x="443838" y="344898"/>
                      </a:cubicBezTo>
                      <a:cubicBezTo>
                        <a:pt x="455458" y="369853"/>
                        <a:pt x="451742" y="376045"/>
                        <a:pt x="423358" y="378235"/>
                      </a:cubicBezTo>
                      <a:cubicBezTo>
                        <a:pt x="410596" y="379283"/>
                        <a:pt x="398213" y="379283"/>
                        <a:pt x="377923" y="38033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69" name="任意多边形: 形状 55"/>
                <p:cNvSpPr/>
                <p:nvPr/>
              </p:nvSpPr>
              <p:spPr>
                <a:xfrm>
                  <a:off x="12505673" y="3364558"/>
                  <a:ext cx="277960" cy="488669"/>
                </a:xfrm>
                <a:custGeom>
                  <a:avLst/>
                  <a:gdLst>
                    <a:gd name="connsiteX0" fmla="*/ 271208 w 277960"/>
                    <a:gd name="connsiteY0" fmla="*/ 488453 h 488669"/>
                    <a:gd name="connsiteX1" fmla="*/ 255681 w 277960"/>
                    <a:gd name="connsiteY1" fmla="*/ 488453 h 488669"/>
                    <a:gd name="connsiteX2" fmla="*/ 39368 w 277960"/>
                    <a:gd name="connsiteY2" fmla="*/ 296714 h 488669"/>
                    <a:gd name="connsiteX3" fmla="*/ -1304 w 277960"/>
                    <a:gd name="connsiteY3" fmla="*/ 29443 h 488669"/>
                    <a:gd name="connsiteX4" fmla="*/ 13461 w 277960"/>
                    <a:gd name="connsiteY4" fmla="*/ 9631 h 488669"/>
                    <a:gd name="connsiteX5" fmla="*/ 157954 w 277960"/>
                    <a:gd name="connsiteY5" fmla="*/ 53255 h 488669"/>
                    <a:gd name="connsiteX6" fmla="*/ 247300 w 277960"/>
                    <a:gd name="connsiteY6" fmla="*/ 229182 h 488669"/>
                    <a:gd name="connsiteX7" fmla="*/ 274066 w 277960"/>
                    <a:gd name="connsiteY7" fmla="*/ 465688 h 488669"/>
                    <a:gd name="connsiteX8" fmla="*/ 271208 w 277960"/>
                    <a:gd name="connsiteY8" fmla="*/ 488453 h 48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960" h="488669">
                      <a:moveTo>
                        <a:pt x="271208" y="488453"/>
                      </a:moveTo>
                      <a:cubicBezTo>
                        <a:pt x="266064" y="489243"/>
                        <a:pt x="260825" y="489243"/>
                        <a:pt x="255681" y="488453"/>
                      </a:cubicBezTo>
                      <a:cubicBezTo>
                        <a:pt x="159003" y="452448"/>
                        <a:pt x="83280" y="396060"/>
                        <a:pt x="39368" y="296714"/>
                      </a:cubicBezTo>
                      <a:cubicBezTo>
                        <a:pt x="1268" y="209846"/>
                        <a:pt x="-4922" y="120978"/>
                        <a:pt x="-1304" y="29443"/>
                      </a:cubicBezTo>
                      <a:cubicBezTo>
                        <a:pt x="317" y="20947"/>
                        <a:pt x="5745" y="13660"/>
                        <a:pt x="13461" y="9631"/>
                      </a:cubicBezTo>
                      <a:cubicBezTo>
                        <a:pt x="58800" y="-11991"/>
                        <a:pt x="116712" y="4964"/>
                        <a:pt x="157954" y="53255"/>
                      </a:cubicBezTo>
                      <a:cubicBezTo>
                        <a:pt x="201770" y="104500"/>
                        <a:pt x="227964" y="164507"/>
                        <a:pt x="247300" y="229182"/>
                      </a:cubicBezTo>
                      <a:cubicBezTo>
                        <a:pt x="270731" y="305687"/>
                        <a:pt x="279875" y="385878"/>
                        <a:pt x="274066" y="465688"/>
                      </a:cubicBezTo>
                      <a:cubicBezTo>
                        <a:pt x="273589" y="472832"/>
                        <a:pt x="272254" y="479975"/>
                        <a:pt x="271208" y="48845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70" name="任意多边形: 形状 56"/>
                <p:cNvSpPr/>
                <p:nvPr/>
              </p:nvSpPr>
              <p:spPr>
                <a:xfrm>
                  <a:off x="12596347" y="2922507"/>
                  <a:ext cx="229687" cy="509521"/>
                </a:xfrm>
                <a:custGeom>
                  <a:avLst/>
                  <a:gdLst>
                    <a:gd name="connsiteX0" fmla="*/ 227490 w 229687"/>
                    <a:gd name="connsiteY0" fmla="*/ 290520 h 509521"/>
                    <a:gd name="connsiteX1" fmla="*/ 207582 w 229687"/>
                    <a:gd name="connsiteY1" fmla="*/ 476448 h 509521"/>
                    <a:gd name="connsiteX2" fmla="*/ 159957 w 229687"/>
                    <a:gd name="connsiteY2" fmla="*/ 502737 h 509521"/>
                    <a:gd name="connsiteX3" fmla="*/ 21940 w 229687"/>
                    <a:gd name="connsiteY3" fmla="*/ 346717 h 509521"/>
                    <a:gd name="connsiteX4" fmla="*/ 11655 w 229687"/>
                    <a:gd name="connsiteY4" fmla="*/ 48299 h 509521"/>
                    <a:gd name="connsiteX5" fmla="*/ 112904 w 229687"/>
                    <a:gd name="connsiteY5" fmla="*/ 11437 h 509521"/>
                    <a:gd name="connsiteX6" fmla="*/ 195392 w 229687"/>
                    <a:gd name="connsiteY6" fmla="*/ 118593 h 509521"/>
                    <a:gd name="connsiteX7" fmla="*/ 227490 w 229687"/>
                    <a:gd name="connsiteY7" fmla="*/ 290520 h 509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87" h="509521">
                      <a:moveTo>
                        <a:pt x="227490" y="290520"/>
                      </a:moveTo>
                      <a:cubicBezTo>
                        <a:pt x="219679" y="365196"/>
                        <a:pt x="215203" y="421012"/>
                        <a:pt x="207582" y="476448"/>
                      </a:cubicBezTo>
                      <a:cubicBezTo>
                        <a:pt x="202631" y="512833"/>
                        <a:pt x="193676" y="515976"/>
                        <a:pt x="159957" y="502737"/>
                      </a:cubicBezTo>
                      <a:cubicBezTo>
                        <a:pt x="87378" y="474162"/>
                        <a:pt x="46420" y="418440"/>
                        <a:pt x="21940" y="346717"/>
                      </a:cubicBezTo>
                      <a:cubicBezTo>
                        <a:pt x="-11681" y="248038"/>
                        <a:pt x="-5300" y="148311"/>
                        <a:pt x="11655" y="48299"/>
                      </a:cubicBezTo>
                      <a:cubicBezTo>
                        <a:pt x="19180" y="3531"/>
                        <a:pt x="66042" y="-12470"/>
                        <a:pt x="112904" y="11437"/>
                      </a:cubicBezTo>
                      <a:cubicBezTo>
                        <a:pt x="154911" y="33164"/>
                        <a:pt x="185105" y="72416"/>
                        <a:pt x="195392" y="118593"/>
                      </a:cubicBezTo>
                      <a:cubicBezTo>
                        <a:pt x="211012" y="180696"/>
                        <a:pt x="219300" y="244704"/>
                        <a:pt x="227490" y="29052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71" name="任意多边形: 形状 57"/>
                <p:cNvSpPr/>
                <p:nvPr/>
              </p:nvSpPr>
              <p:spPr>
                <a:xfrm>
                  <a:off x="12505110" y="3811358"/>
                  <a:ext cx="348383" cy="420373"/>
                </a:xfrm>
                <a:custGeom>
                  <a:avLst/>
                  <a:gdLst>
                    <a:gd name="connsiteX0" fmla="*/ 79745 w 348383"/>
                    <a:gd name="connsiteY0" fmla="*/ 410 h 420373"/>
                    <a:gd name="connsiteX1" fmla="*/ 214811 w 348383"/>
                    <a:gd name="connsiteY1" fmla="*/ 80039 h 420373"/>
                    <a:gd name="connsiteX2" fmla="*/ 333683 w 348383"/>
                    <a:gd name="connsiteY2" fmla="*/ 329022 h 420373"/>
                    <a:gd name="connsiteX3" fmla="*/ 345589 w 348383"/>
                    <a:gd name="connsiteY3" fmla="*/ 399031 h 420373"/>
                    <a:gd name="connsiteX4" fmla="*/ 320823 w 348383"/>
                    <a:gd name="connsiteY4" fmla="*/ 419986 h 420373"/>
                    <a:gd name="connsiteX5" fmla="*/ 42503 w 348383"/>
                    <a:gd name="connsiteY5" fmla="*/ 195958 h 420373"/>
                    <a:gd name="connsiteX6" fmla="*/ 4403 w 348383"/>
                    <a:gd name="connsiteY6" fmla="*/ 85944 h 420373"/>
                    <a:gd name="connsiteX7" fmla="*/ 58504 w 348383"/>
                    <a:gd name="connsiteY7" fmla="*/ 1839 h 420373"/>
                    <a:gd name="connsiteX8" fmla="*/ 79745 w 348383"/>
                    <a:gd name="connsiteY8" fmla="*/ 410 h 42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383" h="420373">
                      <a:moveTo>
                        <a:pt x="79745" y="410"/>
                      </a:moveTo>
                      <a:cubicBezTo>
                        <a:pt x="135467" y="3839"/>
                        <a:pt x="178806" y="36605"/>
                        <a:pt x="214811" y="80039"/>
                      </a:cubicBezTo>
                      <a:cubicBezTo>
                        <a:pt x="274056" y="152172"/>
                        <a:pt x="314823" y="237621"/>
                        <a:pt x="333683" y="329022"/>
                      </a:cubicBezTo>
                      <a:cubicBezTo>
                        <a:pt x="338636" y="352168"/>
                        <a:pt x="342064" y="375600"/>
                        <a:pt x="345589" y="399031"/>
                      </a:cubicBezTo>
                      <a:cubicBezTo>
                        <a:pt x="348638" y="418938"/>
                        <a:pt x="339968" y="422653"/>
                        <a:pt x="320823" y="419986"/>
                      </a:cubicBezTo>
                      <a:cubicBezTo>
                        <a:pt x="182806" y="400936"/>
                        <a:pt x="95462" y="319497"/>
                        <a:pt x="42503" y="195958"/>
                      </a:cubicBezTo>
                      <a:cubicBezTo>
                        <a:pt x="26787" y="160420"/>
                        <a:pt x="14023" y="123616"/>
                        <a:pt x="4403" y="85944"/>
                      </a:cubicBezTo>
                      <a:cubicBezTo>
                        <a:pt x="-11027" y="21841"/>
                        <a:pt x="-1883" y="19269"/>
                        <a:pt x="58504" y="1839"/>
                      </a:cubicBezTo>
                      <a:cubicBezTo>
                        <a:pt x="65552" y="715"/>
                        <a:pt x="72601" y="238"/>
                        <a:pt x="79745" y="4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72" name="任意多边形: 形状 58"/>
                <p:cNvSpPr/>
                <p:nvPr/>
              </p:nvSpPr>
              <p:spPr>
                <a:xfrm>
                  <a:off x="12919349" y="2103840"/>
                  <a:ext cx="274161" cy="458499"/>
                </a:xfrm>
                <a:custGeom>
                  <a:avLst/>
                  <a:gdLst>
                    <a:gd name="connsiteX0" fmla="*/ 271964 w 274161"/>
                    <a:gd name="connsiteY0" fmla="*/ 116110 h 458499"/>
                    <a:gd name="connsiteX1" fmla="*/ 201099 w 274161"/>
                    <a:gd name="connsiteY1" fmla="*/ 319088 h 458499"/>
                    <a:gd name="connsiteX2" fmla="*/ 109753 w 274161"/>
                    <a:gd name="connsiteY2" fmla="*/ 445866 h 458499"/>
                    <a:gd name="connsiteX3" fmla="*/ 71653 w 274161"/>
                    <a:gd name="connsiteY3" fmla="*/ 451009 h 458499"/>
                    <a:gd name="connsiteX4" fmla="*/ 9169 w 274161"/>
                    <a:gd name="connsiteY4" fmla="*/ 238030 h 458499"/>
                    <a:gd name="connsiteX5" fmla="*/ 120420 w 274161"/>
                    <a:gd name="connsiteY5" fmla="*/ 34672 h 458499"/>
                    <a:gd name="connsiteX6" fmla="*/ 228148 w 274161"/>
                    <a:gd name="connsiteY6" fmla="*/ 19812 h 458499"/>
                    <a:gd name="connsiteX7" fmla="*/ 271964 w 274161"/>
                    <a:gd name="connsiteY7" fmla="*/ 116110 h 458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161" h="458499">
                      <a:moveTo>
                        <a:pt x="271964" y="116110"/>
                      </a:moveTo>
                      <a:cubicBezTo>
                        <a:pt x="268820" y="189643"/>
                        <a:pt x="241008" y="256985"/>
                        <a:pt x="201099" y="319088"/>
                      </a:cubicBezTo>
                      <a:cubicBezTo>
                        <a:pt x="172998" y="362903"/>
                        <a:pt x="139947" y="403479"/>
                        <a:pt x="109753" y="445866"/>
                      </a:cubicBezTo>
                      <a:cubicBezTo>
                        <a:pt x="98324" y="461868"/>
                        <a:pt x="88513" y="462534"/>
                        <a:pt x="71653" y="451009"/>
                      </a:cubicBezTo>
                      <a:cubicBezTo>
                        <a:pt x="-5596" y="396622"/>
                        <a:pt x="-14072" y="327184"/>
                        <a:pt x="9169" y="238030"/>
                      </a:cubicBezTo>
                      <a:cubicBezTo>
                        <a:pt x="29363" y="161830"/>
                        <a:pt x="72986" y="96679"/>
                        <a:pt x="120420" y="34672"/>
                      </a:cubicBezTo>
                      <a:cubicBezTo>
                        <a:pt x="151567" y="-6000"/>
                        <a:pt x="185858" y="-9906"/>
                        <a:pt x="228148" y="19812"/>
                      </a:cubicBezTo>
                      <a:cubicBezTo>
                        <a:pt x="257391" y="40101"/>
                        <a:pt x="271678" y="71248"/>
                        <a:pt x="271964" y="11611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73" name="任意多边形: 形状 59"/>
                <p:cNvSpPr/>
                <p:nvPr/>
              </p:nvSpPr>
              <p:spPr>
                <a:xfrm>
                  <a:off x="13079534" y="4996405"/>
                  <a:ext cx="411321" cy="250958"/>
                </a:xfrm>
                <a:custGeom>
                  <a:avLst/>
                  <a:gdLst>
                    <a:gd name="connsiteX0" fmla="*/ 262179 w 411321"/>
                    <a:gd name="connsiteY0" fmla="*/ 251257 h 250958"/>
                    <a:gd name="connsiteX1" fmla="*/ 75774 w 411321"/>
                    <a:gd name="connsiteY1" fmla="*/ 184582 h 250958"/>
                    <a:gd name="connsiteX2" fmla="*/ 44818 w 411321"/>
                    <a:gd name="connsiteY2" fmla="*/ 164674 h 250958"/>
                    <a:gd name="connsiteX3" fmla="*/ 3574 w 411321"/>
                    <a:gd name="connsiteY3" fmla="*/ 66853 h 250958"/>
                    <a:gd name="connsiteX4" fmla="*/ 88348 w 411321"/>
                    <a:gd name="connsiteY4" fmla="*/ 1511 h 250958"/>
                    <a:gd name="connsiteX5" fmla="*/ 278848 w 411321"/>
                    <a:gd name="connsiteY5" fmla="*/ 50374 h 250958"/>
                    <a:gd name="connsiteX6" fmla="*/ 392004 w 411321"/>
                    <a:gd name="connsiteY6" fmla="*/ 121050 h 250958"/>
                    <a:gd name="connsiteX7" fmla="*/ 404673 w 411321"/>
                    <a:gd name="connsiteY7" fmla="*/ 167722 h 250958"/>
                    <a:gd name="connsiteX8" fmla="*/ 262179 w 411321"/>
                    <a:gd name="connsiteY8" fmla="*/ 251257 h 25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321" h="250958">
                      <a:moveTo>
                        <a:pt x="262179" y="251257"/>
                      </a:moveTo>
                      <a:cubicBezTo>
                        <a:pt x="194837" y="252590"/>
                        <a:pt x="135496" y="218014"/>
                        <a:pt x="75774" y="184582"/>
                      </a:cubicBezTo>
                      <a:cubicBezTo>
                        <a:pt x="65105" y="178581"/>
                        <a:pt x="55106" y="171342"/>
                        <a:pt x="44818" y="164674"/>
                      </a:cubicBezTo>
                      <a:cubicBezTo>
                        <a:pt x="-3474" y="133432"/>
                        <a:pt x="-9000" y="120288"/>
                        <a:pt x="3574" y="66853"/>
                      </a:cubicBezTo>
                      <a:cubicBezTo>
                        <a:pt x="11290" y="33706"/>
                        <a:pt x="48532" y="5416"/>
                        <a:pt x="88348" y="1511"/>
                      </a:cubicBezTo>
                      <a:cubicBezTo>
                        <a:pt x="157595" y="-5156"/>
                        <a:pt x="219507" y="18370"/>
                        <a:pt x="278848" y="50374"/>
                      </a:cubicBezTo>
                      <a:cubicBezTo>
                        <a:pt x="317899" y="71520"/>
                        <a:pt x="354285" y="97428"/>
                        <a:pt x="392004" y="121050"/>
                      </a:cubicBezTo>
                      <a:cubicBezTo>
                        <a:pt x="411054" y="132861"/>
                        <a:pt x="412482" y="148577"/>
                        <a:pt x="404673" y="167722"/>
                      </a:cubicBezTo>
                      <a:cubicBezTo>
                        <a:pt x="380193" y="226396"/>
                        <a:pt x="336568" y="252971"/>
                        <a:pt x="262179" y="25125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74" name="任意多边形: 形状 60"/>
                <p:cNvSpPr/>
                <p:nvPr/>
              </p:nvSpPr>
              <p:spPr>
                <a:xfrm>
                  <a:off x="13233545" y="1875542"/>
                  <a:ext cx="331376" cy="375345"/>
                </a:xfrm>
                <a:custGeom>
                  <a:avLst/>
                  <a:gdLst>
                    <a:gd name="connsiteX0" fmla="*/ 329052 w 331376"/>
                    <a:gd name="connsiteY0" fmla="*/ 66183 h 375345"/>
                    <a:gd name="connsiteX1" fmla="*/ 280379 w 331376"/>
                    <a:gd name="connsiteY1" fmla="*/ 190008 h 375345"/>
                    <a:gd name="connsiteX2" fmla="*/ 55781 w 331376"/>
                    <a:gd name="connsiteY2" fmla="*/ 370983 h 375345"/>
                    <a:gd name="connsiteX3" fmla="*/ 19871 w 331376"/>
                    <a:gd name="connsiteY3" fmla="*/ 361458 h 375345"/>
                    <a:gd name="connsiteX4" fmla="*/ 16250 w 331376"/>
                    <a:gd name="connsiteY4" fmla="*/ 217916 h 375345"/>
                    <a:gd name="connsiteX5" fmla="*/ 221705 w 331376"/>
                    <a:gd name="connsiteY5" fmla="*/ 23796 h 375345"/>
                    <a:gd name="connsiteX6" fmla="*/ 246564 w 331376"/>
                    <a:gd name="connsiteY6" fmla="*/ 9985 h 375345"/>
                    <a:gd name="connsiteX7" fmla="*/ 329052 w 331376"/>
                    <a:gd name="connsiteY7" fmla="*/ 60182 h 375345"/>
                    <a:gd name="connsiteX8" fmla="*/ 329052 w 331376"/>
                    <a:gd name="connsiteY8" fmla="*/ 66183 h 37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376" h="375345">
                      <a:moveTo>
                        <a:pt x="329052" y="66183"/>
                      </a:moveTo>
                      <a:cubicBezTo>
                        <a:pt x="330099" y="119808"/>
                        <a:pt x="306382" y="155908"/>
                        <a:pt x="280379" y="190008"/>
                      </a:cubicBezTo>
                      <a:cubicBezTo>
                        <a:pt x="220371" y="268208"/>
                        <a:pt x="140076" y="322119"/>
                        <a:pt x="55781" y="370983"/>
                      </a:cubicBezTo>
                      <a:cubicBezTo>
                        <a:pt x="41207" y="379364"/>
                        <a:pt x="30061" y="376888"/>
                        <a:pt x="19871" y="361458"/>
                      </a:cubicBezTo>
                      <a:cubicBezTo>
                        <a:pt x="-11657" y="313833"/>
                        <a:pt x="-6227" y="265731"/>
                        <a:pt x="16250" y="217916"/>
                      </a:cubicBezTo>
                      <a:cubicBezTo>
                        <a:pt x="59113" y="126571"/>
                        <a:pt x="137790" y="72183"/>
                        <a:pt x="221705" y="23796"/>
                      </a:cubicBezTo>
                      <a:cubicBezTo>
                        <a:pt x="229896" y="19129"/>
                        <a:pt x="238088" y="14271"/>
                        <a:pt x="246564" y="9985"/>
                      </a:cubicBezTo>
                      <a:cubicBezTo>
                        <a:pt x="292762" y="-13351"/>
                        <a:pt x="325718" y="6746"/>
                        <a:pt x="329052" y="60182"/>
                      </a:cubicBezTo>
                      <a:cubicBezTo>
                        <a:pt x="329338" y="64563"/>
                        <a:pt x="329052" y="69326"/>
                        <a:pt x="329052" y="66183"/>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75" name="任意多边形: 形状 61"/>
                <p:cNvSpPr/>
                <p:nvPr/>
              </p:nvSpPr>
              <p:spPr>
                <a:xfrm>
                  <a:off x="12933210" y="3710332"/>
                  <a:ext cx="215577" cy="466153"/>
                </a:xfrm>
                <a:custGeom>
                  <a:avLst/>
                  <a:gdLst>
                    <a:gd name="connsiteX0" fmla="*/ 71126 w 215577"/>
                    <a:gd name="connsiteY0" fmla="*/ 466529 h 466153"/>
                    <a:gd name="connsiteX1" fmla="*/ 8453 w 215577"/>
                    <a:gd name="connsiteY1" fmla="*/ 342704 h 466153"/>
                    <a:gd name="connsiteX2" fmla="*/ 35598 w 215577"/>
                    <a:gd name="connsiteY2" fmla="*/ 96293 h 466153"/>
                    <a:gd name="connsiteX3" fmla="*/ 179235 w 215577"/>
                    <a:gd name="connsiteY3" fmla="*/ 376 h 466153"/>
                    <a:gd name="connsiteX4" fmla="*/ 212668 w 215577"/>
                    <a:gd name="connsiteY4" fmla="*/ 36952 h 466153"/>
                    <a:gd name="connsiteX5" fmla="*/ 178568 w 215577"/>
                    <a:gd name="connsiteY5" fmla="*/ 267171 h 466153"/>
                    <a:gd name="connsiteX6" fmla="*/ 71126 w 215577"/>
                    <a:gd name="connsiteY6" fmla="*/ 466529 h 4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577" h="466153">
                      <a:moveTo>
                        <a:pt x="71126" y="466529"/>
                      </a:moveTo>
                      <a:cubicBezTo>
                        <a:pt x="38837" y="432115"/>
                        <a:pt x="17024" y="389139"/>
                        <a:pt x="8453" y="342704"/>
                      </a:cubicBezTo>
                      <a:cubicBezTo>
                        <a:pt x="-9551" y="258218"/>
                        <a:pt x="-7360" y="174112"/>
                        <a:pt x="35598" y="96293"/>
                      </a:cubicBezTo>
                      <a:cubicBezTo>
                        <a:pt x="66363" y="40571"/>
                        <a:pt x="110370" y="1043"/>
                        <a:pt x="179235" y="376"/>
                      </a:cubicBezTo>
                      <a:cubicBezTo>
                        <a:pt x="204285" y="376"/>
                        <a:pt x="216573" y="10568"/>
                        <a:pt x="212668" y="36952"/>
                      </a:cubicBezTo>
                      <a:cubicBezTo>
                        <a:pt x="201525" y="113723"/>
                        <a:pt x="194665" y="191447"/>
                        <a:pt x="178568" y="267171"/>
                      </a:cubicBezTo>
                      <a:cubicBezTo>
                        <a:pt x="162853" y="341276"/>
                        <a:pt x="120750" y="403950"/>
                        <a:pt x="71126" y="46652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76" name="任意多边形: 形状 62"/>
                <p:cNvSpPr/>
                <p:nvPr/>
              </p:nvSpPr>
              <p:spPr>
                <a:xfrm>
                  <a:off x="12991627" y="2600764"/>
                  <a:ext cx="374631" cy="342453"/>
                </a:xfrm>
                <a:custGeom>
                  <a:avLst/>
                  <a:gdLst>
                    <a:gd name="connsiteX0" fmla="*/ 290173 w 374631"/>
                    <a:gd name="connsiteY0" fmla="*/ 376 h 342453"/>
                    <a:gd name="connsiteX1" fmla="*/ 354658 w 374631"/>
                    <a:gd name="connsiteY1" fmla="*/ 19426 h 342453"/>
                    <a:gd name="connsiteX2" fmla="*/ 366278 w 374631"/>
                    <a:gd name="connsiteY2" fmla="*/ 55050 h 342453"/>
                    <a:gd name="connsiteX3" fmla="*/ 63669 w 374631"/>
                    <a:gd name="connsiteY3" fmla="*/ 329369 h 342453"/>
                    <a:gd name="connsiteX4" fmla="*/ 4805 w 374631"/>
                    <a:gd name="connsiteY4" fmla="*/ 281744 h 342453"/>
                    <a:gd name="connsiteX5" fmla="*/ 235214 w 374631"/>
                    <a:gd name="connsiteY5" fmla="*/ 10853 h 342453"/>
                    <a:gd name="connsiteX6" fmla="*/ 249215 w 374631"/>
                    <a:gd name="connsiteY6" fmla="*/ 8091 h 342453"/>
                    <a:gd name="connsiteX7" fmla="*/ 288934 w 374631"/>
                    <a:gd name="connsiteY7" fmla="*/ 4281 h 342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631" h="342453">
                      <a:moveTo>
                        <a:pt x="290173" y="376"/>
                      </a:moveTo>
                      <a:cubicBezTo>
                        <a:pt x="311700" y="6567"/>
                        <a:pt x="333227" y="12568"/>
                        <a:pt x="354658" y="19426"/>
                      </a:cubicBezTo>
                      <a:cubicBezTo>
                        <a:pt x="376089" y="26284"/>
                        <a:pt x="375708" y="40286"/>
                        <a:pt x="366278" y="55050"/>
                      </a:cubicBezTo>
                      <a:cubicBezTo>
                        <a:pt x="290078" y="173731"/>
                        <a:pt x="206258" y="283650"/>
                        <a:pt x="63669" y="329369"/>
                      </a:cubicBezTo>
                      <a:cubicBezTo>
                        <a:pt x="-6150" y="351848"/>
                        <a:pt x="-9959" y="352420"/>
                        <a:pt x="4805" y="281744"/>
                      </a:cubicBezTo>
                      <a:cubicBezTo>
                        <a:pt x="32140" y="151061"/>
                        <a:pt x="109580" y="59907"/>
                        <a:pt x="235214" y="10853"/>
                      </a:cubicBezTo>
                      <a:cubicBezTo>
                        <a:pt x="239786" y="9349"/>
                        <a:pt x="244453" y="8424"/>
                        <a:pt x="249215" y="8091"/>
                      </a:cubicBezTo>
                      <a:cubicBezTo>
                        <a:pt x="262359" y="6662"/>
                        <a:pt x="275695" y="5519"/>
                        <a:pt x="288934" y="4281"/>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77" name="任意多边形: 形状 447"/>
                <p:cNvSpPr/>
                <p:nvPr/>
              </p:nvSpPr>
              <p:spPr>
                <a:xfrm>
                  <a:off x="12896438" y="2957334"/>
                  <a:ext cx="306433" cy="392571"/>
                </a:xfrm>
                <a:custGeom>
                  <a:avLst/>
                  <a:gdLst>
                    <a:gd name="connsiteX0" fmla="*/ 14364 w 306433"/>
                    <a:gd name="connsiteY0" fmla="*/ 392947 h 392571"/>
                    <a:gd name="connsiteX1" fmla="*/ 1027 w 306433"/>
                    <a:gd name="connsiteY1" fmla="*/ 351514 h 392571"/>
                    <a:gd name="connsiteX2" fmla="*/ 194671 w 306433"/>
                    <a:gd name="connsiteY2" fmla="*/ 6804 h 392571"/>
                    <a:gd name="connsiteX3" fmla="*/ 293065 w 306433"/>
                    <a:gd name="connsiteY3" fmla="*/ 1565 h 392571"/>
                    <a:gd name="connsiteX4" fmla="*/ 303923 w 306433"/>
                    <a:gd name="connsiteY4" fmla="*/ 30140 h 392571"/>
                    <a:gd name="connsiteX5" fmla="*/ 208673 w 306433"/>
                    <a:gd name="connsiteY5" fmla="*/ 231880 h 392571"/>
                    <a:gd name="connsiteX6" fmla="*/ 14364 w 306433"/>
                    <a:gd name="connsiteY6" fmla="*/ 392947 h 39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6433" h="392571">
                      <a:moveTo>
                        <a:pt x="14364" y="392947"/>
                      </a:moveTo>
                      <a:cubicBezTo>
                        <a:pt x="8934" y="379460"/>
                        <a:pt x="4457" y="365620"/>
                        <a:pt x="1027" y="351514"/>
                      </a:cubicBezTo>
                      <a:cubicBezTo>
                        <a:pt x="-20499" y="225974"/>
                        <a:pt x="68179" y="47952"/>
                        <a:pt x="194671" y="6804"/>
                      </a:cubicBezTo>
                      <a:cubicBezTo>
                        <a:pt x="224960" y="-2721"/>
                        <a:pt x="260107" y="994"/>
                        <a:pt x="293065" y="1565"/>
                      </a:cubicBezTo>
                      <a:cubicBezTo>
                        <a:pt x="297065" y="1565"/>
                        <a:pt x="306018" y="21377"/>
                        <a:pt x="303923" y="30140"/>
                      </a:cubicBezTo>
                      <a:cubicBezTo>
                        <a:pt x="284873" y="103292"/>
                        <a:pt x="250203" y="169015"/>
                        <a:pt x="208673" y="231880"/>
                      </a:cubicBezTo>
                      <a:cubicBezTo>
                        <a:pt x="160571" y="302936"/>
                        <a:pt x="86943" y="341227"/>
                        <a:pt x="14364" y="392947"/>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78" name="任意多边形: 形状 448"/>
                <p:cNvSpPr/>
                <p:nvPr/>
              </p:nvSpPr>
              <p:spPr>
                <a:xfrm>
                  <a:off x="13139120" y="2234852"/>
                  <a:ext cx="374959" cy="357217"/>
                </a:xfrm>
                <a:custGeom>
                  <a:avLst/>
                  <a:gdLst>
                    <a:gd name="connsiteX0" fmla="*/ -2099 w 374959"/>
                    <a:gd name="connsiteY0" fmla="*/ 326664 h 357217"/>
                    <a:gd name="connsiteX1" fmla="*/ 154206 w 374959"/>
                    <a:gd name="connsiteY1" fmla="*/ 69489 h 357217"/>
                    <a:gd name="connsiteX2" fmla="*/ 343848 w 374959"/>
                    <a:gd name="connsiteY2" fmla="*/ 814 h 357217"/>
                    <a:gd name="connsiteX3" fmla="*/ 366995 w 374959"/>
                    <a:gd name="connsiteY3" fmla="*/ 32723 h 357217"/>
                    <a:gd name="connsiteX4" fmla="*/ 23046 w 374959"/>
                    <a:gd name="connsiteY4" fmla="*/ 354763 h 357217"/>
                    <a:gd name="connsiteX5" fmla="*/ -2099 w 374959"/>
                    <a:gd name="connsiteY5" fmla="*/ 326664 h 35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959" h="357217">
                      <a:moveTo>
                        <a:pt x="-2099" y="326664"/>
                      </a:moveTo>
                      <a:cubicBezTo>
                        <a:pt x="7426" y="221889"/>
                        <a:pt x="64576" y="136164"/>
                        <a:pt x="154206" y="69489"/>
                      </a:cubicBezTo>
                      <a:cubicBezTo>
                        <a:pt x="209356" y="28570"/>
                        <a:pt x="275268" y="4691"/>
                        <a:pt x="343848" y="814"/>
                      </a:cubicBezTo>
                      <a:cubicBezTo>
                        <a:pt x="374899" y="-1377"/>
                        <a:pt x="377948" y="3957"/>
                        <a:pt x="366995" y="32723"/>
                      </a:cubicBezTo>
                      <a:cubicBezTo>
                        <a:pt x="304796" y="195981"/>
                        <a:pt x="187257" y="300470"/>
                        <a:pt x="23046" y="354763"/>
                      </a:cubicBezTo>
                      <a:cubicBezTo>
                        <a:pt x="2759" y="361907"/>
                        <a:pt x="-3052" y="356573"/>
                        <a:pt x="-2099" y="32666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79" name="任意多边形: 形状 449"/>
                <p:cNvSpPr/>
                <p:nvPr/>
              </p:nvSpPr>
              <p:spPr>
                <a:xfrm>
                  <a:off x="13039047" y="4065476"/>
                  <a:ext cx="201524" cy="412094"/>
                </a:xfrm>
                <a:custGeom>
                  <a:avLst/>
                  <a:gdLst>
                    <a:gd name="connsiteX0" fmla="*/ 95211 w 201524"/>
                    <a:gd name="connsiteY0" fmla="*/ 412470 h 412094"/>
                    <a:gd name="connsiteX1" fmla="*/ 16153 w 201524"/>
                    <a:gd name="connsiteY1" fmla="*/ 299789 h 412094"/>
                    <a:gd name="connsiteX2" fmla="*/ 1579 w 201524"/>
                    <a:gd name="connsiteY2" fmla="*/ 139483 h 412094"/>
                    <a:gd name="connsiteX3" fmla="*/ 120928 w 201524"/>
                    <a:gd name="connsiteY3" fmla="*/ 704 h 412094"/>
                    <a:gd name="connsiteX4" fmla="*/ 187603 w 201524"/>
                    <a:gd name="connsiteY4" fmla="*/ 8229 h 412094"/>
                    <a:gd name="connsiteX5" fmla="*/ 199319 w 201524"/>
                    <a:gd name="connsiteY5" fmla="*/ 30708 h 412094"/>
                    <a:gd name="connsiteX6" fmla="*/ 187508 w 201524"/>
                    <a:gd name="connsiteY6" fmla="*/ 240925 h 412094"/>
                    <a:gd name="connsiteX7" fmla="*/ 159600 w 201524"/>
                    <a:gd name="connsiteY7" fmla="*/ 314934 h 412094"/>
                    <a:gd name="connsiteX8" fmla="*/ 95211 w 201524"/>
                    <a:gd name="connsiteY8" fmla="*/ 412470 h 41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524" h="412094">
                      <a:moveTo>
                        <a:pt x="95211" y="412470"/>
                      </a:moveTo>
                      <a:cubicBezTo>
                        <a:pt x="58443" y="383438"/>
                        <a:pt x="30917" y="344261"/>
                        <a:pt x="16153" y="299789"/>
                      </a:cubicBezTo>
                      <a:cubicBezTo>
                        <a:pt x="-1565" y="248307"/>
                        <a:pt x="-6518" y="193309"/>
                        <a:pt x="1579" y="139483"/>
                      </a:cubicBezTo>
                      <a:cubicBezTo>
                        <a:pt x="8342" y="87763"/>
                        <a:pt x="46442" y="10039"/>
                        <a:pt x="120928" y="704"/>
                      </a:cubicBezTo>
                      <a:cubicBezTo>
                        <a:pt x="143406" y="-591"/>
                        <a:pt x="165981" y="1952"/>
                        <a:pt x="187603" y="8229"/>
                      </a:cubicBezTo>
                      <a:cubicBezTo>
                        <a:pt x="193128" y="9467"/>
                        <a:pt x="199605" y="23088"/>
                        <a:pt x="199319" y="30708"/>
                      </a:cubicBezTo>
                      <a:cubicBezTo>
                        <a:pt x="196556" y="100907"/>
                        <a:pt x="194461" y="171202"/>
                        <a:pt x="187508" y="240925"/>
                      </a:cubicBezTo>
                      <a:cubicBezTo>
                        <a:pt x="183222" y="267195"/>
                        <a:pt x="173697" y="292350"/>
                        <a:pt x="159600" y="314934"/>
                      </a:cubicBezTo>
                      <a:cubicBezTo>
                        <a:pt x="140931" y="347795"/>
                        <a:pt x="118165" y="378180"/>
                        <a:pt x="95211" y="4124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80" name="任意多边形: 形状 450"/>
                <p:cNvSpPr/>
                <p:nvPr/>
              </p:nvSpPr>
              <p:spPr>
                <a:xfrm>
                  <a:off x="13394067" y="4617829"/>
                  <a:ext cx="225782" cy="377282"/>
                </a:xfrm>
                <a:custGeom>
                  <a:avLst/>
                  <a:gdLst>
                    <a:gd name="connsiteX0" fmla="*/ 223586 w 225782"/>
                    <a:gd name="connsiteY0" fmla="*/ 243974 h 377282"/>
                    <a:gd name="connsiteX1" fmla="*/ 193390 w 225782"/>
                    <a:gd name="connsiteY1" fmla="*/ 372657 h 377282"/>
                    <a:gd name="connsiteX2" fmla="*/ 164815 w 225782"/>
                    <a:gd name="connsiteY2" fmla="*/ 376182 h 377282"/>
                    <a:gd name="connsiteX3" fmla="*/ 21940 w 225782"/>
                    <a:gd name="connsiteY3" fmla="*/ 236450 h 377282"/>
                    <a:gd name="connsiteX4" fmla="*/ 5843 w 225782"/>
                    <a:gd name="connsiteY4" fmla="*/ 90527 h 377282"/>
                    <a:gd name="connsiteX5" fmla="*/ 124524 w 225782"/>
                    <a:gd name="connsiteY5" fmla="*/ 420 h 377282"/>
                    <a:gd name="connsiteX6" fmla="*/ 148146 w 225782"/>
                    <a:gd name="connsiteY6" fmla="*/ 12327 h 377282"/>
                    <a:gd name="connsiteX7" fmla="*/ 223586 w 225782"/>
                    <a:gd name="connsiteY7" fmla="*/ 243974 h 37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82" h="377282">
                      <a:moveTo>
                        <a:pt x="223586" y="243974"/>
                      </a:moveTo>
                      <a:cubicBezTo>
                        <a:pt x="215298" y="280741"/>
                        <a:pt x="205582" y="327033"/>
                        <a:pt x="193390" y="372657"/>
                      </a:cubicBezTo>
                      <a:cubicBezTo>
                        <a:pt x="192439" y="376277"/>
                        <a:pt x="172721" y="379706"/>
                        <a:pt x="164815" y="376182"/>
                      </a:cubicBezTo>
                      <a:cubicBezTo>
                        <a:pt x="101474" y="348922"/>
                        <a:pt x="50610" y="299124"/>
                        <a:pt x="21940" y="236450"/>
                      </a:cubicBezTo>
                      <a:cubicBezTo>
                        <a:pt x="318" y="190158"/>
                        <a:pt x="-10826" y="142533"/>
                        <a:pt x="5843" y="90527"/>
                      </a:cubicBezTo>
                      <a:cubicBezTo>
                        <a:pt x="21465" y="41663"/>
                        <a:pt x="73471" y="-1199"/>
                        <a:pt x="124524" y="420"/>
                      </a:cubicBezTo>
                      <a:cubicBezTo>
                        <a:pt x="133763" y="772"/>
                        <a:pt x="142337" y="5117"/>
                        <a:pt x="148146" y="12327"/>
                      </a:cubicBezTo>
                      <a:cubicBezTo>
                        <a:pt x="185676" y="81954"/>
                        <a:pt x="217870" y="153392"/>
                        <a:pt x="223586" y="243974"/>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81" name="任意多边形: 形状 451"/>
                <p:cNvSpPr/>
                <p:nvPr/>
              </p:nvSpPr>
              <p:spPr>
                <a:xfrm>
                  <a:off x="12876994" y="3374377"/>
                  <a:ext cx="224744" cy="389353"/>
                </a:xfrm>
                <a:custGeom>
                  <a:avLst/>
                  <a:gdLst>
                    <a:gd name="connsiteX0" fmla="*/ -2197 w 224744"/>
                    <a:gd name="connsiteY0" fmla="*/ 261369 h 389353"/>
                    <a:gd name="connsiteX1" fmla="*/ 101148 w 224744"/>
                    <a:gd name="connsiteY1" fmla="*/ 24292 h 389353"/>
                    <a:gd name="connsiteX2" fmla="*/ 192398 w 224744"/>
                    <a:gd name="connsiteY2" fmla="*/ 2860 h 389353"/>
                    <a:gd name="connsiteX3" fmla="*/ 221736 w 224744"/>
                    <a:gd name="connsiteY3" fmla="*/ 42008 h 389353"/>
                    <a:gd name="connsiteX4" fmla="*/ 148108 w 224744"/>
                    <a:gd name="connsiteY4" fmla="*/ 296135 h 389353"/>
                    <a:gd name="connsiteX5" fmla="*/ 44761 w 224744"/>
                    <a:gd name="connsiteY5" fmla="*/ 386242 h 389353"/>
                    <a:gd name="connsiteX6" fmla="*/ 16186 w 224744"/>
                    <a:gd name="connsiteY6" fmla="*/ 373192 h 389353"/>
                    <a:gd name="connsiteX7" fmla="*/ -2197 w 224744"/>
                    <a:gd name="connsiteY7" fmla="*/ 261369 h 389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744" h="389353">
                      <a:moveTo>
                        <a:pt x="-2197" y="261369"/>
                      </a:moveTo>
                      <a:cubicBezTo>
                        <a:pt x="-1341" y="166690"/>
                        <a:pt x="24283" y="84680"/>
                        <a:pt x="101148" y="24292"/>
                      </a:cubicBezTo>
                      <a:cubicBezTo>
                        <a:pt x="126772" y="3765"/>
                        <a:pt x="160298" y="-4112"/>
                        <a:pt x="192398" y="2860"/>
                      </a:cubicBezTo>
                      <a:cubicBezTo>
                        <a:pt x="213543" y="6766"/>
                        <a:pt x="225926" y="16481"/>
                        <a:pt x="221736" y="42008"/>
                      </a:cubicBezTo>
                      <a:cubicBezTo>
                        <a:pt x="207544" y="129829"/>
                        <a:pt x="200779" y="219745"/>
                        <a:pt x="148108" y="296135"/>
                      </a:cubicBezTo>
                      <a:cubicBezTo>
                        <a:pt x="121437" y="334711"/>
                        <a:pt x="90958" y="368906"/>
                        <a:pt x="44761" y="386242"/>
                      </a:cubicBezTo>
                      <a:cubicBezTo>
                        <a:pt x="28473" y="392338"/>
                        <a:pt x="19425" y="391861"/>
                        <a:pt x="16186" y="373192"/>
                      </a:cubicBezTo>
                      <a:cubicBezTo>
                        <a:pt x="10279" y="335854"/>
                        <a:pt x="3993" y="298707"/>
                        <a:pt x="-2197" y="261369"/>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sp>
              <p:nvSpPr>
                <p:cNvPr id="282" name="任意多边形: 形状 452"/>
                <p:cNvSpPr/>
                <p:nvPr/>
              </p:nvSpPr>
              <p:spPr>
                <a:xfrm>
                  <a:off x="13198922" y="4374711"/>
                  <a:ext cx="212518" cy="363130"/>
                </a:xfrm>
                <a:custGeom>
                  <a:avLst/>
                  <a:gdLst>
                    <a:gd name="connsiteX0" fmla="*/ 202513 w 212518"/>
                    <a:gd name="connsiteY0" fmla="*/ 186389 h 363130"/>
                    <a:gd name="connsiteX1" fmla="*/ 163173 w 212518"/>
                    <a:gd name="connsiteY1" fmla="*/ 308118 h 363130"/>
                    <a:gd name="connsiteX2" fmla="*/ 144123 w 212518"/>
                    <a:gd name="connsiteY2" fmla="*/ 336217 h 363130"/>
                    <a:gd name="connsiteX3" fmla="*/ 91926 w 212518"/>
                    <a:gd name="connsiteY3" fmla="*/ 346314 h 363130"/>
                    <a:gd name="connsiteX4" fmla="*/ 2106 w 212518"/>
                    <a:gd name="connsiteY4" fmla="*/ 101426 h 363130"/>
                    <a:gd name="connsiteX5" fmla="*/ 144981 w 212518"/>
                    <a:gd name="connsiteY5" fmla="*/ 2175 h 363130"/>
                    <a:gd name="connsiteX6" fmla="*/ 168889 w 212518"/>
                    <a:gd name="connsiteY6" fmla="*/ 25893 h 363130"/>
                    <a:gd name="connsiteX7" fmla="*/ 210322 w 212518"/>
                    <a:gd name="connsiteY7" fmla="*/ 184770 h 363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518" h="363130">
                      <a:moveTo>
                        <a:pt x="202513" y="186389"/>
                      </a:moveTo>
                      <a:cubicBezTo>
                        <a:pt x="206417" y="232585"/>
                        <a:pt x="190511" y="272114"/>
                        <a:pt x="163173" y="308118"/>
                      </a:cubicBezTo>
                      <a:cubicBezTo>
                        <a:pt x="156315" y="317109"/>
                        <a:pt x="149934" y="326491"/>
                        <a:pt x="144123" y="336217"/>
                      </a:cubicBezTo>
                      <a:cubicBezTo>
                        <a:pt x="124501" y="369555"/>
                        <a:pt x="120501" y="371650"/>
                        <a:pt x="91926" y="346314"/>
                      </a:cubicBezTo>
                      <a:cubicBezTo>
                        <a:pt x="18489" y="281163"/>
                        <a:pt x="-14753" y="199724"/>
                        <a:pt x="2106" y="101426"/>
                      </a:cubicBezTo>
                      <a:cubicBezTo>
                        <a:pt x="12773" y="39037"/>
                        <a:pt x="82973" y="-9731"/>
                        <a:pt x="144981" y="2175"/>
                      </a:cubicBezTo>
                      <a:cubicBezTo>
                        <a:pt x="156125" y="6042"/>
                        <a:pt x="164982" y="14767"/>
                        <a:pt x="168889" y="25893"/>
                      </a:cubicBezTo>
                      <a:cubicBezTo>
                        <a:pt x="184128" y="78471"/>
                        <a:pt x="196797" y="131715"/>
                        <a:pt x="210322" y="184770"/>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cs typeface="+mn-ea"/>
                  </a:endParaRPr>
                </a:p>
              </p:txBody>
            </p:sp>
          </p:grpSp>
        </p:grpSp>
        <p:grpSp>
          <p:nvGrpSpPr>
            <p:cNvPr id="654" name="组合 653"/>
            <p:cNvGrpSpPr/>
            <p:nvPr/>
          </p:nvGrpSpPr>
          <p:grpSpPr>
            <a:xfrm>
              <a:off x="9919" y="4873"/>
              <a:ext cx="4677" cy="5884"/>
              <a:chOff x="9486" y="4250"/>
              <a:chExt cx="5289" cy="6651"/>
            </a:xfrm>
          </p:grpSpPr>
          <p:pic>
            <p:nvPicPr>
              <p:cNvPr id="11" name="图片 10"/>
              <p:cNvPicPr/>
              <p:nvPr/>
            </p:nvPicPr>
            <p:blipFill>
              <a:blip r:embed="rId7">
                <a:alphaModFix amt="50000"/>
                <a:extLst>
                  <a:ext uri="{BEBA8EAE-BF5A-486C-A8C5-ECC9F3942E4B}">
                    <a14:imgProps xmlns:a14="http://schemas.microsoft.com/office/drawing/2010/main">
                      <a14:imgLayer r:embed="rId8">
                        <a14:imgEffect>
                          <a14:artisticBlur radius="1"/>
                        </a14:imgEffect>
                      </a14:imgLayer>
                    </a14:imgProps>
                  </a:ext>
                </a:extLst>
              </a:blip>
              <a:stretch>
                <a:fillRect/>
              </a:stretch>
            </p:blipFill>
            <p:spPr>
              <a:xfrm>
                <a:off x="9706" y="9672"/>
                <a:ext cx="5069" cy="1229"/>
              </a:xfrm>
              <a:prstGeom prst="rect">
                <a:avLst/>
              </a:prstGeom>
            </p:spPr>
          </p:pic>
          <p:pic>
            <p:nvPicPr>
              <p:cNvPr id="7" name="图片 6" descr="奖杯"/>
              <p:cNvPicPr>
                <a:picLocks noChangeAspect="1"/>
              </p:cNvPicPr>
              <p:nvPr/>
            </p:nvPicPr>
            <p:blipFill>
              <a:blip r:embed="rId9"/>
              <a:stretch>
                <a:fillRect/>
              </a:stretch>
            </p:blipFill>
            <p:spPr>
              <a:xfrm>
                <a:off x="9486" y="4250"/>
                <a:ext cx="5119" cy="6038"/>
              </a:xfrm>
              <a:prstGeom prst="rect">
                <a:avLst/>
              </a:prstGeom>
            </p:spPr>
          </p:pic>
        </p:grpSp>
        <p:sp>
          <p:nvSpPr>
            <p:cNvPr id="292" name="文本框 291"/>
            <p:cNvSpPr txBox="1"/>
            <p:nvPr/>
          </p:nvSpPr>
          <p:spPr>
            <a:xfrm>
              <a:off x="727" y="6838"/>
              <a:ext cx="3118" cy="1020"/>
            </a:xfrm>
            <a:prstGeom prst="rect">
              <a:avLst/>
            </a:prstGeom>
            <a:noFill/>
          </p:spPr>
          <p:txBody>
            <a:bodyPr wrap="square" lIns="36195" rIns="36195"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spc="100" dirty="0">
                  <a:ln w="3175">
                    <a:noFill/>
                    <a:prstDash val="dash"/>
                  </a:ln>
                  <a:solidFill>
                    <a:schemeClr val="dk1">
                      <a:lumMod val="75000"/>
                      <a:lumOff val="25000"/>
                    </a:schemeClr>
                  </a:solidFill>
                  <a:uFillTx/>
                  <a:latin typeface="微软雅黑 Light" panose="020B0502040204020203" charset="-122"/>
                  <a:ea typeface="微软雅黑 Light" panose="020B0502040204020203" charset="-122"/>
                  <a:cs typeface="微软雅黑 Light" panose="020B0502040204020203" charset="-122"/>
                  <a:sym typeface="+mn-ea"/>
                </a:rPr>
                <a:t>曾担任国家质检总局“食品包装检验检测公共技术服务平台建设”专家组成员</a:t>
              </a:r>
              <a:endParaRPr lang="zh-CN" altLang="en-US" sz="1200" b="1" dirty="0">
                <a:solidFill>
                  <a:schemeClr val="tx1"/>
                </a:solidFill>
                <a:latin typeface="微软雅黑 Light" panose="020B0502040204020203" charset="-122"/>
                <a:ea typeface="微软雅黑 Light" panose="020B0502040204020203" charset="-122"/>
                <a:cs typeface="微软雅黑 Light" panose="020B0502040204020203" charset="-122"/>
              </a:endParaRPr>
            </a:p>
          </p:txBody>
        </p:sp>
        <p:sp>
          <p:nvSpPr>
            <p:cNvPr id="293" name="文本框 292"/>
            <p:cNvSpPr txBox="1"/>
            <p:nvPr/>
          </p:nvSpPr>
          <p:spPr>
            <a:xfrm>
              <a:off x="7495" y="6838"/>
              <a:ext cx="3118" cy="1020"/>
            </a:xfrm>
            <a:prstGeom prst="rect">
              <a:avLst/>
            </a:prstGeom>
            <a:noFill/>
          </p:spPr>
          <p:txBody>
            <a:bodyPr wrap="square" lIns="36195" rIns="36195"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1200" spc="100" dirty="0">
                  <a:ln w="3175">
                    <a:noFill/>
                    <a:prstDash val="dash"/>
                  </a:ln>
                  <a:solidFill>
                    <a:schemeClr val="dk1">
                      <a:lumMod val="75000"/>
                      <a:lumOff val="25000"/>
                    </a:schemeClr>
                  </a:solidFill>
                  <a:uFillTx/>
                  <a:latin typeface="微软雅黑 Light" panose="020B0502040204020203" charset="-122"/>
                  <a:ea typeface="微软雅黑 Light" panose="020B0502040204020203" charset="-122"/>
                  <a:cs typeface="微软雅黑 Light" panose="020B0502040204020203" charset="-122"/>
                  <a:sym typeface="+mn-ea"/>
                </a:rPr>
                <a:t>世界包装组织理事大会</a:t>
              </a:r>
              <a:endParaRPr lang="zh-CN" altLang="en-US" sz="1200" spc="100" dirty="0">
                <a:ln w="3175">
                  <a:noFill/>
                  <a:prstDash val="dash"/>
                </a:ln>
                <a:solidFill>
                  <a:schemeClr val="dk1">
                    <a:lumMod val="75000"/>
                    <a:lumOff val="25000"/>
                  </a:schemeClr>
                </a:solidFill>
                <a:uFillTx/>
                <a:latin typeface="微软雅黑 Light" panose="020B0502040204020203" charset="-122"/>
                <a:ea typeface="微软雅黑 Light" panose="020B0502040204020203" charset="-122"/>
                <a:cs typeface="微软雅黑 Light" panose="020B0502040204020203" charset="-122"/>
                <a:sym typeface="+mn-ea"/>
              </a:endParaRPr>
            </a:p>
            <a:p>
              <a:pPr lvl="0" algn="ctr">
                <a:buClrTx/>
                <a:buSzTx/>
                <a:buFontTx/>
              </a:pPr>
              <a:r>
                <a:rPr lang="zh-CN" altLang="en-US" sz="1200" spc="100" dirty="0">
                  <a:ln w="3175">
                    <a:noFill/>
                    <a:prstDash val="dash"/>
                  </a:ln>
                  <a:solidFill>
                    <a:schemeClr val="dk1">
                      <a:lumMod val="75000"/>
                      <a:lumOff val="25000"/>
                    </a:schemeClr>
                  </a:solidFill>
                  <a:uFillTx/>
                  <a:latin typeface="微软雅黑 Light" panose="020B0502040204020203" charset="-122"/>
                  <a:ea typeface="微软雅黑 Light" panose="020B0502040204020203" charset="-122"/>
                  <a:cs typeface="微软雅黑 Light" panose="020B0502040204020203" charset="-122"/>
                  <a:sym typeface="+mn-ea"/>
                </a:rPr>
                <a:t>国际绿色包装发展高峰论坛主办单位</a:t>
              </a:r>
              <a:endParaRPr lang="zh-CN" altLang="en-US" sz="1200" spc="100" dirty="0">
                <a:ln w="3175">
                  <a:noFill/>
                  <a:prstDash val="dash"/>
                </a:ln>
                <a:solidFill>
                  <a:schemeClr val="dk1">
                    <a:lumMod val="75000"/>
                    <a:lumOff val="25000"/>
                  </a:schemeClr>
                </a:solidFill>
                <a:uFillTx/>
                <a:latin typeface="微软雅黑 Light" panose="020B0502040204020203" charset="-122"/>
                <a:ea typeface="微软雅黑 Light" panose="020B0502040204020203" charset="-122"/>
                <a:cs typeface="微软雅黑 Light" panose="020B0502040204020203" charset="-122"/>
                <a:sym typeface="+mn-ea"/>
              </a:endParaRPr>
            </a:p>
          </p:txBody>
        </p:sp>
        <p:sp>
          <p:nvSpPr>
            <p:cNvPr id="294" name="文本框 293"/>
            <p:cNvSpPr txBox="1"/>
            <p:nvPr/>
          </p:nvSpPr>
          <p:spPr>
            <a:xfrm>
              <a:off x="4111" y="6838"/>
              <a:ext cx="3118" cy="1020"/>
            </a:xfrm>
            <a:prstGeom prst="rect">
              <a:avLst/>
            </a:prstGeom>
            <a:noFill/>
          </p:spPr>
          <p:txBody>
            <a:bodyPr wrap="square" lIns="36195" rIns="36195"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sz="1200" spc="100" dirty="0">
                  <a:ln w="3175">
                    <a:noFill/>
                    <a:prstDash val="dash"/>
                  </a:ln>
                  <a:solidFill>
                    <a:schemeClr val="dk1">
                      <a:lumMod val="75000"/>
                      <a:lumOff val="25000"/>
                    </a:schemeClr>
                  </a:solidFill>
                  <a:uFillTx/>
                  <a:latin typeface="微软雅黑 Light" panose="020B0502040204020203" charset="-122"/>
                  <a:ea typeface="微软雅黑 Light" panose="020B0502040204020203" charset="-122"/>
                  <a:cs typeface="微软雅黑 Light" panose="020B0502040204020203" charset="-122"/>
                  <a:sym typeface="+mn-ea"/>
                </a:rPr>
                <a:t>美国ASTM协会成员</a:t>
              </a:r>
              <a:endParaRPr lang="zh-CN" altLang="en-US" sz="1200" spc="100" dirty="0">
                <a:ln w="3175">
                  <a:noFill/>
                  <a:prstDash val="dash"/>
                </a:ln>
                <a:solidFill>
                  <a:schemeClr val="dk1">
                    <a:lumMod val="75000"/>
                    <a:lumOff val="25000"/>
                  </a:schemeClr>
                </a:solidFill>
                <a:uFillTx/>
                <a:latin typeface="微软雅黑 Light" panose="020B0502040204020203" charset="-122"/>
                <a:ea typeface="微软雅黑 Light" panose="020B0502040204020203" charset="-122"/>
                <a:cs typeface="微软雅黑 Light" panose="020B0502040204020203" charset="-122"/>
                <a:sym typeface="+mn-ea"/>
              </a:endParaRPr>
            </a:p>
            <a:p>
              <a:pPr lvl="0" algn="ctr">
                <a:buClrTx/>
                <a:buSzTx/>
                <a:buFontTx/>
              </a:pPr>
              <a:r>
                <a:rPr lang="zh-CN" altLang="en-US" sz="1200" spc="100" dirty="0">
                  <a:ln w="3175">
                    <a:noFill/>
                    <a:prstDash val="dash"/>
                  </a:ln>
                  <a:solidFill>
                    <a:schemeClr val="dk1">
                      <a:lumMod val="75000"/>
                      <a:lumOff val="25000"/>
                    </a:schemeClr>
                  </a:solidFill>
                  <a:uFillTx/>
                  <a:latin typeface="微软雅黑 Light" panose="020B0502040204020203" charset="-122"/>
                  <a:ea typeface="微软雅黑 Light" panose="020B0502040204020203" charset="-122"/>
                  <a:cs typeface="微软雅黑 Light" panose="020B0502040204020203" charset="-122"/>
                  <a:sym typeface="+mn-ea"/>
                </a:rPr>
                <a:t>及国际包装与环境技术</a:t>
              </a:r>
              <a:endParaRPr lang="zh-CN" altLang="en-US" sz="1200" spc="100" dirty="0">
                <a:ln w="3175">
                  <a:noFill/>
                  <a:prstDash val="dash"/>
                </a:ln>
                <a:solidFill>
                  <a:schemeClr val="dk1">
                    <a:lumMod val="75000"/>
                    <a:lumOff val="25000"/>
                  </a:schemeClr>
                </a:solidFill>
                <a:uFillTx/>
                <a:latin typeface="微软雅黑 Light" panose="020B0502040204020203" charset="-122"/>
                <a:ea typeface="微软雅黑 Light" panose="020B0502040204020203" charset="-122"/>
                <a:cs typeface="微软雅黑 Light" panose="020B0502040204020203" charset="-122"/>
                <a:sym typeface="+mn-ea"/>
              </a:endParaRPr>
            </a:p>
            <a:p>
              <a:pPr lvl="0" algn="ctr">
                <a:buClrTx/>
                <a:buSzTx/>
                <a:buFontTx/>
              </a:pPr>
              <a:r>
                <a:rPr lang="zh-CN" altLang="en-US" sz="1200" spc="100" dirty="0">
                  <a:ln w="3175">
                    <a:noFill/>
                    <a:prstDash val="dash"/>
                  </a:ln>
                  <a:solidFill>
                    <a:schemeClr val="dk1">
                      <a:lumMod val="75000"/>
                      <a:lumOff val="25000"/>
                    </a:schemeClr>
                  </a:solidFill>
                  <a:uFillTx/>
                  <a:latin typeface="微软雅黑 Light" panose="020B0502040204020203" charset="-122"/>
                  <a:ea typeface="微软雅黑 Light" panose="020B0502040204020203" charset="-122"/>
                  <a:cs typeface="微软雅黑 Light" panose="020B0502040204020203" charset="-122"/>
                  <a:sym typeface="+mn-ea"/>
                </a:rPr>
                <a:t>协会成员</a:t>
              </a:r>
              <a:endParaRPr lang="zh-CN" altLang="en-US" sz="1200" spc="100" dirty="0">
                <a:ln w="3175">
                  <a:noFill/>
                  <a:prstDash val="dash"/>
                </a:ln>
                <a:solidFill>
                  <a:schemeClr val="dk1">
                    <a:lumMod val="75000"/>
                    <a:lumOff val="25000"/>
                  </a:schemeClr>
                </a:solidFill>
                <a:uFillTx/>
                <a:latin typeface="微软雅黑 Light" panose="020B0502040204020203" charset="-122"/>
                <a:ea typeface="微软雅黑 Light" panose="020B0502040204020203" charset="-122"/>
                <a:cs typeface="微软雅黑 Light" panose="020B0502040204020203" charset="-122"/>
                <a:sym typeface="+mn-ea"/>
              </a:endParaRPr>
            </a:p>
          </p:txBody>
        </p:sp>
        <p:pic>
          <p:nvPicPr>
            <p:cNvPr id="295" name="图片 294" descr="1484101655147112927"/>
            <p:cNvPicPr>
              <a:picLocks noChangeAspect="1"/>
            </p:cNvPicPr>
            <p:nvPr/>
          </p:nvPicPr>
          <p:blipFill>
            <a:blip r:embed="rId10"/>
            <a:srcRect/>
            <a:stretch>
              <a:fillRect/>
            </a:stretch>
          </p:blipFill>
          <p:spPr>
            <a:xfrm>
              <a:off x="4905" y="4832"/>
              <a:ext cx="1531" cy="1417"/>
            </a:xfrm>
            <a:prstGeom prst="rect">
              <a:avLst/>
            </a:prstGeom>
          </p:spPr>
        </p:pic>
        <p:pic>
          <p:nvPicPr>
            <p:cNvPr id="296" name="图片 295" descr="188126_201803061102401"/>
            <p:cNvPicPr>
              <a:picLocks noChangeAspect="1"/>
            </p:cNvPicPr>
            <p:nvPr/>
          </p:nvPicPr>
          <p:blipFill>
            <a:blip r:embed="rId11"/>
            <a:srcRect/>
            <a:stretch>
              <a:fillRect/>
            </a:stretch>
          </p:blipFill>
          <p:spPr>
            <a:xfrm>
              <a:off x="1105" y="4832"/>
              <a:ext cx="2362" cy="1417"/>
            </a:xfrm>
            <a:prstGeom prst="rect">
              <a:avLst/>
            </a:prstGeom>
          </p:spPr>
        </p:pic>
        <p:pic>
          <p:nvPicPr>
            <p:cNvPr id="297" name="图片 296" descr="WPO企业伙伴logo-02"/>
            <p:cNvPicPr>
              <a:picLocks noChangeAspect="1"/>
            </p:cNvPicPr>
            <p:nvPr/>
          </p:nvPicPr>
          <p:blipFill>
            <a:blip r:embed="rId12"/>
            <a:stretch>
              <a:fillRect/>
            </a:stretch>
          </p:blipFill>
          <p:spPr>
            <a:xfrm>
              <a:off x="8562" y="4690"/>
              <a:ext cx="984" cy="1701"/>
            </a:xfrm>
            <a:prstGeom prst="rect">
              <a:avLst/>
            </a:prstGeom>
          </p:spPr>
        </p:pic>
        <p:sp>
          <p:nvSpPr>
            <p:cNvPr id="9" name="文本框 8"/>
            <p:cNvSpPr txBox="1"/>
            <p:nvPr/>
          </p:nvSpPr>
          <p:spPr>
            <a:xfrm>
              <a:off x="727" y="1675"/>
              <a:ext cx="3402" cy="850"/>
            </a:xfrm>
            <a:prstGeom prst="rect">
              <a:avLst/>
            </a:prstGeom>
            <a:noFill/>
          </p:spPr>
          <p:txBody>
            <a:bodyPr wrap="squar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11C41"/>
                  </a:solidFill>
                  <a:effectLst/>
                  <a:uLnTx/>
                  <a:uFillTx/>
                  <a:latin typeface="Arial" panose="020B0604020202020204" pitchFamily="34" charset="0"/>
                  <a:ea typeface="微软雅黑" panose="020B0503020204020204" charset="-122"/>
                  <a:cs typeface="+mn-ea"/>
                </a:rPr>
                <a:t>国家高新技术企业</a:t>
              </a:r>
              <a:endParaRPr kumimoji="0" lang="zh-CN" altLang="en-US" sz="1400" b="1" i="0" u="none" strike="noStrike" kern="1200" cap="none" spc="0" normalizeH="0" baseline="0" noProof="0" dirty="0">
                <a:ln>
                  <a:noFill/>
                </a:ln>
                <a:solidFill>
                  <a:srgbClr val="011C41"/>
                </a:solidFill>
                <a:effectLst/>
                <a:uLnTx/>
                <a:uFillTx/>
                <a:latin typeface="Arial" panose="020B0604020202020204" pitchFamily="34" charset="0"/>
                <a:ea typeface="微软雅黑" panose="020B0503020204020204" charset="-122"/>
                <a:cs typeface="+mn-ea"/>
              </a:endParaRPr>
            </a:p>
          </p:txBody>
        </p:sp>
        <p:sp>
          <p:nvSpPr>
            <p:cNvPr id="299" name="文本框 298"/>
            <p:cNvSpPr txBox="1"/>
            <p:nvPr/>
          </p:nvSpPr>
          <p:spPr>
            <a:xfrm>
              <a:off x="4451" y="1675"/>
              <a:ext cx="3401" cy="850"/>
            </a:xfrm>
            <a:prstGeom prst="rect">
              <a:avLst/>
            </a:prstGeom>
            <a:noFill/>
          </p:spPr>
          <p:txBody>
            <a:bodyPr wrap="square" rtlCol="0" anchor="ctr" anchorCtr="0">
              <a:noAutofit/>
            </a:bodyPr>
            <a:p>
              <a:pPr indent="0" algn="ctr" fontAlgn="auto">
                <a:lnSpc>
                  <a:spcPct val="100000"/>
                </a:lnSpc>
                <a:spcAft>
                  <a:spcPts val="0"/>
                </a:spcAft>
              </a:pPr>
              <a:r>
                <a:rPr lang="zh-CN" altLang="en-US" sz="1400" b="1" dirty="0">
                  <a:ln w="3175">
                    <a:noFill/>
                    <a:prstDash val="dash"/>
                  </a:ln>
                  <a:uFillTx/>
                  <a:latin typeface="微软雅黑" panose="020B0503020204020204" charset="-122"/>
                  <a:ea typeface="微软雅黑" panose="020B0503020204020204" charset="-122"/>
                  <a:cs typeface="微软雅黑" panose="020B0503020204020204" charset="-122"/>
                  <a:sym typeface="+mn-ea"/>
                </a:rPr>
                <a:t>A级纳税信用企业</a:t>
              </a:r>
              <a:endParaRPr lang="zh-CN" altLang="en-US" sz="1400" b="1" dirty="0">
                <a:ln w="3175">
                  <a:noFill/>
                  <a:prstDash val="dash"/>
                </a:ln>
                <a:uFillTx/>
                <a:latin typeface="微软雅黑" panose="020B0503020204020204" charset="-122"/>
                <a:ea typeface="微软雅黑" panose="020B0503020204020204" charset="-122"/>
                <a:cs typeface="微软雅黑" panose="020B0503020204020204" charset="-122"/>
                <a:sym typeface="+mn-ea"/>
              </a:endParaRPr>
            </a:p>
          </p:txBody>
        </p:sp>
        <p:sp>
          <p:nvSpPr>
            <p:cNvPr id="300" name="文本框 299"/>
            <p:cNvSpPr txBox="1"/>
            <p:nvPr/>
          </p:nvSpPr>
          <p:spPr>
            <a:xfrm>
              <a:off x="8175" y="1675"/>
              <a:ext cx="3401" cy="850"/>
            </a:xfrm>
            <a:prstGeom prst="rect">
              <a:avLst/>
            </a:prstGeom>
            <a:noFill/>
          </p:spPr>
          <p:txBody>
            <a:bodyPr wrap="square" rtlCol="0" anchor="ctr" anchorCtr="0">
              <a:noAutofit/>
            </a:bodyPr>
            <a:p>
              <a:pPr indent="0" algn="ctr" fontAlgn="auto">
                <a:lnSpc>
                  <a:spcPct val="100000"/>
                </a:lnSpc>
                <a:spcAft>
                  <a:spcPts val="0"/>
                </a:spcAft>
              </a:pPr>
              <a:r>
                <a:rPr lang="zh-CN" altLang="en-US" sz="1400" b="1" dirty="0">
                  <a:ln w="3175">
                    <a:noFill/>
                    <a:prstDash val="dash"/>
                  </a:ln>
                  <a:uFillTx/>
                  <a:latin typeface="微软雅黑" panose="020B0503020204020204" charset="-122"/>
                  <a:ea typeface="微软雅黑" panose="020B0503020204020204" charset="-122"/>
                  <a:cs typeface="微软雅黑" panose="020B0503020204020204" charset="-122"/>
                  <a:sym typeface="+mn-ea"/>
                </a:rPr>
                <a:t>山东省</a:t>
              </a:r>
              <a:endParaRPr lang="zh-CN" altLang="en-US" sz="1400" b="1" dirty="0">
                <a:ln w="3175">
                  <a:noFill/>
                  <a:prstDash val="dash"/>
                </a:ln>
                <a:uFillTx/>
                <a:latin typeface="微软雅黑" panose="020B0503020204020204" charset="-122"/>
                <a:ea typeface="微软雅黑" panose="020B0503020204020204" charset="-122"/>
                <a:cs typeface="微软雅黑" panose="020B0503020204020204" charset="-122"/>
                <a:sym typeface="+mn-ea"/>
              </a:endParaRPr>
            </a:p>
            <a:p>
              <a:pPr indent="0" algn="ctr" fontAlgn="auto">
                <a:lnSpc>
                  <a:spcPct val="100000"/>
                </a:lnSpc>
                <a:spcAft>
                  <a:spcPts val="0"/>
                </a:spcAft>
              </a:pPr>
              <a:r>
                <a:rPr lang="zh-CN" altLang="en-US" sz="1400" b="1" dirty="0">
                  <a:ln w="3175">
                    <a:noFill/>
                    <a:prstDash val="dash"/>
                  </a:ln>
                  <a:uFillTx/>
                  <a:latin typeface="微软雅黑" panose="020B0503020204020204" charset="-122"/>
                  <a:ea typeface="微软雅黑" panose="020B0503020204020204" charset="-122"/>
                  <a:cs typeface="微软雅黑" panose="020B0503020204020204" charset="-122"/>
                  <a:sym typeface="+mn-ea"/>
                </a:rPr>
                <a:t>制造业单项冠军企业</a:t>
              </a:r>
              <a:endParaRPr lang="zh-CN" altLang="en-US" sz="1400" b="1" dirty="0">
                <a:ln w="3175">
                  <a:noFill/>
                  <a:prstDash val="dash"/>
                </a:ln>
                <a:uFillTx/>
                <a:latin typeface="微软雅黑" panose="020B0503020204020204" charset="-122"/>
                <a:ea typeface="微软雅黑" panose="020B0503020204020204" charset="-122"/>
                <a:cs typeface="微软雅黑" panose="020B0503020204020204" charset="-122"/>
                <a:sym typeface="+mn-ea"/>
              </a:endParaRPr>
            </a:p>
          </p:txBody>
        </p:sp>
        <p:grpSp>
          <p:nvGrpSpPr>
            <p:cNvPr id="310" name="组合 309"/>
            <p:cNvGrpSpPr>
              <a:grpSpLocks noChangeAspect="1"/>
            </p:cNvGrpSpPr>
            <p:nvPr/>
          </p:nvGrpSpPr>
          <p:grpSpPr>
            <a:xfrm rot="0">
              <a:off x="727" y="1577"/>
              <a:ext cx="3402" cy="1046"/>
              <a:chOff x="2324" y="3051"/>
              <a:chExt cx="3746" cy="1152"/>
            </a:xfrm>
          </p:grpSpPr>
          <p:grpSp>
            <p:nvGrpSpPr>
              <p:cNvPr id="14" name="组合 13"/>
              <p:cNvGrpSpPr/>
              <p:nvPr/>
            </p:nvGrpSpPr>
            <p:grpSpPr>
              <a:xfrm rot="0">
                <a:off x="5448" y="3051"/>
                <a:ext cx="622" cy="1153"/>
                <a:chOff x="161382" y="5709773"/>
                <a:chExt cx="394870" cy="732742"/>
              </a:xfrm>
              <a:gradFill>
                <a:gsLst>
                  <a:gs pos="65000">
                    <a:srgbClr val="FFCD69"/>
                  </a:gs>
                  <a:gs pos="0">
                    <a:srgbClr val="FFCD69">
                      <a:lumMod val="60000"/>
                      <a:lumOff val="40000"/>
                    </a:srgbClr>
                  </a:gs>
                </a:gsLst>
                <a:lin ang="16200000" scaled="1"/>
              </a:gradFill>
            </p:grpSpPr>
            <p:sp>
              <p:nvSpPr>
                <p:cNvPr id="16" name="任意多边形: 形状 342"/>
                <p:cNvSpPr/>
                <p:nvPr/>
              </p:nvSpPr>
              <p:spPr>
                <a:xfrm>
                  <a:off x="161382" y="5741166"/>
                  <a:ext cx="94563" cy="59022"/>
                </a:xfrm>
                <a:custGeom>
                  <a:avLst/>
                  <a:gdLst>
                    <a:gd name="connsiteX0" fmla="*/ 661919 w 661918"/>
                    <a:gd name="connsiteY0" fmla="*/ 323183 h 413139"/>
                    <a:gd name="connsiteX1" fmla="*/ 532665 w 661918"/>
                    <a:gd name="connsiteY1" fmla="*/ 342900 h 413139"/>
                    <a:gd name="connsiteX2" fmla="*/ 361786 w 661918"/>
                    <a:gd name="connsiteY2" fmla="*/ 406432 h 413139"/>
                    <a:gd name="connsiteX3" fmla="*/ 110040 w 661918"/>
                    <a:gd name="connsiteY3" fmla="*/ 360331 h 413139"/>
                    <a:gd name="connsiteX4" fmla="*/ 21458 w 661918"/>
                    <a:gd name="connsiteY4" fmla="*/ 227171 h 413139"/>
                    <a:gd name="connsiteX5" fmla="*/ 4980 w 661918"/>
                    <a:gd name="connsiteY5" fmla="*/ 0 h 413139"/>
                    <a:gd name="connsiteX6" fmla="*/ 186717 w 661918"/>
                    <a:gd name="connsiteY6" fmla="*/ 99632 h 413139"/>
                    <a:gd name="connsiteX7" fmla="*/ 337307 w 661918"/>
                    <a:gd name="connsiteY7" fmla="*/ 103727 h 413139"/>
                    <a:gd name="connsiteX8" fmla="*/ 457608 w 661918"/>
                    <a:gd name="connsiteY8" fmla="*/ 125159 h 413139"/>
                    <a:gd name="connsiteX9" fmla="*/ 661919 w 661918"/>
                    <a:gd name="connsiteY9" fmla="*/ 323183 h 41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1918" h="413139">
                      <a:moveTo>
                        <a:pt x="661919" y="323183"/>
                      </a:moveTo>
                      <a:cubicBezTo>
                        <a:pt x="611151" y="308324"/>
                        <a:pt x="571527" y="324136"/>
                        <a:pt x="532665" y="342900"/>
                      </a:cubicBezTo>
                      <a:cubicBezTo>
                        <a:pt x="477705" y="369570"/>
                        <a:pt x="423032" y="397002"/>
                        <a:pt x="361786" y="406432"/>
                      </a:cubicBezTo>
                      <a:cubicBezTo>
                        <a:pt x="272728" y="420053"/>
                        <a:pt x="186336" y="416719"/>
                        <a:pt x="110040" y="360331"/>
                      </a:cubicBezTo>
                      <a:cubicBezTo>
                        <a:pt x="64606" y="326708"/>
                        <a:pt x="37746" y="280130"/>
                        <a:pt x="21458" y="227171"/>
                      </a:cubicBezTo>
                      <a:cubicBezTo>
                        <a:pt x="-1116" y="154019"/>
                        <a:pt x="-4545" y="79153"/>
                        <a:pt x="4980" y="0"/>
                      </a:cubicBezTo>
                      <a:cubicBezTo>
                        <a:pt x="52890" y="59722"/>
                        <a:pt x="115184" y="90868"/>
                        <a:pt x="186717" y="99632"/>
                      </a:cubicBezTo>
                      <a:cubicBezTo>
                        <a:pt x="236342" y="105728"/>
                        <a:pt x="287015" y="103346"/>
                        <a:pt x="337307" y="103727"/>
                      </a:cubicBezTo>
                      <a:cubicBezTo>
                        <a:pt x="378741" y="104108"/>
                        <a:pt x="419031" y="109538"/>
                        <a:pt x="457608" y="125159"/>
                      </a:cubicBezTo>
                      <a:cubicBezTo>
                        <a:pt x="550477" y="162878"/>
                        <a:pt x="613722" y="231267"/>
                        <a:pt x="661919" y="3231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17" name="任意多边形: 形状 343"/>
                <p:cNvSpPr/>
                <p:nvPr/>
              </p:nvSpPr>
              <p:spPr>
                <a:xfrm>
                  <a:off x="247888" y="5709773"/>
                  <a:ext cx="71274" cy="98083"/>
                </a:xfrm>
                <a:custGeom>
                  <a:avLst/>
                  <a:gdLst>
                    <a:gd name="connsiteX0" fmla="*/ 102025 w 498901"/>
                    <a:gd name="connsiteY0" fmla="*/ 0 h 686561"/>
                    <a:gd name="connsiteX1" fmla="*/ 239947 w 498901"/>
                    <a:gd name="connsiteY1" fmla="*/ 210217 h 686561"/>
                    <a:gd name="connsiteX2" fmla="*/ 371964 w 498901"/>
                    <a:gd name="connsiteY2" fmla="*/ 304705 h 686561"/>
                    <a:gd name="connsiteX3" fmla="*/ 485883 w 498901"/>
                    <a:gd name="connsiteY3" fmla="*/ 467392 h 686561"/>
                    <a:gd name="connsiteX4" fmla="*/ 491407 w 498901"/>
                    <a:gd name="connsiteY4" fmla="*/ 674275 h 686561"/>
                    <a:gd name="connsiteX5" fmla="*/ 486645 w 498901"/>
                    <a:gd name="connsiteY5" fmla="*/ 686562 h 686561"/>
                    <a:gd name="connsiteX6" fmla="*/ 207276 w 498901"/>
                    <a:gd name="connsiteY6" fmla="*/ 514541 h 686561"/>
                    <a:gd name="connsiteX7" fmla="*/ 124599 w 498901"/>
                    <a:gd name="connsiteY7" fmla="*/ 480917 h 686561"/>
                    <a:gd name="connsiteX8" fmla="*/ 7537 w 498901"/>
                    <a:gd name="connsiteY8" fmla="*/ 327184 h 686561"/>
                    <a:gd name="connsiteX9" fmla="*/ 58020 w 498901"/>
                    <a:gd name="connsiteY9" fmla="*/ 45434 h 686561"/>
                    <a:gd name="connsiteX10" fmla="*/ 80213 w 498901"/>
                    <a:gd name="connsiteY10" fmla="*/ 16478 h 686561"/>
                    <a:gd name="connsiteX11" fmla="*/ 102025 w 498901"/>
                    <a:gd name="connsiteY11" fmla="*/ 0 h 68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8901" h="686561">
                      <a:moveTo>
                        <a:pt x="102025" y="0"/>
                      </a:moveTo>
                      <a:cubicBezTo>
                        <a:pt x="119266" y="90678"/>
                        <a:pt x="175082" y="154400"/>
                        <a:pt x="239947" y="210217"/>
                      </a:cubicBezTo>
                      <a:cubicBezTo>
                        <a:pt x="280809" y="245364"/>
                        <a:pt x="326625" y="275177"/>
                        <a:pt x="371964" y="304705"/>
                      </a:cubicBezTo>
                      <a:cubicBezTo>
                        <a:pt x="432352" y="343948"/>
                        <a:pt x="468547" y="399098"/>
                        <a:pt x="485883" y="467392"/>
                      </a:cubicBezTo>
                      <a:cubicBezTo>
                        <a:pt x="503314" y="535781"/>
                        <a:pt x="501218" y="605028"/>
                        <a:pt x="491407" y="674275"/>
                      </a:cubicBezTo>
                      <a:cubicBezTo>
                        <a:pt x="490931" y="677894"/>
                        <a:pt x="488740" y="681228"/>
                        <a:pt x="486645" y="686562"/>
                      </a:cubicBezTo>
                      <a:cubicBezTo>
                        <a:pt x="414731" y="593693"/>
                        <a:pt x="308051" y="558832"/>
                        <a:pt x="207276" y="514541"/>
                      </a:cubicBezTo>
                      <a:cubicBezTo>
                        <a:pt x="180035" y="502539"/>
                        <a:pt x="151841" y="492824"/>
                        <a:pt x="124599" y="480917"/>
                      </a:cubicBezTo>
                      <a:cubicBezTo>
                        <a:pt x="57353" y="451390"/>
                        <a:pt x="20967" y="397955"/>
                        <a:pt x="7537" y="327184"/>
                      </a:cubicBezTo>
                      <a:cubicBezTo>
                        <a:pt x="-11513" y="226886"/>
                        <a:pt x="5632" y="132874"/>
                        <a:pt x="58020" y="45434"/>
                      </a:cubicBezTo>
                      <a:cubicBezTo>
                        <a:pt x="64211" y="35052"/>
                        <a:pt x="72022" y="25337"/>
                        <a:pt x="80213" y="16478"/>
                      </a:cubicBezTo>
                      <a:cubicBezTo>
                        <a:pt x="85738" y="10382"/>
                        <a:pt x="93453" y="6287"/>
                        <a:pt x="102025"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18" name="任意多边形: 形状 344"/>
                <p:cNvSpPr/>
                <p:nvPr/>
              </p:nvSpPr>
              <p:spPr>
                <a:xfrm>
                  <a:off x="436641" y="5848557"/>
                  <a:ext cx="47246" cy="112303"/>
                </a:xfrm>
                <a:custGeom>
                  <a:avLst/>
                  <a:gdLst>
                    <a:gd name="connsiteX0" fmla="*/ 284228 w 330709"/>
                    <a:gd name="connsiteY0" fmla="*/ 0 h 786098"/>
                    <a:gd name="connsiteX1" fmla="*/ 270226 w 330709"/>
                    <a:gd name="connsiteY1" fmla="*/ 274796 h 786098"/>
                    <a:gd name="connsiteX2" fmla="*/ 308135 w 330709"/>
                    <a:gd name="connsiteY2" fmla="*/ 394145 h 786098"/>
                    <a:gd name="connsiteX3" fmla="*/ 295277 w 330709"/>
                    <a:gd name="connsiteY3" fmla="*/ 638937 h 786098"/>
                    <a:gd name="connsiteX4" fmla="*/ 182500 w 330709"/>
                    <a:gd name="connsiteY4" fmla="*/ 786098 h 786098"/>
                    <a:gd name="connsiteX5" fmla="*/ 172785 w 330709"/>
                    <a:gd name="connsiteY5" fmla="*/ 712470 h 786098"/>
                    <a:gd name="connsiteX6" fmla="*/ 83726 w 330709"/>
                    <a:gd name="connsiteY6" fmla="*/ 522637 h 786098"/>
                    <a:gd name="connsiteX7" fmla="*/ 37911 w 330709"/>
                    <a:gd name="connsiteY7" fmla="*/ 445961 h 786098"/>
                    <a:gd name="connsiteX8" fmla="*/ 23338 w 330709"/>
                    <a:gd name="connsiteY8" fmla="*/ 202406 h 786098"/>
                    <a:gd name="connsiteX9" fmla="*/ 203551 w 330709"/>
                    <a:gd name="connsiteY9" fmla="*/ 15907 h 786098"/>
                    <a:gd name="connsiteX10" fmla="*/ 284228 w 330709"/>
                    <a:gd name="connsiteY10" fmla="*/ 0 h 78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709" h="786098">
                      <a:moveTo>
                        <a:pt x="284228" y="0"/>
                      </a:moveTo>
                      <a:cubicBezTo>
                        <a:pt x="237555" y="95440"/>
                        <a:pt x="251462" y="185452"/>
                        <a:pt x="270226" y="274796"/>
                      </a:cubicBezTo>
                      <a:cubicBezTo>
                        <a:pt x="278799" y="315468"/>
                        <a:pt x="292038" y="355759"/>
                        <a:pt x="308135" y="394145"/>
                      </a:cubicBezTo>
                      <a:cubicBezTo>
                        <a:pt x="343378" y="478441"/>
                        <a:pt x="336043" y="559118"/>
                        <a:pt x="295277" y="638937"/>
                      </a:cubicBezTo>
                      <a:cubicBezTo>
                        <a:pt x="267082" y="693992"/>
                        <a:pt x="229554" y="741617"/>
                        <a:pt x="182500" y="786098"/>
                      </a:cubicBezTo>
                      <a:cubicBezTo>
                        <a:pt x="179167" y="759524"/>
                        <a:pt x="178024" y="735521"/>
                        <a:pt x="172785" y="712470"/>
                      </a:cubicBezTo>
                      <a:cubicBezTo>
                        <a:pt x="157069" y="642842"/>
                        <a:pt x="118969" y="583311"/>
                        <a:pt x="83726" y="522637"/>
                      </a:cubicBezTo>
                      <a:cubicBezTo>
                        <a:pt x="68772" y="496919"/>
                        <a:pt x="53341" y="471392"/>
                        <a:pt x="37911" y="445961"/>
                      </a:cubicBezTo>
                      <a:cubicBezTo>
                        <a:pt x="-9619" y="367284"/>
                        <a:pt x="-10095" y="285845"/>
                        <a:pt x="23338" y="202406"/>
                      </a:cubicBezTo>
                      <a:cubicBezTo>
                        <a:pt x="58009" y="115729"/>
                        <a:pt x="114873" y="49721"/>
                        <a:pt x="203551" y="15907"/>
                      </a:cubicBezTo>
                      <a:cubicBezTo>
                        <a:pt x="226792" y="6858"/>
                        <a:pt x="253176" y="5810"/>
                        <a:pt x="284228"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19" name="任意多边形: 形状 345"/>
                <p:cNvSpPr/>
                <p:nvPr/>
              </p:nvSpPr>
              <p:spPr>
                <a:xfrm>
                  <a:off x="306784" y="6354415"/>
                  <a:ext cx="111339" cy="46622"/>
                </a:xfrm>
                <a:custGeom>
                  <a:avLst/>
                  <a:gdLst>
                    <a:gd name="connsiteX0" fmla="*/ 775430 w 779345"/>
                    <a:gd name="connsiteY0" fmla="*/ 292072 h 326343"/>
                    <a:gd name="connsiteX1" fmla="*/ 544163 w 779345"/>
                    <a:gd name="connsiteY1" fmla="*/ 266450 h 326343"/>
                    <a:gd name="connsiteX2" fmla="*/ 380429 w 779345"/>
                    <a:gd name="connsiteY2" fmla="*/ 309598 h 326343"/>
                    <a:gd name="connsiteX3" fmla="*/ 134112 w 779345"/>
                    <a:gd name="connsiteY3" fmla="*/ 280928 h 326343"/>
                    <a:gd name="connsiteX4" fmla="*/ 0 w 779345"/>
                    <a:gd name="connsiteY4" fmla="*/ 169390 h 326343"/>
                    <a:gd name="connsiteX5" fmla="*/ 58198 w 779345"/>
                    <a:gd name="connsiteY5" fmla="*/ 163866 h 326343"/>
                    <a:gd name="connsiteX6" fmla="*/ 227647 w 779345"/>
                    <a:gd name="connsiteY6" fmla="*/ 98715 h 326343"/>
                    <a:gd name="connsiteX7" fmla="*/ 355378 w 779345"/>
                    <a:gd name="connsiteY7" fmla="*/ 27087 h 326343"/>
                    <a:gd name="connsiteX8" fmla="*/ 577977 w 779345"/>
                    <a:gd name="connsiteY8" fmla="*/ 22991 h 326343"/>
                    <a:gd name="connsiteX9" fmla="*/ 744760 w 779345"/>
                    <a:gd name="connsiteY9" fmla="*/ 162247 h 326343"/>
                    <a:gd name="connsiteX10" fmla="*/ 778859 w 779345"/>
                    <a:gd name="connsiteY10" fmla="*/ 267593 h 326343"/>
                    <a:gd name="connsiteX11" fmla="*/ 775430 w 779345"/>
                    <a:gd name="connsiteY11" fmla="*/ 292072 h 3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9345" h="326343">
                      <a:moveTo>
                        <a:pt x="775430" y="292072"/>
                      </a:moveTo>
                      <a:cubicBezTo>
                        <a:pt x="699421" y="250829"/>
                        <a:pt x="621506" y="252924"/>
                        <a:pt x="544163" y="266450"/>
                      </a:cubicBezTo>
                      <a:cubicBezTo>
                        <a:pt x="488728" y="276165"/>
                        <a:pt x="433483" y="290644"/>
                        <a:pt x="380429" y="309598"/>
                      </a:cubicBezTo>
                      <a:cubicBezTo>
                        <a:pt x="292417" y="340936"/>
                        <a:pt x="211741" y="326553"/>
                        <a:pt x="134112" y="280928"/>
                      </a:cubicBezTo>
                      <a:cubicBezTo>
                        <a:pt x="84582" y="251781"/>
                        <a:pt x="40672" y="215396"/>
                        <a:pt x="0" y="169390"/>
                      </a:cubicBezTo>
                      <a:cubicBezTo>
                        <a:pt x="21622" y="167390"/>
                        <a:pt x="39910" y="165961"/>
                        <a:pt x="58198" y="163866"/>
                      </a:cubicBezTo>
                      <a:cubicBezTo>
                        <a:pt x="120396" y="157008"/>
                        <a:pt x="174212" y="128052"/>
                        <a:pt x="227647" y="98715"/>
                      </a:cubicBezTo>
                      <a:cubicBezTo>
                        <a:pt x="270415" y="75188"/>
                        <a:pt x="311944" y="49280"/>
                        <a:pt x="355378" y="27087"/>
                      </a:cubicBezTo>
                      <a:cubicBezTo>
                        <a:pt x="428434" y="-10251"/>
                        <a:pt x="503777" y="-6441"/>
                        <a:pt x="577977" y="22991"/>
                      </a:cubicBezTo>
                      <a:cubicBezTo>
                        <a:pt x="648462" y="50995"/>
                        <a:pt x="708088" y="94905"/>
                        <a:pt x="744760" y="162247"/>
                      </a:cubicBezTo>
                      <a:cubicBezTo>
                        <a:pt x="762095" y="194155"/>
                        <a:pt x="768572" y="232065"/>
                        <a:pt x="778859" y="267593"/>
                      </a:cubicBezTo>
                      <a:cubicBezTo>
                        <a:pt x="780669" y="274070"/>
                        <a:pt x="776954" y="282166"/>
                        <a:pt x="775430" y="29207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20" name="任意多边形: 形状 346"/>
                <p:cNvSpPr/>
                <p:nvPr/>
              </p:nvSpPr>
              <p:spPr>
                <a:xfrm>
                  <a:off x="474520" y="5928904"/>
                  <a:ext cx="49387" cy="107369"/>
                </a:xfrm>
                <a:custGeom>
                  <a:avLst/>
                  <a:gdLst>
                    <a:gd name="connsiteX0" fmla="*/ 78806 w 345696"/>
                    <a:gd name="connsiteY0" fmla="*/ 751560 h 751560"/>
                    <a:gd name="connsiteX1" fmla="*/ 88046 w 345696"/>
                    <a:gd name="connsiteY1" fmla="*/ 688124 h 751560"/>
                    <a:gd name="connsiteX2" fmla="*/ 66519 w 345696"/>
                    <a:gd name="connsiteY2" fmla="*/ 551249 h 751560"/>
                    <a:gd name="connsiteX3" fmla="*/ 16703 w 345696"/>
                    <a:gd name="connsiteY3" fmla="*/ 395230 h 751560"/>
                    <a:gd name="connsiteX4" fmla="*/ 44612 w 345696"/>
                    <a:gd name="connsiteY4" fmla="*/ 157105 h 751560"/>
                    <a:gd name="connsiteX5" fmla="*/ 240160 w 345696"/>
                    <a:gd name="connsiteY5" fmla="*/ 7277 h 751560"/>
                    <a:gd name="connsiteX6" fmla="*/ 345697 w 345696"/>
                    <a:gd name="connsiteY6" fmla="*/ 9658 h 751560"/>
                    <a:gd name="connsiteX7" fmla="*/ 280355 w 345696"/>
                    <a:gd name="connsiteY7" fmla="*/ 316649 h 751560"/>
                    <a:gd name="connsiteX8" fmla="*/ 292833 w 345696"/>
                    <a:gd name="connsiteY8" fmla="*/ 444188 h 751560"/>
                    <a:gd name="connsiteX9" fmla="*/ 271687 w 345696"/>
                    <a:gd name="connsiteY9" fmla="*/ 553154 h 751560"/>
                    <a:gd name="connsiteX10" fmla="*/ 78806 w 345696"/>
                    <a:gd name="connsiteY10" fmla="*/ 751560 h 7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5696" h="751560">
                      <a:moveTo>
                        <a:pt x="78806" y="751560"/>
                      </a:moveTo>
                      <a:cubicBezTo>
                        <a:pt x="82712" y="726700"/>
                        <a:pt x="89950" y="706983"/>
                        <a:pt x="88046" y="688124"/>
                      </a:cubicBezTo>
                      <a:cubicBezTo>
                        <a:pt x="83378" y="642213"/>
                        <a:pt x="77758" y="595922"/>
                        <a:pt x="66519" y="551249"/>
                      </a:cubicBezTo>
                      <a:cubicBezTo>
                        <a:pt x="53279" y="498386"/>
                        <a:pt x="34991" y="446665"/>
                        <a:pt x="16703" y="395230"/>
                      </a:cubicBezTo>
                      <a:cubicBezTo>
                        <a:pt x="-13396" y="310838"/>
                        <a:pt x="-2061" y="230733"/>
                        <a:pt x="44612" y="157105"/>
                      </a:cubicBezTo>
                      <a:cubicBezTo>
                        <a:pt x="90808" y="84143"/>
                        <a:pt x="154054" y="29851"/>
                        <a:pt x="240160" y="7277"/>
                      </a:cubicBezTo>
                      <a:cubicBezTo>
                        <a:pt x="275402" y="-1963"/>
                        <a:pt x="310550" y="-3677"/>
                        <a:pt x="345697" y="9658"/>
                      </a:cubicBezTo>
                      <a:cubicBezTo>
                        <a:pt x="278355" y="102908"/>
                        <a:pt x="271878" y="208349"/>
                        <a:pt x="280355" y="316649"/>
                      </a:cubicBezTo>
                      <a:cubicBezTo>
                        <a:pt x="283689" y="359225"/>
                        <a:pt x="293785" y="401802"/>
                        <a:pt x="292833" y="444188"/>
                      </a:cubicBezTo>
                      <a:cubicBezTo>
                        <a:pt x="291976" y="480764"/>
                        <a:pt x="285975" y="519722"/>
                        <a:pt x="271687" y="553154"/>
                      </a:cubicBezTo>
                      <a:cubicBezTo>
                        <a:pt x="234063" y="640784"/>
                        <a:pt x="163674" y="699458"/>
                        <a:pt x="78806" y="75156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21" name="任意多边形: 形状 347"/>
                <p:cNvSpPr/>
                <p:nvPr/>
              </p:nvSpPr>
              <p:spPr>
                <a:xfrm>
                  <a:off x="229166" y="6393357"/>
                  <a:ext cx="106681" cy="49158"/>
                </a:xfrm>
                <a:custGeom>
                  <a:avLst/>
                  <a:gdLst>
                    <a:gd name="connsiteX0" fmla="*/ 743998 w 746743"/>
                    <a:gd name="connsiteY0" fmla="*/ 344095 h 344094"/>
                    <a:gd name="connsiteX1" fmla="*/ 509969 w 746743"/>
                    <a:gd name="connsiteY1" fmla="*/ 278373 h 344094"/>
                    <a:gd name="connsiteX2" fmla="*/ 343281 w 746743"/>
                    <a:gd name="connsiteY2" fmla="*/ 290850 h 344094"/>
                    <a:gd name="connsiteX3" fmla="*/ 155162 w 746743"/>
                    <a:gd name="connsiteY3" fmla="*/ 249036 h 344094"/>
                    <a:gd name="connsiteX4" fmla="*/ 0 w 746743"/>
                    <a:gd name="connsiteY4" fmla="*/ 77681 h 344094"/>
                    <a:gd name="connsiteX5" fmla="*/ 51911 w 746743"/>
                    <a:gd name="connsiteY5" fmla="*/ 85301 h 344094"/>
                    <a:gd name="connsiteX6" fmla="*/ 225076 w 746743"/>
                    <a:gd name="connsiteY6" fmla="*/ 59107 h 344094"/>
                    <a:gd name="connsiteX7" fmla="*/ 347186 w 746743"/>
                    <a:gd name="connsiteY7" fmla="*/ 19769 h 344094"/>
                    <a:gd name="connsiteX8" fmla="*/ 589979 w 746743"/>
                    <a:gd name="connsiteY8" fmla="*/ 44248 h 344094"/>
                    <a:gd name="connsiteX9" fmla="*/ 744950 w 746743"/>
                    <a:gd name="connsiteY9" fmla="*/ 263323 h 344094"/>
                    <a:gd name="connsiteX10" fmla="*/ 743998 w 746743"/>
                    <a:gd name="connsiteY10" fmla="*/ 344095 h 344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6743" h="344094">
                      <a:moveTo>
                        <a:pt x="743998" y="344095"/>
                      </a:moveTo>
                      <a:cubicBezTo>
                        <a:pt x="670084" y="290755"/>
                        <a:pt x="590550" y="279610"/>
                        <a:pt x="509969" y="278373"/>
                      </a:cubicBezTo>
                      <a:cubicBezTo>
                        <a:pt x="454438" y="277515"/>
                        <a:pt x="398716" y="284754"/>
                        <a:pt x="343281" y="290850"/>
                      </a:cubicBezTo>
                      <a:cubicBezTo>
                        <a:pt x="275463" y="298280"/>
                        <a:pt x="212407" y="287802"/>
                        <a:pt x="155162" y="249036"/>
                      </a:cubicBezTo>
                      <a:cubicBezTo>
                        <a:pt x="90773" y="205411"/>
                        <a:pt x="41243" y="148356"/>
                        <a:pt x="0" y="77681"/>
                      </a:cubicBezTo>
                      <a:cubicBezTo>
                        <a:pt x="20003" y="80729"/>
                        <a:pt x="35909" y="84062"/>
                        <a:pt x="51911" y="85301"/>
                      </a:cubicBezTo>
                      <a:cubicBezTo>
                        <a:pt x="111633" y="90063"/>
                        <a:pt x="168688" y="77109"/>
                        <a:pt x="225076" y="59107"/>
                      </a:cubicBezTo>
                      <a:cubicBezTo>
                        <a:pt x="265843" y="46058"/>
                        <a:pt x="307467" y="35485"/>
                        <a:pt x="347186" y="19769"/>
                      </a:cubicBezTo>
                      <a:cubicBezTo>
                        <a:pt x="433006" y="-14236"/>
                        <a:pt x="513969" y="-3282"/>
                        <a:pt x="589979" y="44248"/>
                      </a:cubicBezTo>
                      <a:cubicBezTo>
                        <a:pt x="671608" y="95207"/>
                        <a:pt x="729234" y="165692"/>
                        <a:pt x="744950" y="263323"/>
                      </a:cubicBezTo>
                      <a:cubicBezTo>
                        <a:pt x="749237" y="289517"/>
                        <a:pt x="744569" y="317139"/>
                        <a:pt x="743998" y="34409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22" name="任意多边形: 形状 348"/>
                <p:cNvSpPr/>
                <p:nvPr/>
              </p:nvSpPr>
              <p:spPr>
                <a:xfrm>
                  <a:off x="373897" y="6289458"/>
                  <a:ext cx="110072" cy="57380"/>
                </a:xfrm>
                <a:custGeom>
                  <a:avLst/>
                  <a:gdLst>
                    <a:gd name="connsiteX0" fmla="*/ 770477 w 770477"/>
                    <a:gd name="connsiteY0" fmla="*/ 180869 h 401643"/>
                    <a:gd name="connsiteX1" fmla="*/ 476631 w 770477"/>
                    <a:gd name="connsiteY1" fmla="*/ 281643 h 401643"/>
                    <a:gd name="connsiteX2" fmla="*/ 387477 w 770477"/>
                    <a:gd name="connsiteY2" fmla="*/ 350223 h 401643"/>
                    <a:gd name="connsiteX3" fmla="*/ 190690 w 770477"/>
                    <a:gd name="connsiteY3" fmla="*/ 398896 h 401643"/>
                    <a:gd name="connsiteX4" fmla="*/ 0 w 770477"/>
                    <a:gd name="connsiteY4" fmla="*/ 334602 h 401643"/>
                    <a:gd name="connsiteX5" fmla="*/ 40196 w 770477"/>
                    <a:gd name="connsiteY5" fmla="*/ 319077 h 401643"/>
                    <a:gd name="connsiteX6" fmla="*/ 161449 w 770477"/>
                    <a:gd name="connsiteY6" fmla="*/ 224112 h 401643"/>
                    <a:gd name="connsiteX7" fmla="*/ 299562 w 770477"/>
                    <a:gd name="connsiteY7" fmla="*/ 70855 h 401643"/>
                    <a:gd name="connsiteX8" fmla="*/ 452438 w 770477"/>
                    <a:gd name="connsiteY8" fmla="*/ 1418 h 401643"/>
                    <a:gd name="connsiteX9" fmla="*/ 691991 w 770477"/>
                    <a:gd name="connsiteY9" fmla="*/ 68188 h 401643"/>
                    <a:gd name="connsiteX10" fmla="*/ 770477 w 770477"/>
                    <a:gd name="connsiteY10" fmla="*/ 180869 h 40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0477" h="401643">
                      <a:moveTo>
                        <a:pt x="770477" y="180869"/>
                      </a:moveTo>
                      <a:cubicBezTo>
                        <a:pt x="655987" y="172391"/>
                        <a:pt x="564737" y="223064"/>
                        <a:pt x="476631" y="281643"/>
                      </a:cubicBezTo>
                      <a:cubicBezTo>
                        <a:pt x="445484" y="302312"/>
                        <a:pt x="417100" y="327268"/>
                        <a:pt x="387477" y="350223"/>
                      </a:cubicBezTo>
                      <a:cubicBezTo>
                        <a:pt x="328994" y="395372"/>
                        <a:pt x="262890" y="407945"/>
                        <a:pt x="190690" y="398896"/>
                      </a:cubicBezTo>
                      <a:cubicBezTo>
                        <a:pt x="124016" y="390514"/>
                        <a:pt x="62103" y="369273"/>
                        <a:pt x="0" y="334602"/>
                      </a:cubicBezTo>
                      <a:cubicBezTo>
                        <a:pt x="15716" y="328602"/>
                        <a:pt x="28385" y="324696"/>
                        <a:pt x="40196" y="319077"/>
                      </a:cubicBezTo>
                      <a:cubicBezTo>
                        <a:pt x="87535" y="296312"/>
                        <a:pt x="126968" y="263736"/>
                        <a:pt x="161449" y="224112"/>
                      </a:cubicBezTo>
                      <a:cubicBezTo>
                        <a:pt x="206598" y="172296"/>
                        <a:pt x="252984" y="121433"/>
                        <a:pt x="299562" y="70855"/>
                      </a:cubicBezTo>
                      <a:cubicBezTo>
                        <a:pt x="340519" y="26278"/>
                        <a:pt x="394145" y="6371"/>
                        <a:pt x="452438" y="1418"/>
                      </a:cubicBezTo>
                      <a:cubicBezTo>
                        <a:pt x="539877" y="-5916"/>
                        <a:pt x="621030" y="15038"/>
                        <a:pt x="691991" y="68188"/>
                      </a:cubicBezTo>
                      <a:cubicBezTo>
                        <a:pt x="729806" y="96668"/>
                        <a:pt x="758857" y="132196"/>
                        <a:pt x="770477" y="1808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23" name="任意多边形: 形状 349"/>
                <p:cNvSpPr/>
                <p:nvPr/>
              </p:nvSpPr>
              <p:spPr>
                <a:xfrm>
                  <a:off x="323941" y="5739655"/>
                  <a:ext cx="58777" cy="110997"/>
                </a:xfrm>
                <a:custGeom>
                  <a:avLst/>
                  <a:gdLst>
                    <a:gd name="connsiteX0" fmla="*/ 349961 w 411427"/>
                    <a:gd name="connsiteY0" fmla="*/ 776954 h 776954"/>
                    <a:gd name="connsiteX1" fmla="*/ 203848 w 411427"/>
                    <a:gd name="connsiteY1" fmla="*/ 586169 h 776954"/>
                    <a:gd name="connsiteX2" fmla="*/ 74213 w 411427"/>
                    <a:gd name="connsiteY2" fmla="*/ 480346 h 776954"/>
                    <a:gd name="connsiteX3" fmla="*/ 108 w 411427"/>
                    <a:gd name="connsiteY3" fmla="*/ 319278 h 776954"/>
                    <a:gd name="connsiteX4" fmla="*/ 106121 w 411427"/>
                    <a:gd name="connsiteY4" fmla="*/ 48292 h 776954"/>
                    <a:gd name="connsiteX5" fmla="*/ 175844 w 411427"/>
                    <a:gd name="connsiteY5" fmla="*/ 0 h 776954"/>
                    <a:gd name="connsiteX6" fmla="*/ 296336 w 411427"/>
                    <a:gd name="connsiteY6" fmla="*/ 314516 h 776954"/>
                    <a:gd name="connsiteX7" fmla="*/ 378727 w 411427"/>
                    <a:gd name="connsiteY7" fmla="*/ 421005 h 776954"/>
                    <a:gd name="connsiteX8" fmla="*/ 410159 w 411427"/>
                    <a:gd name="connsiteY8" fmla="*/ 574929 h 776954"/>
                    <a:gd name="connsiteX9" fmla="*/ 365773 w 411427"/>
                    <a:gd name="connsiteY9" fmla="*/ 744379 h 776954"/>
                    <a:gd name="connsiteX10" fmla="*/ 349961 w 411427"/>
                    <a:gd name="connsiteY10" fmla="*/ 776954 h 776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427" h="776954">
                      <a:moveTo>
                        <a:pt x="349961" y="776954"/>
                      </a:moveTo>
                      <a:cubicBezTo>
                        <a:pt x="323767" y="691134"/>
                        <a:pt x="264236" y="638080"/>
                        <a:pt x="203848" y="586169"/>
                      </a:cubicBezTo>
                      <a:cubicBezTo>
                        <a:pt x="161557" y="549878"/>
                        <a:pt x="116694" y="516446"/>
                        <a:pt x="74213" y="480346"/>
                      </a:cubicBezTo>
                      <a:cubicBezTo>
                        <a:pt x="24968" y="438436"/>
                        <a:pt x="1537" y="383381"/>
                        <a:pt x="108" y="319278"/>
                      </a:cubicBezTo>
                      <a:cubicBezTo>
                        <a:pt x="-2178" y="214313"/>
                        <a:pt x="31731" y="122777"/>
                        <a:pt x="106121" y="48292"/>
                      </a:cubicBezTo>
                      <a:cubicBezTo>
                        <a:pt x="124886" y="29528"/>
                        <a:pt x="150222" y="17336"/>
                        <a:pt x="175844" y="0"/>
                      </a:cubicBezTo>
                      <a:cubicBezTo>
                        <a:pt x="169939" y="127444"/>
                        <a:pt x="228803" y="222885"/>
                        <a:pt x="296336" y="314516"/>
                      </a:cubicBezTo>
                      <a:cubicBezTo>
                        <a:pt x="323006" y="350615"/>
                        <a:pt x="354819" y="383286"/>
                        <a:pt x="378727" y="421005"/>
                      </a:cubicBezTo>
                      <a:cubicBezTo>
                        <a:pt x="407969" y="467201"/>
                        <a:pt x="414636" y="520351"/>
                        <a:pt x="410159" y="574929"/>
                      </a:cubicBezTo>
                      <a:cubicBezTo>
                        <a:pt x="405397" y="634175"/>
                        <a:pt x="389490" y="690277"/>
                        <a:pt x="365773" y="744379"/>
                      </a:cubicBezTo>
                      <a:cubicBezTo>
                        <a:pt x="361772" y="753904"/>
                        <a:pt x="356724" y="763238"/>
                        <a:pt x="349961" y="776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24" name="任意多边形: 形状 350"/>
                <p:cNvSpPr/>
                <p:nvPr/>
              </p:nvSpPr>
              <p:spPr>
                <a:xfrm>
                  <a:off x="491112" y="6015111"/>
                  <a:ext cx="57723" cy="99706"/>
                </a:xfrm>
                <a:custGeom>
                  <a:avLst/>
                  <a:gdLst>
                    <a:gd name="connsiteX0" fmla="*/ 0 w 404050"/>
                    <a:gd name="connsiteY0" fmla="*/ 692012 h 697917"/>
                    <a:gd name="connsiteX1" fmla="*/ 24003 w 404050"/>
                    <a:gd name="connsiteY1" fmla="*/ 481319 h 697917"/>
                    <a:gd name="connsiteX2" fmla="*/ 4477 w 404050"/>
                    <a:gd name="connsiteY2" fmla="*/ 299677 h 697917"/>
                    <a:gd name="connsiteX3" fmla="*/ 59150 w 404050"/>
                    <a:gd name="connsiteY3" fmla="*/ 134133 h 697917"/>
                    <a:gd name="connsiteX4" fmla="*/ 237363 w 404050"/>
                    <a:gd name="connsiteY4" fmla="*/ 11451 h 697917"/>
                    <a:gd name="connsiteX5" fmla="*/ 404051 w 404050"/>
                    <a:gd name="connsiteY5" fmla="*/ 22119 h 697917"/>
                    <a:gd name="connsiteX6" fmla="*/ 278035 w 404050"/>
                    <a:gd name="connsiteY6" fmla="*/ 331110 h 697917"/>
                    <a:gd name="connsiteX7" fmla="*/ 259080 w 404050"/>
                    <a:gd name="connsiteY7" fmla="*/ 478271 h 697917"/>
                    <a:gd name="connsiteX8" fmla="*/ 100108 w 404050"/>
                    <a:gd name="connsiteY8" fmla="*/ 651626 h 697917"/>
                    <a:gd name="connsiteX9" fmla="*/ 4001 w 404050"/>
                    <a:gd name="connsiteY9" fmla="*/ 697918 h 697917"/>
                    <a:gd name="connsiteX10" fmla="*/ 0 w 404050"/>
                    <a:gd name="connsiteY10" fmla="*/ 692012 h 69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4050" h="697917">
                      <a:moveTo>
                        <a:pt x="0" y="692012"/>
                      </a:moveTo>
                      <a:cubicBezTo>
                        <a:pt x="34386" y="624670"/>
                        <a:pt x="31338" y="553137"/>
                        <a:pt x="24003" y="481319"/>
                      </a:cubicBezTo>
                      <a:cubicBezTo>
                        <a:pt x="17812" y="420740"/>
                        <a:pt x="9716" y="360352"/>
                        <a:pt x="4477" y="299677"/>
                      </a:cubicBezTo>
                      <a:cubicBezTo>
                        <a:pt x="-952" y="237193"/>
                        <a:pt x="21336" y="181758"/>
                        <a:pt x="59150" y="134133"/>
                      </a:cubicBezTo>
                      <a:cubicBezTo>
                        <a:pt x="105633" y="75744"/>
                        <a:pt x="164021" y="32215"/>
                        <a:pt x="237363" y="11451"/>
                      </a:cubicBezTo>
                      <a:cubicBezTo>
                        <a:pt x="294132" y="-4551"/>
                        <a:pt x="349663" y="-6171"/>
                        <a:pt x="404051" y="22119"/>
                      </a:cubicBezTo>
                      <a:cubicBezTo>
                        <a:pt x="312230" y="105939"/>
                        <a:pt x="292418" y="217476"/>
                        <a:pt x="278035" y="331110"/>
                      </a:cubicBezTo>
                      <a:cubicBezTo>
                        <a:pt x="271844" y="380259"/>
                        <a:pt x="272796" y="431408"/>
                        <a:pt x="259080" y="478271"/>
                      </a:cubicBezTo>
                      <a:cubicBezTo>
                        <a:pt x="235172" y="559995"/>
                        <a:pt x="171641" y="611145"/>
                        <a:pt x="100108" y="651626"/>
                      </a:cubicBezTo>
                      <a:cubicBezTo>
                        <a:pt x="69247" y="669057"/>
                        <a:pt x="36100" y="682678"/>
                        <a:pt x="4001" y="697918"/>
                      </a:cubicBezTo>
                      <a:cubicBezTo>
                        <a:pt x="2763" y="696012"/>
                        <a:pt x="1429" y="694012"/>
                        <a:pt x="0" y="6920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25" name="任意多边形: 形状 351"/>
                <p:cNvSpPr/>
                <p:nvPr/>
              </p:nvSpPr>
              <p:spPr>
                <a:xfrm>
                  <a:off x="431688" y="6207551"/>
                  <a:ext cx="101268" cy="67868"/>
                </a:xfrm>
                <a:custGeom>
                  <a:avLst/>
                  <a:gdLst>
                    <a:gd name="connsiteX0" fmla="*/ 708850 w 708850"/>
                    <a:gd name="connsiteY0" fmla="*/ 116791 h 475062"/>
                    <a:gd name="connsiteX1" fmla="*/ 496443 w 708850"/>
                    <a:gd name="connsiteY1" fmla="*/ 237283 h 475062"/>
                    <a:gd name="connsiteX2" fmla="*/ 380143 w 708850"/>
                    <a:gd name="connsiteY2" fmla="*/ 375871 h 475062"/>
                    <a:gd name="connsiteX3" fmla="*/ 214503 w 708850"/>
                    <a:gd name="connsiteY3" fmla="*/ 468930 h 475062"/>
                    <a:gd name="connsiteX4" fmla="*/ 0 w 708850"/>
                    <a:gd name="connsiteY4" fmla="*/ 457310 h 475062"/>
                    <a:gd name="connsiteX5" fmla="*/ 30766 w 708850"/>
                    <a:gd name="connsiteY5" fmla="*/ 435688 h 475062"/>
                    <a:gd name="connsiteX6" fmla="*/ 137065 w 708850"/>
                    <a:gd name="connsiteY6" fmla="*/ 297861 h 475062"/>
                    <a:gd name="connsiteX7" fmla="*/ 221932 w 708850"/>
                    <a:gd name="connsiteY7" fmla="*/ 133460 h 475062"/>
                    <a:gd name="connsiteX8" fmla="*/ 386525 w 708850"/>
                    <a:gd name="connsiteY8" fmla="*/ 12492 h 475062"/>
                    <a:gd name="connsiteX9" fmla="*/ 608457 w 708850"/>
                    <a:gd name="connsiteY9" fmla="*/ 26304 h 475062"/>
                    <a:gd name="connsiteX10" fmla="*/ 708850 w 708850"/>
                    <a:gd name="connsiteY10" fmla="*/ 116791 h 47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8850" h="475062">
                      <a:moveTo>
                        <a:pt x="708850" y="116791"/>
                      </a:moveTo>
                      <a:cubicBezTo>
                        <a:pt x="618649" y="127650"/>
                        <a:pt x="554355" y="178799"/>
                        <a:pt x="496443" y="237283"/>
                      </a:cubicBezTo>
                      <a:cubicBezTo>
                        <a:pt x="454152" y="280050"/>
                        <a:pt x="417672" y="328627"/>
                        <a:pt x="380143" y="375871"/>
                      </a:cubicBezTo>
                      <a:cubicBezTo>
                        <a:pt x="337375" y="429783"/>
                        <a:pt x="280607" y="458262"/>
                        <a:pt x="214503" y="468930"/>
                      </a:cubicBezTo>
                      <a:cubicBezTo>
                        <a:pt x="144304" y="480265"/>
                        <a:pt x="74390" y="475598"/>
                        <a:pt x="0" y="457310"/>
                      </a:cubicBezTo>
                      <a:cubicBezTo>
                        <a:pt x="12288" y="448642"/>
                        <a:pt x="21622" y="442260"/>
                        <a:pt x="30766" y="435688"/>
                      </a:cubicBezTo>
                      <a:cubicBezTo>
                        <a:pt x="80010" y="400446"/>
                        <a:pt x="109442" y="349677"/>
                        <a:pt x="137065" y="297861"/>
                      </a:cubicBezTo>
                      <a:cubicBezTo>
                        <a:pt x="166116" y="243474"/>
                        <a:pt x="193357" y="188133"/>
                        <a:pt x="221932" y="133460"/>
                      </a:cubicBezTo>
                      <a:cubicBezTo>
                        <a:pt x="256985" y="66499"/>
                        <a:pt x="316325" y="30971"/>
                        <a:pt x="386525" y="12492"/>
                      </a:cubicBezTo>
                      <a:cubicBezTo>
                        <a:pt x="461582" y="-7320"/>
                        <a:pt x="536163" y="-4176"/>
                        <a:pt x="608457" y="26304"/>
                      </a:cubicBezTo>
                      <a:cubicBezTo>
                        <a:pt x="651224" y="44401"/>
                        <a:pt x="685229" y="72500"/>
                        <a:pt x="708850" y="11679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26" name="任意多边形: 形状 352"/>
                <p:cNvSpPr/>
                <p:nvPr/>
              </p:nvSpPr>
              <p:spPr>
                <a:xfrm>
                  <a:off x="472170" y="6113307"/>
                  <a:ext cx="84082" cy="83088"/>
                </a:xfrm>
                <a:custGeom>
                  <a:avLst/>
                  <a:gdLst>
                    <a:gd name="connsiteX0" fmla="*/ 588550 w 588550"/>
                    <a:gd name="connsiteY0" fmla="*/ 61627 h 581596"/>
                    <a:gd name="connsiteX1" fmla="*/ 403479 w 588550"/>
                    <a:gd name="connsiteY1" fmla="*/ 256985 h 581596"/>
                    <a:gd name="connsiteX2" fmla="*/ 353092 w 588550"/>
                    <a:gd name="connsiteY2" fmla="*/ 372523 h 581596"/>
                    <a:gd name="connsiteX3" fmla="*/ 214217 w 588550"/>
                    <a:gd name="connsiteY3" fmla="*/ 532353 h 581596"/>
                    <a:gd name="connsiteX4" fmla="*/ 0 w 588550"/>
                    <a:gd name="connsiteY4" fmla="*/ 581597 h 581596"/>
                    <a:gd name="connsiteX5" fmla="*/ 5810 w 588550"/>
                    <a:gd name="connsiteY5" fmla="*/ 568738 h 581596"/>
                    <a:gd name="connsiteX6" fmla="*/ 91345 w 588550"/>
                    <a:gd name="connsiteY6" fmla="*/ 366427 h 581596"/>
                    <a:gd name="connsiteX7" fmla="*/ 121158 w 588550"/>
                    <a:gd name="connsiteY7" fmla="*/ 215075 h 581596"/>
                    <a:gd name="connsiteX8" fmla="*/ 263462 w 588550"/>
                    <a:gd name="connsiteY8" fmla="*/ 40386 h 581596"/>
                    <a:gd name="connsiteX9" fmla="*/ 500920 w 588550"/>
                    <a:gd name="connsiteY9" fmla="*/ 10192 h 581596"/>
                    <a:gd name="connsiteX10" fmla="*/ 588550 w 588550"/>
                    <a:gd name="connsiteY10" fmla="*/ 61627 h 581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8550" h="581596">
                      <a:moveTo>
                        <a:pt x="588550" y="61627"/>
                      </a:moveTo>
                      <a:cubicBezTo>
                        <a:pt x="496824" y="100394"/>
                        <a:pt x="447199" y="176499"/>
                        <a:pt x="403479" y="256985"/>
                      </a:cubicBezTo>
                      <a:cubicBezTo>
                        <a:pt x="383477" y="293751"/>
                        <a:pt x="366617" y="332804"/>
                        <a:pt x="353092" y="372523"/>
                      </a:cubicBezTo>
                      <a:cubicBezTo>
                        <a:pt x="328327" y="445294"/>
                        <a:pt x="283083" y="498444"/>
                        <a:pt x="214217" y="532353"/>
                      </a:cubicBezTo>
                      <a:cubicBezTo>
                        <a:pt x="147447" y="565309"/>
                        <a:pt x="76867" y="579501"/>
                        <a:pt x="0" y="581597"/>
                      </a:cubicBezTo>
                      <a:cubicBezTo>
                        <a:pt x="2763" y="575215"/>
                        <a:pt x="3429" y="571215"/>
                        <a:pt x="5810" y="568738"/>
                      </a:cubicBezTo>
                      <a:cubicBezTo>
                        <a:pt x="60389" y="512255"/>
                        <a:pt x="75343" y="439008"/>
                        <a:pt x="91345" y="366427"/>
                      </a:cubicBezTo>
                      <a:cubicBezTo>
                        <a:pt x="102394" y="316231"/>
                        <a:pt x="109824" y="265176"/>
                        <a:pt x="121158" y="215075"/>
                      </a:cubicBezTo>
                      <a:cubicBezTo>
                        <a:pt x="139541" y="133732"/>
                        <a:pt x="191071" y="77534"/>
                        <a:pt x="263462" y="40386"/>
                      </a:cubicBezTo>
                      <a:cubicBezTo>
                        <a:pt x="338519" y="1810"/>
                        <a:pt x="417957" y="-11049"/>
                        <a:pt x="500920" y="10192"/>
                      </a:cubicBezTo>
                      <a:cubicBezTo>
                        <a:pt x="533876" y="18669"/>
                        <a:pt x="563594" y="34195"/>
                        <a:pt x="588550" y="6162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27" name="任意多边形: 形状 353"/>
                <p:cNvSpPr/>
                <p:nvPr/>
              </p:nvSpPr>
              <p:spPr>
                <a:xfrm>
                  <a:off x="386291" y="5784565"/>
                  <a:ext cx="50284" cy="112231"/>
                </a:xfrm>
                <a:custGeom>
                  <a:avLst/>
                  <a:gdLst>
                    <a:gd name="connsiteX0" fmla="*/ 236327 w 351976"/>
                    <a:gd name="connsiteY0" fmla="*/ 63 h 785589"/>
                    <a:gd name="connsiteX1" fmla="*/ 248233 w 351976"/>
                    <a:gd name="connsiteY1" fmla="*/ 234759 h 785589"/>
                    <a:gd name="connsiteX2" fmla="*/ 317385 w 351976"/>
                    <a:gd name="connsiteY2" fmla="*/ 389159 h 785589"/>
                    <a:gd name="connsiteX3" fmla="*/ 323100 w 351976"/>
                    <a:gd name="connsiteY3" fmla="*/ 645381 h 785589"/>
                    <a:gd name="connsiteX4" fmla="*/ 247471 w 351976"/>
                    <a:gd name="connsiteY4" fmla="*/ 776064 h 785589"/>
                    <a:gd name="connsiteX5" fmla="*/ 236232 w 351976"/>
                    <a:gd name="connsiteY5" fmla="*/ 785589 h 785589"/>
                    <a:gd name="connsiteX6" fmla="*/ 186416 w 351976"/>
                    <a:gd name="connsiteY6" fmla="*/ 644334 h 785589"/>
                    <a:gd name="connsiteX7" fmla="*/ 79736 w 351976"/>
                    <a:gd name="connsiteY7" fmla="*/ 503649 h 785589"/>
                    <a:gd name="connsiteX8" fmla="*/ 7155 w 351976"/>
                    <a:gd name="connsiteY8" fmla="*/ 380682 h 785589"/>
                    <a:gd name="connsiteX9" fmla="*/ 28682 w 351976"/>
                    <a:gd name="connsiteY9" fmla="*/ 187229 h 785589"/>
                    <a:gd name="connsiteX10" fmla="*/ 148030 w 351976"/>
                    <a:gd name="connsiteY10" fmla="*/ 31686 h 785589"/>
                    <a:gd name="connsiteX11" fmla="*/ 236327 w 351976"/>
                    <a:gd name="connsiteY11" fmla="*/ 63 h 78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1976" h="785589">
                      <a:moveTo>
                        <a:pt x="236327" y="63"/>
                      </a:moveTo>
                      <a:cubicBezTo>
                        <a:pt x="205942" y="81597"/>
                        <a:pt x="222992" y="159416"/>
                        <a:pt x="248233" y="234759"/>
                      </a:cubicBezTo>
                      <a:cubicBezTo>
                        <a:pt x="266045" y="288003"/>
                        <a:pt x="290620" y="339629"/>
                        <a:pt x="317385" y="389159"/>
                      </a:cubicBezTo>
                      <a:cubicBezTo>
                        <a:pt x="363485" y="474598"/>
                        <a:pt x="361581" y="560228"/>
                        <a:pt x="323100" y="645381"/>
                      </a:cubicBezTo>
                      <a:cubicBezTo>
                        <a:pt x="302430" y="691006"/>
                        <a:pt x="273093" y="732726"/>
                        <a:pt x="247471" y="776064"/>
                      </a:cubicBezTo>
                      <a:cubicBezTo>
                        <a:pt x="245757" y="779017"/>
                        <a:pt x="242042" y="780732"/>
                        <a:pt x="236232" y="785589"/>
                      </a:cubicBezTo>
                      <a:cubicBezTo>
                        <a:pt x="231945" y="732059"/>
                        <a:pt x="214991" y="685386"/>
                        <a:pt x="186416" y="644334"/>
                      </a:cubicBezTo>
                      <a:cubicBezTo>
                        <a:pt x="152793" y="596042"/>
                        <a:pt x="116312" y="549750"/>
                        <a:pt x="79736" y="503649"/>
                      </a:cubicBezTo>
                      <a:cubicBezTo>
                        <a:pt x="49827" y="465835"/>
                        <a:pt x="18681" y="429735"/>
                        <a:pt x="7155" y="380682"/>
                      </a:cubicBezTo>
                      <a:cubicBezTo>
                        <a:pt x="-8656" y="313245"/>
                        <a:pt x="3155" y="249332"/>
                        <a:pt x="28682" y="187229"/>
                      </a:cubicBezTo>
                      <a:cubicBezTo>
                        <a:pt x="54304" y="124935"/>
                        <a:pt x="92690" y="71119"/>
                        <a:pt x="148030" y="31686"/>
                      </a:cubicBezTo>
                      <a:cubicBezTo>
                        <a:pt x="173462" y="13588"/>
                        <a:pt x="201942" y="-1080"/>
                        <a:pt x="236327" y="6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28" name="任意多边形: 形状 354"/>
                <p:cNvSpPr/>
                <p:nvPr/>
              </p:nvSpPr>
              <p:spPr>
                <a:xfrm>
                  <a:off x="318568" y="5868720"/>
                  <a:ext cx="103717" cy="53631"/>
                </a:xfrm>
                <a:custGeom>
                  <a:avLst/>
                  <a:gdLst>
                    <a:gd name="connsiteX0" fmla="*/ 0 w 725995"/>
                    <a:gd name="connsiteY0" fmla="*/ 161662 h 375403"/>
                    <a:gd name="connsiteX1" fmla="*/ 185356 w 725995"/>
                    <a:gd name="connsiteY1" fmla="*/ 19550 h 375403"/>
                    <a:gd name="connsiteX2" fmla="*/ 414623 w 725995"/>
                    <a:gd name="connsiteY2" fmla="*/ 23645 h 375403"/>
                    <a:gd name="connsiteX3" fmla="*/ 622268 w 725995"/>
                    <a:gd name="connsiteY3" fmla="*/ 160996 h 375403"/>
                    <a:gd name="connsiteX4" fmla="*/ 725996 w 725995"/>
                    <a:gd name="connsiteY4" fmla="*/ 335399 h 375403"/>
                    <a:gd name="connsiteX5" fmla="*/ 288226 w 725995"/>
                    <a:gd name="connsiteY5" fmla="*/ 375403 h 375403"/>
                    <a:gd name="connsiteX6" fmla="*/ 0 w 725995"/>
                    <a:gd name="connsiteY6" fmla="*/ 161662 h 375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5995" h="375403">
                      <a:moveTo>
                        <a:pt x="0" y="161662"/>
                      </a:moveTo>
                      <a:cubicBezTo>
                        <a:pt x="49244" y="96702"/>
                        <a:pt x="109252" y="47648"/>
                        <a:pt x="185356" y="19550"/>
                      </a:cubicBezTo>
                      <a:cubicBezTo>
                        <a:pt x="262318" y="-8835"/>
                        <a:pt x="339471" y="-5311"/>
                        <a:pt x="414623" y="23645"/>
                      </a:cubicBezTo>
                      <a:cubicBezTo>
                        <a:pt x="493490" y="53935"/>
                        <a:pt x="564642" y="98036"/>
                        <a:pt x="622268" y="160996"/>
                      </a:cubicBezTo>
                      <a:cubicBezTo>
                        <a:pt x="668369" y="211383"/>
                        <a:pt x="705993" y="267295"/>
                        <a:pt x="725996" y="335399"/>
                      </a:cubicBezTo>
                      <a:cubicBezTo>
                        <a:pt x="570357" y="252436"/>
                        <a:pt x="428625" y="299299"/>
                        <a:pt x="288226" y="375403"/>
                      </a:cubicBezTo>
                      <a:cubicBezTo>
                        <a:pt x="226409" y="258341"/>
                        <a:pt x="116586" y="206525"/>
                        <a:pt x="0" y="16166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29" name="任意多边形: 形状 355"/>
                <p:cNvSpPr/>
                <p:nvPr/>
              </p:nvSpPr>
              <p:spPr>
                <a:xfrm>
                  <a:off x="428409" y="6050358"/>
                  <a:ext cx="54864" cy="98709"/>
                </a:xfrm>
                <a:custGeom>
                  <a:avLst/>
                  <a:gdLst>
                    <a:gd name="connsiteX0" fmla="*/ 0 w 384032"/>
                    <a:gd name="connsiteY0" fmla="*/ 0 h 690943"/>
                    <a:gd name="connsiteX1" fmla="*/ 94488 w 384032"/>
                    <a:gd name="connsiteY1" fmla="*/ 12763 h 690943"/>
                    <a:gd name="connsiteX2" fmla="*/ 269462 w 384032"/>
                    <a:gd name="connsiteY2" fmla="*/ 101156 h 690943"/>
                    <a:gd name="connsiteX3" fmla="*/ 363093 w 384032"/>
                    <a:gd name="connsiteY3" fmla="*/ 263271 h 690943"/>
                    <a:gd name="connsiteX4" fmla="*/ 338423 w 384032"/>
                    <a:gd name="connsiteY4" fmla="*/ 623126 h 690943"/>
                    <a:gd name="connsiteX5" fmla="*/ 301276 w 384032"/>
                    <a:gd name="connsiteY5" fmla="*/ 690943 h 690943"/>
                    <a:gd name="connsiteX6" fmla="*/ 4000 w 384032"/>
                    <a:gd name="connsiteY6" fmla="*/ 362045 h 690943"/>
                    <a:gd name="connsiteX7" fmla="*/ 0 w 384032"/>
                    <a:gd name="connsiteY7" fmla="*/ 0 h 690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32" h="690943">
                      <a:moveTo>
                        <a:pt x="0" y="0"/>
                      </a:moveTo>
                      <a:cubicBezTo>
                        <a:pt x="33718" y="4381"/>
                        <a:pt x="64484" y="6572"/>
                        <a:pt x="94488" y="12763"/>
                      </a:cubicBezTo>
                      <a:cubicBezTo>
                        <a:pt x="160591" y="26384"/>
                        <a:pt x="220503" y="54578"/>
                        <a:pt x="269462" y="101156"/>
                      </a:cubicBezTo>
                      <a:cubicBezTo>
                        <a:pt x="316230" y="145542"/>
                        <a:pt x="345948" y="200882"/>
                        <a:pt x="363093" y="263271"/>
                      </a:cubicBezTo>
                      <a:cubicBezTo>
                        <a:pt x="396907" y="386239"/>
                        <a:pt x="390525" y="506349"/>
                        <a:pt x="338423" y="623126"/>
                      </a:cubicBezTo>
                      <a:cubicBezTo>
                        <a:pt x="328613" y="645224"/>
                        <a:pt x="315182" y="665702"/>
                        <a:pt x="301276" y="690943"/>
                      </a:cubicBezTo>
                      <a:cubicBezTo>
                        <a:pt x="273177" y="513302"/>
                        <a:pt x="149066" y="429292"/>
                        <a:pt x="4000" y="362045"/>
                      </a:cubicBezTo>
                      <a:cubicBezTo>
                        <a:pt x="60770" y="242887"/>
                        <a:pt x="34290" y="124016"/>
                        <a:pt x="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0" name="任意多边形: 形状 356"/>
                <p:cNvSpPr/>
                <p:nvPr/>
              </p:nvSpPr>
              <p:spPr>
                <a:xfrm>
                  <a:off x="383326" y="6178174"/>
                  <a:ext cx="53259" cy="106057"/>
                </a:xfrm>
                <a:custGeom>
                  <a:avLst/>
                  <a:gdLst>
                    <a:gd name="connsiteX0" fmla="*/ 79915 w 372803"/>
                    <a:gd name="connsiteY0" fmla="*/ 742188 h 742373"/>
                    <a:gd name="connsiteX1" fmla="*/ 107918 w 372803"/>
                    <a:gd name="connsiteY1" fmla="*/ 556736 h 742373"/>
                    <a:gd name="connsiteX2" fmla="*/ 4667 w 372803"/>
                    <a:gd name="connsiteY2" fmla="*/ 315944 h 742373"/>
                    <a:gd name="connsiteX3" fmla="*/ 0 w 372803"/>
                    <a:gd name="connsiteY3" fmla="*/ 307562 h 742373"/>
                    <a:gd name="connsiteX4" fmla="*/ 184785 w 372803"/>
                    <a:gd name="connsiteY4" fmla="*/ 0 h 742373"/>
                    <a:gd name="connsiteX5" fmla="*/ 365570 w 372803"/>
                    <a:gd name="connsiteY5" fmla="*/ 241459 h 742373"/>
                    <a:gd name="connsiteX6" fmla="*/ 313754 w 372803"/>
                    <a:gd name="connsiteY6" fmla="*/ 520065 h 742373"/>
                    <a:gd name="connsiteX7" fmla="*/ 103346 w 372803"/>
                    <a:gd name="connsiteY7" fmla="*/ 734187 h 742373"/>
                    <a:gd name="connsiteX8" fmla="*/ 86773 w 372803"/>
                    <a:gd name="connsiteY8" fmla="*/ 742093 h 742373"/>
                    <a:gd name="connsiteX9" fmla="*/ 79915 w 372803"/>
                    <a:gd name="connsiteY9" fmla="*/ 742188 h 74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803" h="742373">
                      <a:moveTo>
                        <a:pt x="79915" y="742188"/>
                      </a:moveTo>
                      <a:cubicBezTo>
                        <a:pt x="115157" y="683133"/>
                        <a:pt x="115919" y="620173"/>
                        <a:pt x="107918" y="556736"/>
                      </a:cubicBezTo>
                      <a:cubicBezTo>
                        <a:pt x="96678" y="466915"/>
                        <a:pt x="57912" y="388144"/>
                        <a:pt x="4667" y="315944"/>
                      </a:cubicBezTo>
                      <a:cubicBezTo>
                        <a:pt x="2953" y="313658"/>
                        <a:pt x="1810" y="310896"/>
                        <a:pt x="0" y="307562"/>
                      </a:cubicBezTo>
                      <a:cubicBezTo>
                        <a:pt x="110776" y="235458"/>
                        <a:pt x="150209" y="120587"/>
                        <a:pt x="184785" y="0"/>
                      </a:cubicBezTo>
                      <a:cubicBezTo>
                        <a:pt x="276606" y="59912"/>
                        <a:pt x="342900" y="134969"/>
                        <a:pt x="365570" y="241459"/>
                      </a:cubicBezTo>
                      <a:cubicBezTo>
                        <a:pt x="386810" y="340900"/>
                        <a:pt x="358807" y="432435"/>
                        <a:pt x="313754" y="520065"/>
                      </a:cubicBezTo>
                      <a:cubicBezTo>
                        <a:pt x="265843" y="613124"/>
                        <a:pt x="196596" y="685514"/>
                        <a:pt x="103346" y="734187"/>
                      </a:cubicBezTo>
                      <a:cubicBezTo>
                        <a:pt x="97917" y="737044"/>
                        <a:pt x="92393" y="739616"/>
                        <a:pt x="86773" y="742093"/>
                      </a:cubicBezTo>
                      <a:cubicBezTo>
                        <a:pt x="85630" y="742664"/>
                        <a:pt x="84011" y="742188"/>
                        <a:pt x="79915" y="742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1" name="任意多边形: 形状 357"/>
                <p:cNvSpPr/>
                <p:nvPr/>
              </p:nvSpPr>
              <p:spPr>
                <a:xfrm>
                  <a:off x="399737" y="5986267"/>
                  <a:ext cx="78908" cy="78515"/>
                </a:xfrm>
                <a:custGeom>
                  <a:avLst/>
                  <a:gdLst>
                    <a:gd name="connsiteX0" fmla="*/ 543782 w 552338"/>
                    <a:gd name="connsiteY0" fmla="*/ 549589 h 549588"/>
                    <a:gd name="connsiteX1" fmla="*/ 141637 w 552338"/>
                    <a:gd name="connsiteY1" fmla="*/ 366423 h 549588"/>
                    <a:gd name="connsiteX2" fmla="*/ 0 w 552338"/>
                    <a:gd name="connsiteY2" fmla="*/ 33715 h 549588"/>
                    <a:gd name="connsiteX3" fmla="*/ 80582 w 552338"/>
                    <a:gd name="connsiteY3" fmla="*/ 9616 h 549588"/>
                    <a:gd name="connsiteX4" fmla="*/ 375571 w 552338"/>
                    <a:gd name="connsiteY4" fmla="*/ 73148 h 549588"/>
                    <a:gd name="connsiteX5" fmla="*/ 511493 w 552338"/>
                    <a:gd name="connsiteY5" fmla="*/ 263839 h 549588"/>
                    <a:gd name="connsiteX6" fmla="*/ 552259 w 552338"/>
                    <a:gd name="connsiteY6" fmla="*/ 457101 h 549588"/>
                    <a:gd name="connsiteX7" fmla="*/ 543782 w 552338"/>
                    <a:gd name="connsiteY7" fmla="*/ 549589 h 54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338" h="549588">
                      <a:moveTo>
                        <a:pt x="543782" y="549589"/>
                      </a:moveTo>
                      <a:cubicBezTo>
                        <a:pt x="480060" y="430812"/>
                        <a:pt x="309086" y="360136"/>
                        <a:pt x="141637" y="366423"/>
                      </a:cubicBezTo>
                      <a:cubicBezTo>
                        <a:pt x="148304" y="234978"/>
                        <a:pt x="80867" y="134489"/>
                        <a:pt x="0" y="33715"/>
                      </a:cubicBezTo>
                      <a:cubicBezTo>
                        <a:pt x="28384" y="25142"/>
                        <a:pt x="54102" y="15236"/>
                        <a:pt x="80582" y="9616"/>
                      </a:cubicBezTo>
                      <a:cubicBezTo>
                        <a:pt x="188119" y="-13148"/>
                        <a:pt x="288607" y="3139"/>
                        <a:pt x="375571" y="73148"/>
                      </a:cubicBezTo>
                      <a:cubicBezTo>
                        <a:pt x="438150" y="123535"/>
                        <a:pt x="479203" y="191068"/>
                        <a:pt x="511493" y="263839"/>
                      </a:cubicBezTo>
                      <a:cubicBezTo>
                        <a:pt x="538734" y="325275"/>
                        <a:pt x="550164" y="390521"/>
                        <a:pt x="552259" y="457101"/>
                      </a:cubicBezTo>
                      <a:cubicBezTo>
                        <a:pt x="553117" y="487676"/>
                        <a:pt x="546830" y="518632"/>
                        <a:pt x="543782" y="5495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2" name="任意多边形: 形状 358"/>
                <p:cNvSpPr/>
                <p:nvPr/>
              </p:nvSpPr>
              <p:spPr>
                <a:xfrm>
                  <a:off x="212347" y="5801627"/>
                  <a:ext cx="102656" cy="53829"/>
                </a:xfrm>
                <a:custGeom>
                  <a:avLst/>
                  <a:gdLst>
                    <a:gd name="connsiteX0" fmla="*/ 715899 w 718566"/>
                    <a:gd name="connsiteY0" fmla="*/ 117235 h 376791"/>
                    <a:gd name="connsiteX1" fmla="*/ 485775 w 718566"/>
                    <a:gd name="connsiteY1" fmla="*/ 212485 h 376791"/>
                    <a:gd name="connsiteX2" fmla="*/ 373094 w 718566"/>
                    <a:gd name="connsiteY2" fmla="*/ 359551 h 376791"/>
                    <a:gd name="connsiteX3" fmla="*/ 362808 w 718566"/>
                    <a:gd name="connsiteY3" fmla="*/ 376791 h 376791"/>
                    <a:gd name="connsiteX4" fmla="*/ 0 w 718566"/>
                    <a:gd name="connsiteY4" fmla="*/ 343644 h 376791"/>
                    <a:gd name="connsiteX5" fmla="*/ 31718 w 718566"/>
                    <a:gd name="connsiteY5" fmla="*/ 228487 h 376791"/>
                    <a:gd name="connsiteX6" fmla="*/ 232696 w 718566"/>
                    <a:gd name="connsiteY6" fmla="*/ 25985 h 376791"/>
                    <a:gd name="connsiteX7" fmla="*/ 443770 w 718566"/>
                    <a:gd name="connsiteY7" fmla="*/ 2744 h 376791"/>
                    <a:gd name="connsiteX8" fmla="*/ 626269 w 718566"/>
                    <a:gd name="connsiteY8" fmla="*/ 54465 h 376791"/>
                    <a:gd name="connsiteX9" fmla="*/ 718566 w 718566"/>
                    <a:gd name="connsiteY9" fmla="*/ 111425 h 376791"/>
                    <a:gd name="connsiteX10" fmla="*/ 715899 w 718566"/>
                    <a:gd name="connsiteY10" fmla="*/ 117235 h 376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8566" h="376791">
                      <a:moveTo>
                        <a:pt x="715899" y="117235"/>
                      </a:moveTo>
                      <a:cubicBezTo>
                        <a:pt x="623792" y="111710"/>
                        <a:pt x="551307" y="154097"/>
                        <a:pt x="485775" y="212485"/>
                      </a:cubicBezTo>
                      <a:cubicBezTo>
                        <a:pt x="439008" y="254204"/>
                        <a:pt x="402622" y="304401"/>
                        <a:pt x="373094" y="359551"/>
                      </a:cubicBezTo>
                      <a:cubicBezTo>
                        <a:pt x="369951" y="365456"/>
                        <a:pt x="366236" y="371076"/>
                        <a:pt x="362808" y="376791"/>
                      </a:cubicBezTo>
                      <a:cubicBezTo>
                        <a:pt x="249460" y="307163"/>
                        <a:pt x="128874" y="322118"/>
                        <a:pt x="0" y="343644"/>
                      </a:cubicBezTo>
                      <a:cubicBezTo>
                        <a:pt x="11240" y="301925"/>
                        <a:pt x="18193" y="263920"/>
                        <a:pt x="31718" y="228487"/>
                      </a:cubicBezTo>
                      <a:cubicBezTo>
                        <a:pt x="68675" y="131999"/>
                        <a:pt x="133160" y="60371"/>
                        <a:pt x="232696" y="25985"/>
                      </a:cubicBezTo>
                      <a:cubicBezTo>
                        <a:pt x="300990" y="2363"/>
                        <a:pt x="371285" y="-4495"/>
                        <a:pt x="443770" y="2744"/>
                      </a:cubicBezTo>
                      <a:cubicBezTo>
                        <a:pt x="508159" y="9221"/>
                        <a:pt x="569214" y="25128"/>
                        <a:pt x="626269" y="54465"/>
                      </a:cubicBezTo>
                      <a:cubicBezTo>
                        <a:pt x="658368" y="70943"/>
                        <a:pt x="687896" y="92279"/>
                        <a:pt x="718566" y="111425"/>
                      </a:cubicBezTo>
                      <a:cubicBezTo>
                        <a:pt x="717804" y="113234"/>
                        <a:pt x="716852" y="115235"/>
                        <a:pt x="715899" y="1172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3" name="任意多边形: 形状 359"/>
                <p:cNvSpPr/>
                <p:nvPr/>
              </p:nvSpPr>
              <p:spPr>
                <a:xfrm>
                  <a:off x="415223" y="6118736"/>
                  <a:ext cx="53907" cy="106534"/>
                </a:xfrm>
                <a:custGeom>
                  <a:avLst/>
                  <a:gdLst>
                    <a:gd name="connsiteX0" fmla="*/ 159544 w 377338"/>
                    <a:gd name="connsiteY0" fmla="*/ 745712 h 745712"/>
                    <a:gd name="connsiteX1" fmla="*/ 33718 w 377338"/>
                    <a:gd name="connsiteY1" fmla="*/ 362617 h 745712"/>
                    <a:gd name="connsiteX2" fmla="*/ 0 w 377338"/>
                    <a:gd name="connsiteY2" fmla="*/ 336423 h 745712"/>
                    <a:gd name="connsiteX3" fmla="*/ 136112 w 377338"/>
                    <a:gd name="connsiteY3" fmla="*/ 0 h 745712"/>
                    <a:gd name="connsiteX4" fmla="*/ 236029 w 377338"/>
                    <a:gd name="connsiteY4" fmla="*/ 53435 h 745712"/>
                    <a:gd name="connsiteX5" fmla="*/ 373666 w 377338"/>
                    <a:gd name="connsiteY5" fmla="*/ 274511 h 745712"/>
                    <a:gd name="connsiteX6" fmla="*/ 346043 w 377338"/>
                    <a:gd name="connsiteY6" fmla="*/ 499682 h 745712"/>
                    <a:gd name="connsiteX7" fmla="*/ 178594 w 377338"/>
                    <a:gd name="connsiteY7" fmla="*/ 733044 h 745712"/>
                    <a:gd name="connsiteX8" fmla="*/ 159544 w 377338"/>
                    <a:gd name="connsiteY8" fmla="*/ 745712 h 74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338" h="745712">
                      <a:moveTo>
                        <a:pt x="159544" y="745712"/>
                      </a:moveTo>
                      <a:cubicBezTo>
                        <a:pt x="195167" y="591408"/>
                        <a:pt x="132207" y="471011"/>
                        <a:pt x="33718" y="362617"/>
                      </a:cubicBezTo>
                      <a:cubicBezTo>
                        <a:pt x="24669" y="352616"/>
                        <a:pt x="12192" y="345758"/>
                        <a:pt x="0" y="336423"/>
                      </a:cubicBezTo>
                      <a:cubicBezTo>
                        <a:pt x="101346" y="242030"/>
                        <a:pt x="123349" y="123920"/>
                        <a:pt x="136112" y="0"/>
                      </a:cubicBezTo>
                      <a:cubicBezTo>
                        <a:pt x="174117" y="9811"/>
                        <a:pt x="205644" y="30956"/>
                        <a:pt x="236029" y="53435"/>
                      </a:cubicBezTo>
                      <a:cubicBezTo>
                        <a:pt x="310801" y="108871"/>
                        <a:pt x="361093" y="180880"/>
                        <a:pt x="373666" y="274511"/>
                      </a:cubicBezTo>
                      <a:cubicBezTo>
                        <a:pt x="384048" y="351473"/>
                        <a:pt x="371665" y="426720"/>
                        <a:pt x="346043" y="499682"/>
                      </a:cubicBezTo>
                      <a:cubicBezTo>
                        <a:pt x="312991" y="593598"/>
                        <a:pt x="258223" y="672370"/>
                        <a:pt x="178594" y="733044"/>
                      </a:cubicBezTo>
                      <a:cubicBezTo>
                        <a:pt x="172688" y="737616"/>
                        <a:pt x="166211" y="741331"/>
                        <a:pt x="159544" y="7457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5" name="任意多边形: 形状 360"/>
                <p:cNvSpPr/>
                <p:nvPr/>
              </p:nvSpPr>
              <p:spPr>
                <a:xfrm>
                  <a:off x="264001" y="5830889"/>
                  <a:ext cx="106901" cy="53183"/>
                </a:xfrm>
                <a:custGeom>
                  <a:avLst/>
                  <a:gdLst>
                    <a:gd name="connsiteX0" fmla="*/ 0 w 748283"/>
                    <a:gd name="connsiteY0" fmla="*/ 252924 h 372272"/>
                    <a:gd name="connsiteX1" fmla="*/ 217361 w 748283"/>
                    <a:gd name="connsiteY1" fmla="*/ 19276 h 372272"/>
                    <a:gd name="connsiteX2" fmla="*/ 390715 w 748283"/>
                    <a:gd name="connsiteY2" fmla="*/ 3369 h 372272"/>
                    <a:gd name="connsiteX3" fmla="*/ 553212 w 748283"/>
                    <a:gd name="connsiteY3" fmla="*/ 46327 h 372272"/>
                    <a:gd name="connsiteX4" fmla="*/ 748284 w 748283"/>
                    <a:gd name="connsiteY4" fmla="*/ 203013 h 372272"/>
                    <a:gd name="connsiteX5" fmla="*/ 340519 w 748283"/>
                    <a:gd name="connsiteY5" fmla="*/ 372272 h 372272"/>
                    <a:gd name="connsiteX6" fmla="*/ 0 w 748283"/>
                    <a:gd name="connsiteY6" fmla="*/ 252924 h 37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8283" h="372272">
                      <a:moveTo>
                        <a:pt x="0" y="252924"/>
                      </a:moveTo>
                      <a:cubicBezTo>
                        <a:pt x="43434" y="145482"/>
                        <a:pt x="107442" y="60710"/>
                        <a:pt x="217361" y="19276"/>
                      </a:cubicBezTo>
                      <a:cubicBezTo>
                        <a:pt x="273463" y="-1870"/>
                        <a:pt x="331565" y="-2917"/>
                        <a:pt x="390715" y="3369"/>
                      </a:cubicBezTo>
                      <a:cubicBezTo>
                        <a:pt x="447294" y="9370"/>
                        <a:pt x="501396" y="23372"/>
                        <a:pt x="553212" y="46327"/>
                      </a:cubicBezTo>
                      <a:cubicBezTo>
                        <a:pt x="631603" y="80998"/>
                        <a:pt x="696182" y="133195"/>
                        <a:pt x="748284" y="203013"/>
                      </a:cubicBezTo>
                      <a:cubicBezTo>
                        <a:pt x="574262" y="170533"/>
                        <a:pt x="451199" y="255686"/>
                        <a:pt x="340519" y="372272"/>
                      </a:cubicBezTo>
                      <a:cubicBezTo>
                        <a:pt x="248412" y="277403"/>
                        <a:pt x="127159" y="261497"/>
                        <a:pt x="0" y="25292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6" name="任意多边形: 形状 361"/>
                <p:cNvSpPr/>
                <p:nvPr/>
              </p:nvSpPr>
              <p:spPr>
                <a:xfrm>
                  <a:off x="372549" y="5921215"/>
                  <a:ext cx="87816" cy="69310"/>
                </a:xfrm>
                <a:custGeom>
                  <a:avLst/>
                  <a:gdLst>
                    <a:gd name="connsiteX0" fmla="*/ 611886 w 614691"/>
                    <a:gd name="connsiteY0" fmla="*/ 485154 h 485153"/>
                    <a:gd name="connsiteX1" fmla="*/ 235458 w 614691"/>
                    <a:gd name="connsiteY1" fmla="*/ 362186 h 485153"/>
                    <a:gd name="connsiteX2" fmla="*/ 187738 w 614691"/>
                    <a:gd name="connsiteY2" fmla="*/ 367520 h 485153"/>
                    <a:gd name="connsiteX3" fmla="*/ 120301 w 614691"/>
                    <a:gd name="connsiteY3" fmla="*/ 198642 h 485153"/>
                    <a:gd name="connsiteX4" fmla="*/ 0 w 614691"/>
                    <a:gd name="connsiteY4" fmla="*/ 62530 h 485153"/>
                    <a:gd name="connsiteX5" fmla="*/ 138208 w 614691"/>
                    <a:gd name="connsiteY5" fmla="*/ 7475 h 485153"/>
                    <a:gd name="connsiteX6" fmla="*/ 450247 w 614691"/>
                    <a:gd name="connsiteY6" fmla="*/ 102725 h 485153"/>
                    <a:gd name="connsiteX7" fmla="*/ 614648 w 614691"/>
                    <a:gd name="connsiteY7" fmla="*/ 464199 h 485153"/>
                    <a:gd name="connsiteX8" fmla="*/ 613886 w 614691"/>
                    <a:gd name="connsiteY8" fmla="*/ 482487 h 485153"/>
                    <a:gd name="connsiteX9" fmla="*/ 611886 w 614691"/>
                    <a:gd name="connsiteY9" fmla="*/ 485154 h 485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4691" h="485153">
                      <a:moveTo>
                        <a:pt x="611886" y="485154"/>
                      </a:moveTo>
                      <a:cubicBezTo>
                        <a:pt x="511016" y="367901"/>
                        <a:pt x="378524" y="348946"/>
                        <a:pt x="235458" y="362186"/>
                      </a:cubicBezTo>
                      <a:cubicBezTo>
                        <a:pt x="219742" y="363615"/>
                        <a:pt x="204216" y="365710"/>
                        <a:pt x="187738" y="367520"/>
                      </a:cubicBezTo>
                      <a:cubicBezTo>
                        <a:pt x="183928" y="302369"/>
                        <a:pt x="158115" y="247029"/>
                        <a:pt x="120301" y="198642"/>
                      </a:cubicBezTo>
                      <a:cubicBezTo>
                        <a:pt x="83344" y="151398"/>
                        <a:pt x="40958" y="108440"/>
                        <a:pt x="0" y="62530"/>
                      </a:cubicBezTo>
                      <a:cubicBezTo>
                        <a:pt x="41529" y="37479"/>
                        <a:pt x="87630" y="17476"/>
                        <a:pt x="138208" y="7475"/>
                      </a:cubicBezTo>
                      <a:cubicBezTo>
                        <a:pt x="259271" y="-16337"/>
                        <a:pt x="361950" y="17095"/>
                        <a:pt x="450247" y="102725"/>
                      </a:cubicBezTo>
                      <a:cubicBezTo>
                        <a:pt x="552640" y="202071"/>
                        <a:pt x="609219" y="321324"/>
                        <a:pt x="614648" y="464199"/>
                      </a:cubicBezTo>
                      <a:cubicBezTo>
                        <a:pt x="614839" y="470295"/>
                        <a:pt x="614363" y="476391"/>
                        <a:pt x="613886" y="482487"/>
                      </a:cubicBezTo>
                      <a:cubicBezTo>
                        <a:pt x="613981" y="483630"/>
                        <a:pt x="612362" y="484678"/>
                        <a:pt x="611886" y="4851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7" name="任意多边形: 形状 362"/>
                <p:cNvSpPr/>
                <p:nvPr/>
              </p:nvSpPr>
              <p:spPr>
                <a:xfrm>
                  <a:off x="341905" y="6240306"/>
                  <a:ext cx="47499" cy="90423"/>
                </a:xfrm>
                <a:custGeom>
                  <a:avLst/>
                  <a:gdLst>
                    <a:gd name="connsiteX0" fmla="*/ 5620 w 332481"/>
                    <a:gd name="connsiteY0" fmla="*/ 632936 h 632936"/>
                    <a:gd name="connsiteX1" fmla="*/ 0 w 332481"/>
                    <a:gd name="connsiteY1" fmla="*/ 239649 h 632936"/>
                    <a:gd name="connsiteX2" fmla="*/ 207454 w 332481"/>
                    <a:gd name="connsiteY2" fmla="*/ 0 h 632936"/>
                    <a:gd name="connsiteX3" fmla="*/ 304609 w 332481"/>
                    <a:gd name="connsiteY3" fmla="*/ 125444 h 632936"/>
                    <a:gd name="connsiteX4" fmla="*/ 249460 w 332481"/>
                    <a:gd name="connsiteY4" fmla="*/ 465772 h 632936"/>
                    <a:gd name="connsiteX5" fmla="*/ 37909 w 332481"/>
                    <a:gd name="connsiteY5" fmla="*/ 624554 h 632936"/>
                    <a:gd name="connsiteX6" fmla="*/ 5620 w 332481"/>
                    <a:gd name="connsiteY6" fmla="*/ 632936 h 632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2481" h="632936">
                      <a:moveTo>
                        <a:pt x="5620" y="632936"/>
                      </a:moveTo>
                      <a:cubicBezTo>
                        <a:pt x="86582" y="499205"/>
                        <a:pt x="55816" y="370046"/>
                        <a:pt x="0" y="239649"/>
                      </a:cubicBezTo>
                      <a:cubicBezTo>
                        <a:pt x="106108" y="193453"/>
                        <a:pt x="159734" y="100774"/>
                        <a:pt x="207454" y="0"/>
                      </a:cubicBezTo>
                      <a:cubicBezTo>
                        <a:pt x="250031" y="35147"/>
                        <a:pt x="282416" y="76581"/>
                        <a:pt x="304609" y="125444"/>
                      </a:cubicBezTo>
                      <a:cubicBezTo>
                        <a:pt x="361569" y="250793"/>
                        <a:pt x="325279" y="361950"/>
                        <a:pt x="249460" y="465772"/>
                      </a:cubicBezTo>
                      <a:cubicBezTo>
                        <a:pt x="195263" y="539972"/>
                        <a:pt x="125254" y="594169"/>
                        <a:pt x="37909" y="624554"/>
                      </a:cubicBezTo>
                      <a:cubicBezTo>
                        <a:pt x="28099" y="627983"/>
                        <a:pt x="17716" y="629793"/>
                        <a:pt x="5620" y="63293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8" name="任意多边形: 形状 363"/>
                <p:cNvSpPr/>
                <p:nvPr/>
              </p:nvSpPr>
              <p:spPr>
                <a:xfrm>
                  <a:off x="282154" y="6285824"/>
                  <a:ext cx="59293" cy="79047"/>
                </a:xfrm>
                <a:custGeom>
                  <a:avLst/>
                  <a:gdLst>
                    <a:gd name="connsiteX0" fmla="*/ 0 w 415039"/>
                    <a:gd name="connsiteY0" fmla="*/ 553307 h 553307"/>
                    <a:gd name="connsiteX1" fmla="*/ 102965 w 415039"/>
                    <a:gd name="connsiteY1" fmla="*/ 331280 h 553307"/>
                    <a:gd name="connsiteX2" fmla="*/ 94583 w 415039"/>
                    <a:gd name="connsiteY2" fmla="*/ 193167 h 553307"/>
                    <a:gd name="connsiteX3" fmla="*/ 103822 w 415039"/>
                    <a:gd name="connsiteY3" fmla="*/ 175641 h 553307"/>
                    <a:gd name="connsiteX4" fmla="*/ 344805 w 415039"/>
                    <a:gd name="connsiteY4" fmla="*/ 4953 h 553307"/>
                    <a:gd name="connsiteX5" fmla="*/ 351854 w 415039"/>
                    <a:gd name="connsiteY5" fmla="*/ 0 h 553307"/>
                    <a:gd name="connsiteX6" fmla="*/ 414338 w 415039"/>
                    <a:gd name="connsiteY6" fmla="*/ 215837 h 553307"/>
                    <a:gd name="connsiteX7" fmla="*/ 315944 w 415039"/>
                    <a:gd name="connsiteY7" fmla="*/ 414814 h 553307"/>
                    <a:gd name="connsiteX8" fmla="*/ 58960 w 415039"/>
                    <a:gd name="connsiteY8" fmla="*/ 550259 h 553307"/>
                    <a:gd name="connsiteX9" fmla="*/ 0 w 415039"/>
                    <a:gd name="connsiteY9" fmla="*/ 553307 h 553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5039" h="553307">
                      <a:moveTo>
                        <a:pt x="0" y="553307"/>
                      </a:moveTo>
                      <a:cubicBezTo>
                        <a:pt x="70580" y="492347"/>
                        <a:pt x="94774" y="416338"/>
                        <a:pt x="102965" y="331280"/>
                      </a:cubicBezTo>
                      <a:cubicBezTo>
                        <a:pt x="107442" y="284131"/>
                        <a:pt x="103251" y="238887"/>
                        <a:pt x="94583" y="193167"/>
                      </a:cubicBezTo>
                      <a:cubicBezTo>
                        <a:pt x="93536" y="187833"/>
                        <a:pt x="99536" y="176498"/>
                        <a:pt x="103822" y="175641"/>
                      </a:cubicBezTo>
                      <a:cubicBezTo>
                        <a:pt x="209645" y="154496"/>
                        <a:pt x="280321" y="84296"/>
                        <a:pt x="344805" y="4953"/>
                      </a:cubicBezTo>
                      <a:cubicBezTo>
                        <a:pt x="346138" y="3334"/>
                        <a:pt x="348424" y="2381"/>
                        <a:pt x="351854" y="0"/>
                      </a:cubicBezTo>
                      <a:cubicBezTo>
                        <a:pt x="395192" y="66008"/>
                        <a:pt x="419576" y="136493"/>
                        <a:pt x="414338" y="215837"/>
                      </a:cubicBezTo>
                      <a:cubicBezTo>
                        <a:pt x="409099" y="295751"/>
                        <a:pt x="370713" y="359093"/>
                        <a:pt x="315944" y="414814"/>
                      </a:cubicBezTo>
                      <a:cubicBezTo>
                        <a:pt x="244602" y="487489"/>
                        <a:pt x="159448" y="533400"/>
                        <a:pt x="58960" y="550259"/>
                      </a:cubicBezTo>
                      <a:cubicBezTo>
                        <a:pt x="41243" y="553212"/>
                        <a:pt x="22955" y="552260"/>
                        <a:pt x="0" y="55330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0" name="任意多边形: 形状 364"/>
                <p:cNvSpPr/>
                <p:nvPr/>
              </p:nvSpPr>
              <p:spPr>
                <a:xfrm>
                  <a:off x="220702" y="6317788"/>
                  <a:ext cx="65756" cy="67727"/>
                </a:xfrm>
                <a:custGeom>
                  <a:avLst/>
                  <a:gdLst>
                    <a:gd name="connsiteX0" fmla="*/ 152305 w 460274"/>
                    <a:gd name="connsiteY0" fmla="*/ 123635 h 474076"/>
                    <a:gd name="connsiteX1" fmla="*/ 429101 w 460274"/>
                    <a:gd name="connsiteY1" fmla="*/ 0 h 474076"/>
                    <a:gd name="connsiteX2" fmla="*/ 459962 w 460274"/>
                    <a:gd name="connsiteY2" fmla="*/ 158782 h 474076"/>
                    <a:gd name="connsiteX3" fmla="*/ 289274 w 460274"/>
                    <a:gd name="connsiteY3" fmla="*/ 413100 h 474076"/>
                    <a:gd name="connsiteX4" fmla="*/ 52959 w 460274"/>
                    <a:gd name="connsiteY4" fmla="*/ 473678 h 474076"/>
                    <a:gd name="connsiteX5" fmla="*/ 0 w 460274"/>
                    <a:gd name="connsiteY5" fmla="*/ 467678 h 474076"/>
                    <a:gd name="connsiteX6" fmla="*/ 152305 w 460274"/>
                    <a:gd name="connsiteY6" fmla="*/ 123635 h 47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274" h="474076">
                      <a:moveTo>
                        <a:pt x="152305" y="123635"/>
                      </a:moveTo>
                      <a:cubicBezTo>
                        <a:pt x="264986" y="128016"/>
                        <a:pt x="346996" y="66961"/>
                        <a:pt x="429101" y="0"/>
                      </a:cubicBezTo>
                      <a:cubicBezTo>
                        <a:pt x="452914" y="50768"/>
                        <a:pt x="462153" y="103632"/>
                        <a:pt x="459962" y="158782"/>
                      </a:cubicBezTo>
                      <a:cubicBezTo>
                        <a:pt x="455105" y="278416"/>
                        <a:pt x="386048" y="355664"/>
                        <a:pt x="289274" y="413100"/>
                      </a:cubicBezTo>
                      <a:cubicBezTo>
                        <a:pt x="216789" y="456152"/>
                        <a:pt x="137731" y="477298"/>
                        <a:pt x="52959" y="473678"/>
                      </a:cubicBezTo>
                      <a:cubicBezTo>
                        <a:pt x="36576" y="473012"/>
                        <a:pt x="20193" y="470059"/>
                        <a:pt x="0" y="467678"/>
                      </a:cubicBezTo>
                      <a:cubicBezTo>
                        <a:pt x="126492" y="383286"/>
                        <a:pt x="150495" y="258128"/>
                        <a:pt x="152305" y="1236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nvGrpSpPr>
              <p:cNvPr id="42" name="组合 41"/>
              <p:cNvGrpSpPr/>
              <p:nvPr/>
            </p:nvGrpSpPr>
            <p:grpSpPr>
              <a:xfrm rot="0">
                <a:off x="2324" y="3051"/>
                <a:ext cx="622" cy="1153"/>
                <a:chOff x="-373187" y="5709433"/>
                <a:chExt cx="395237" cy="732484"/>
              </a:xfrm>
              <a:gradFill>
                <a:gsLst>
                  <a:gs pos="65000">
                    <a:srgbClr val="FFCD69"/>
                  </a:gs>
                  <a:gs pos="0">
                    <a:srgbClr val="FFCD69">
                      <a:lumMod val="60000"/>
                      <a:lumOff val="40000"/>
                    </a:srgbClr>
                  </a:gs>
                </a:gsLst>
                <a:lin ang="16200000" scaled="1"/>
              </a:gradFill>
            </p:grpSpPr>
            <p:sp>
              <p:nvSpPr>
                <p:cNvPr id="43" name="任意多边形: 形状 319"/>
                <p:cNvSpPr/>
                <p:nvPr/>
              </p:nvSpPr>
              <p:spPr>
                <a:xfrm>
                  <a:off x="-373187" y="6113394"/>
                  <a:ext cx="84571" cy="83409"/>
                </a:xfrm>
                <a:custGeom>
                  <a:avLst/>
                  <a:gdLst>
                    <a:gd name="connsiteX0" fmla="*/ 0 w 591978"/>
                    <a:gd name="connsiteY0" fmla="*/ 56729 h 583842"/>
                    <a:gd name="connsiteX1" fmla="*/ 13716 w 591978"/>
                    <a:gd name="connsiteY1" fmla="*/ 51014 h 583842"/>
                    <a:gd name="connsiteX2" fmla="*/ 209360 w 591978"/>
                    <a:gd name="connsiteY2" fmla="*/ 3008 h 583842"/>
                    <a:gd name="connsiteX3" fmla="*/ 384524 w 591978"/>
                    <a:gd name="connsiteY3" fmla="*/ 76731 h 583842"/>
                    <a:gd name="connsiteX4" fmla="*/ 479203 w 591978"/>
                    <a:gd name="connsiteY4" fmla="*/ 256658 h 583842"/>
                    <a:gd name="connsiteX5" fmla="*/ 516636 w 591978"/>
                    <a:gd name="connsiteY5" fmla="*/ 435252 h 583842"/>
                    <a:gd name="connsiteX6" fmla="*/ 591979 w 591978"/>
                    <a:gd name="connsiteY6" fmla="*/ 576889 h 583842"/>
                    <a:gd name="connsiteX7" fmla="*/ 589883 w 591978"/>
                    <a:gd name="connsiteY7" fmla="*/ 583842 h 583842"/>
                    <a:gd name="connsiteX8" fmla="*/ 474536 w 591978"/>
                    <a:gd name="connsiteY8" fmla="*/ 566126 h 583842"/>
                    <a:gd name="connsiteX9" fmla="*/ 294608 w 591978"/>
                    <a:gd name="connsiteY9" fmla="*/ 468780 h 583842"/>
                    <a:gd name="connsiteX10" fmla="*/ 237839 w 591978"/>
                    <a:gd name="connsiteY10" fmla="*/ 365434 h 583842"/>
                    <a:gd name="connsiteX11" fmla="*/ 76962 w 591978"/>
                    <a:gd name="connsiteY11" fmla="*/ 106830 h 583842"/>
                    <a:gd name="connsiteX12" fmla="*/ 0 w 591978"/>
                    <a:gd name="connsiteY12" fmla="*/ 65873 h 583842"/>
                    <a:gd name="connsiteX13" fmla="*/ 0 w 591978"/>
                    <a:gd name="connsiteY13" fmla="*/ 56729 h 583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978" h="583842">
                      <a:moveTo>
                        <a:pt x="0" y="56729"/>
                      </a:moveTo>
                      <a:cubicBezTo>
                        <a:pt x="4667" y="54919"/>
                        <a:pt x="10287" y="54157"/>
                        <a:pt x="13716" y="51014"/>
                      </a:cubicBezTo>
                      <a:cubicBezTo>
                        <a:pt x="70580" y="722"/>
                        <a:pt x="138303" y="-5089"/>
                        <a:pt x="209360" y="3008"/>
                      </a:cubicBezTo>
                      <a:cubicBezTo>
                        <a:pt x="274892" y="10533"/>
                        <a:pt x="333280" y="35869"/>
                        <a:pt x="384524" y="76731"/>
                      </a:cubicBezTo>
                      <a:cubicBezTo>
                        <a:pt x="442150" y="122737"/>
                        <a:pt x="467392" y="185602"/>
                        <a:pt x="479203" y="256658"/>
                      </a:cubicBezTo>
                      <a:cubicBezTo>
                        <a:pt x="489204" y="316571"/>
                        <a:pt x="502063" y="376197"/>
                        <a:pt x="516636" y="435252"/>
                      </a:cubicBezTo>
                      <a:cubicBezTo>
                        <a:pt x="529685" y="488211"/>
                        <a:pt x="552831" y="536979"/>
                        <a:pt x="591979" y="576889"/>
                      </a:cubicBezTo>
                      <a:cubicBezTo>
                        <a:pt x="591312" y="579175"/>
                        <a:pt x="590550" y="581556"/>
                        <a:pt x="589883" y="583842"/>
                      </a:cubicBezTo>
                      <a:cubicBezTo>
                        <a:pt x="551402" y="578127"/>
                        <a:pt x="512445" y="574412"/>
                        <a:pt x="474536" y="566126"/>
                      </a:cubicBezTo>
                      <a:cubicBezTo>
                        <a:pt x="405575" y="550981"/>
                        <a:pt x="340138" y="524978"/>
                        <a:pt x="294608" y="468780"/>
                      </a:cubicBezTo>
                      <a:cubicBezTo>
                        <a:pt x="270224" y="438681"/>
                        <a:pt x="252317" y="401819"/>
                        <a:pt x="237839" y="365434"/>
                      </a:cubicBezTo>
                      <a:cubicBezTo>
                        <a:pt x="199644" y="269232"/>
                        <a:pt x="154591" y="177982"/>
                        <a:pt x="76962" y="106830"/>
                      </a:cubicBezTo>
                      <a:cubicBezTo>
                        <a:pt x="55150" y="86828"/>
                        <a:pt x="32480" y="66539"/>
                        <a:pt x="0" y="65873"/>
                      </a:cubicBezTo>
                      <a:cubicBezTo>
                        <a:pt x="0" y="62920"/>
                        <a:pt x="0" y="59777"/>
                        <a:pt x="0" y="567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4" name="任意多边形: 形状 320"/>
                <p:cNvSpPr/>
                <p:nvPr/>
              </p:nvSpPr>
              <p:spPr>
                <a:xfrm>
                  <a:off x="-135358" y="5709433"/>
                  <a:ext cx="71034" cy="98846"/>
                </a:xfrm>
                <a:custGeom>
                  <a:avLst/>
                  <a:gdLst>
                    <a:gd name="connsiteX0" fmla="*/ 11086 w 497218"/>
                    <a:gd name="connsiteY0" fmla="*/ 691896 h 691896"/>
                    <a:gd name="connsiteX1" fmla="*/ 1466 w 497218"/>
                    <a:gd name="connsiteY1" fmla="*/ 639699 h 691896"/>
                    <a:gd name="connsiteX2" fmla="*/ 41947 w 497218"/>
                    <a:gd name="connsiteY2" fmla="*/ 392906 h 691896"/>
                    <a:gd name="connsiteX3" fmla="*/ 145770 w 497218"/>
                    <a:gd name="connsiteY3" fmla="*/ 295942 h 691896"/>
                    <a:gd name="connsiteX4" fmla="*/ 350557 w 497218"/>
                    <a:gd name="connsiteY4" fmla="*/ 108966 h 691896"/>
                    <a:gd name="connsiteX5" fmla="*/ 396277 w 497218"/>
                    <a:gd name="connsiteY5" fmla="*/ 0 h 691896"/>
                    <a:gd name="connsiteX6" fmla="*/ 442759 w 497218"/>
                    <a:gd name="connsiteY6" fmla="*/ 53531 h 691896"/>
                    <a:gd name="connsiteX7" fmla="*/ 481812 w 497218"/>
                    <a:gd name="connsiteY7" fmla="*/ 358711 h 691896"/>
                    <a:gd name="connsiteX8" fmla="*/ 359320 w 497218"/>
                    <a:gd name="connsiteY8" fmla="*/ 488918 h 691896"/>
                    <a:gd name="connsiteX9" fmla="*/ 207397 w 497218"/>
                    <a:gd name="connsiteY9" fmla="*/ 552450 h 691896"/>
                    <a:gd name="connsiteX10" fmla="*/ 11086 w 497218"/>
                    <a:gd name="connsiteY10" fmla="*/ 691896 h 691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7218" h="691896">
                      <a:moveTo>
                        <a:pt x="11086" y="691896"/>
                      </a:moveTo>
                      <a:cubicBezTo>
                        <a:pt x="7181" y="671608"/>
                        <a:pt x="2133" y="655796"/>
                        <a:pt x="1466" y="639699"/>
                      </a:cubicBezTo>
                      <a:cubicBezTo>
                        <a:pt x="-2153" y="554736"/>
                        <a:pt x="-2439" y="470345"/>
                        <a:pt x="41947" y="392906"/>
                      </a:cubicBezTo>
                      <a:cubicBezTo>
                        <a:pt x="66712" y="349568"/>
                        <a:pt x="104241" y="321278"/>
                        <a:pt x="145770" y="295942"/>
                      </a:cubicBezTo>
                      <a:cubicBezTo>
                        <a:pt x="226065" y="246983"/>
                        <a:pt x="296074" y="186023"/>
                        <a:pt x="350557" y="108966"/>
                      </a:cubicBezTo>
                      <a:cubicBezTo>
                        <a:pt x="372560" y="77819"/>
                        <a:pt x="389991" y="43720"/>
                        <a:pt x="396277" y="0"/>
                      </a:cubicBezTo>
                      <a:cubicBezTo>
                        <a:pt x="411994" y="17717"/>
                        <a:pt x="431520" y="33338"/>
                        <a:pt x="442759" y="53531"/>
                      </a:cubicBezTo>
                      <a:cubicBezTo>
                        <a:pt x="496290" y="149638"/>
                        <a:pt x="512482" y="251651"/>
                        <a:pt x="481812" y="358711"/>
                      </a:cubicBezTo>
                      <a:cubicBezTo>
                        <a:pt x="463524" y="422720"/>
                        <a:pt x="421042" y="464630"/>
                        <a:pt x="359320" y="488918"/>
                      </a:cubicBezTo>
                      <a:cubicBezTo>
                        <a:pt x="308266" y="509016"/>
                        <a:pt x="257307" y="529685"/>
                        <a:pt x="207397" y="552450"/>
                      </a:cubicBezTo>
                      <a:cubicBezTo>
                        <a:pt x="134435" y="585597"/>
                        <a:pt x="61378" y="619316"/>
                        <a:pt x="11086" y="6918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5" name="任意多边形: 形状 321"/>
                <p:cNvSpPr/>
                <p:nvPr/>
              </p:nvSpPr>
              <p:spPr>
                <a:xfrm>
                  <a:off x="-72132" y="5741833"/>
                  <a:ext cx="94182" cy="58296"/>
                </a:xfrm>
                <a:custGeom>
                  <a:avLst/>
                  <a:gdLst>
                    <a:gd name="connsiteX0" fmla="*/ 0 w 659249"/>
                    <a:gd name="connsiteY0" fmla="*/ 315087 h 408057"/>
                    <a:gd name="connsiteX1" fmla="*/ 134207 w 659249"/>
                    <a:gd name="connsiteY1" fmla="*/ 156877 h 408057"/>
                    <a:gd name="connsiteX2" fmla="*/ 304705 w 659249"/>
                    <a:gd name="connsiteY2" fmla="*/ 98870 h 408057"/>
                    <a:gd name="connsiteX3" fmla="*/ 412242 w 659249"/>
                    <a:gd name="connsiteY3" fmla="*/ 102108 h 408057"/>
                    <a:gd name="connsiteX4" fmla="*/ 598646 w 659249"/>
                    <a:gd name="connsiteY4" fmla="*/ 47720 h 408057"/>
                    <a:gd name="connsiteX5" fmla="*/ 654463 w 659249"/>
                    <a:gd name="connsiteY5" fmla="*/ 0 h 408057"/>
                    <a:gd name="connsiteX6" fmla="*/ 658368 w 659249"/>
                    <a:gd name="connsiteY6" fmla="*/ 21050 h 408057"/>
                    <a:gd name="connsiteX7" fmla="*/ 627888 w 659249"/>
                    <a:gd name="connsiteY7" fmla="*/ 251079 h 408057"/>
                    <a:gd name="connsiteX8" fmla="*/ 422624 w 659249"/>
                    <a:gd name="connsiteY8" fmla="*/ 404908 h 408057"/>
                    <a:gd name="connsiteX9" fmla="*/ 157639 w 659249"/>
                    <a:gd name="connsiteY9" fmla="*/ 353473 h 408057"/>
                    <a:gd name="connsiteX10" fmla="*/ 46577 w 659249"/>
                    <a:gd name="connsiteY10" fmla="*/ 313087 h 408057"/>
                    <a:gd name="connsiteX11" fmla="*/ 0 w 659249"/>
                    <a:gd name="connsiteY11" fmla="*/ 315087 h 40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9249" h="408057">
                      <a:moveTo>
                        <a:pt x="0" y="315087"/>
                      </a:moveTo>
                      <a:cubicBezTo>
                        <a:pt x="31432" y="249365"/>
                        <a:pt x="77819" y="198882"/>
                        <a:pt x="134207" y="156877"/>
                      </a:cubicBezTo>
                      <a:cubicBezTo>
                        <a:pt x="184785" y="119158"/>
                        <a:pt x="243268" y="102870"/>
                        <a:pt x="304705" y="98870"/>
                      </a:cubicBezTo>
                      <a:cubicBezTo>
                        <a:pt x="340328" y="96583"/>
                        <a:pt x="376428" y="103346"/>
                        <a:pt x="412242" y="102108"/>
                      </a:cubicBezTo>
                      <a:cubicBezTo>
                        <a:pt x="478726" y="99917"/>
                        <a:pt x="542830" y="86487"/>
                        <a:pt x="598646" y="47720"/>
                      </a:cubicBezTo>
                      <a:cubicBezTo>
                        <a:pt x="617792" y="34481"/>
                        <a:pt x="634270" y="17431"/>
                        <a:pt x="654463" y="0"/>
                      </a:cubicBezTo>
                      <a:cubicBezTo>
                        <a:pt x="655892" y="7239"/>
                        <a:pt x="658177" y="14097"/>
                        <a:pt x="658368" y="21050"/>
                      </a:cubicBezTo>
                      <a:cubicBezTo>
                        <a:pt x="661035" y="99441"/>
                        <a:pt x="659416" y="177451"/>
                        <a:pt x="627888" y="251079"/>
                      </a:cubicBezTo>
                      <a:cubicBezTo>
                        <a:pt x="589121" y="341567"/>
                        <a:pt x="521208" y="392430"/>
                        <a:pt x="422624" y="404908"/>
                      </a:cubicBezTo>
                      <a:cubicBezTo>
                        <a:pt x="328041" y="416814"/>
                        <a:pt x="241840" y="393954"/>
                        <a:pt x="157639" y="353473"/>
                      </a:cubicBezTo>
                      <a:cubicBezTo>
                        <a:pt x="122301" y="336423"/>
                        <a:pt x="84296" y="324422"/>
                        <a:pt x="46577" y="313087"/>
                      </a:cubicBezTo>
                      <a:cubicBezTo>
                        <a:pt x="33623" y="309086"/>
                        <a:pt x="18193" y="313944"/>
                        <a:pt x="0" y="3150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7" name="任意多边形: 形状 322"/>
                <p:cNvSpPr/>
                <p:nvPr/>
              </p:nvSpPr>
              <p:spPr>
                <a:xfrm>
                  <a:off x="-300517" y="5849072"/>
                  <a:ext cx="47425" cy="111571"/>
                </a:xfrm>
                <a:custGeom>
                  <a:avLst/>
                  <a:gdLst>
                    <a:gd name="connsiteX0" fmla="*/ 146652 w 331967"/>
                    <a:gd name="connsiteY0" fmla="*/ 780973 h 780972"/>
                    <a:gd name="connsiteX1" fmla="*/ 3205 w 331967"/>
                    <a:gd name="connsiteY1" fmla="*/ 538656 h 780972"/>
                    <a:gd name="connsiteX2" fmla="*/ 32542 w 331967"/>
                    <a:gd name="connsiteY2" fmla="*/ 367968 h 780972"/>
                    <a:gd name="connsiteX3" fmla="*/ 75024 w 331967"/>
                    <a:gd name="connsiteY3" fmla="*/ 175945 h 780972"/>
                    <a:gd name="connsiteX4" fmla="*/ 70071 w 331967"/>
                    <a:gd name="connsiteY4" fmla="*/ 58025 h 780972"/>
                    <a:gd name="connsiteX5" fmla="*/ 51021 w 331967"/>
                    <a:gd name="connsiteY5" fmla="*/ 1923 h 780972"/>
                    <a:gd name="connsiteX6" fmla="*/ 141413 w 331967"/>
                    <a:gd name="connsiteY6" fmla="*/ 17734 h 780972"/>
                    <a:gd name="connsiteX7" fmla="*/ 326770 w 331967"/>
                    <a:gd name="connsiteY7" fmla="*/ 261289 h 780972"/>
                    <a:gd name="connsiteX8" fmla="*/ 288479 w 331967"/>
                    <a:gd name="connsiteY8" fmla="*/ 451693 h 780972"/>
                    <a:gd name="connsiteX9" fmla="*/ 175227 w 331967"/>
                    <a:gd name="connsiteY9" fmla="*/ 663720 h 780972"/>
                    <a:gd name="connsiteX10" fmla="*/ 146652 w 331967"/>
                    <a:gd name="connsiteY10" fmla="*/ 780973 h 780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1967" h="780972">
                      <a:moveTo>
                        <a:pt x="146652" y="780973"/>
                      </a:moveTo>
                      <a:cubicBezTo>
                        <a:pt x="78739" y="714869"/>
                        <a:pt x="21303" y="637717"/>
                        <a:pt x="3205" y="538656"/>
                      </a:cubicBezTo>
                      <a:cubicBezTo>
                        <a:pt x="-7558" y="479506"/>
                        <a:pt x="10444" y="423404"/>
                        <a:pt x="32542" y="367968"/>
                      </a:cubicBezTo>
                      <a:cubicBezTo>
                        <a:pt x="57022" y="306723"/>
                        <a:pt x="73976" y="242620"/>
                        <a:pt x="75024" y="175945"/>
                      </a:cubicBezTo>
                      <a:cubicBezTo>
                        <a:pt x="75691" y="136606"/>
                        <a:pt x="74071" y="97078"/>
                        <a:pt x="70071" y="58025"/>
                      </a:cubicBezTo>
                      <a:cubicBezTo>
                        <a:pt x="68166" y="39642"/>
                        <a:pt x="58165" y="22211"/>
                        <a:pt x="51021" y="1923"/>
                      </a:cubicBezTo>
                      <a:cubicBezTo>
                        <a:pt x="82549" y="-3983"/>
                        <a:pt x="112933" y="4399"/>
                        <a:pt x="141413" y="17734"/>
                      </a:cubicBezTo>
                      <a:cubicBezTo>
                        <a:pt x="245617" y="66217"/>
                        <a:pt x="303052" y="151561"/>
                        <a:pt x="326770" y="261289"/>
                      </a:cubicBezTo>
                      <a:cubicBezTo>
                        <a:pt x="341533" y="329773"/>
                        <a:pt x="323626" y="391781"/>
                        <a:pt x="288479" y="451693"/>
                      </a:cubicBezTo>
                      <a:cubicBezTo>
                        <a:pt x="247903" y="520750"/>
                        <a:pt x="208945" y="591139"/>
                        <a:pt x="175227" y="663720"/>
                      </a:cubicBezTo>
                      <a:cubicBezTo>
                        <a:pt x="158939" y="699248"/>
                        <a:pt x="155986" y="740968"/>
                        <a:pt x="146652" y="78097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8" name="任意多边形: 形状 323"/>
                <p:cNvSpPr/>
                <p:nvPr/>
              </p:nvSpPr>
              <p:spPr>
                <a:xfrm>
                  <a:off x="-234415" y="6354448"/>
                  <a:ext cx="110737" cy="46489"/>
                </a:xfrm>
                <a:custGeom>
                  <a:avLst/>
                  <a:gdLst>
                    <a:gd name="connsiteX0" fmla="*/ 775136 w 775136"/>
                    <a:gd name="connsiteY0" fmla="*/ 172682 h 325408"/>
                    <a:gd name="connsiteX1" fmla="*/ 481100 w 775136"/>
                    <a:gd name="connsiteY1" fmla="*/ 325273 h 325408"/>
                    <a:gd name="connsiteX2" fmla="*/ 394232 w 775136"/>
                    <a:gd name="connsiteY2" fmla="*/ 306318 h 325408"/>
                    <a:gd name="connsiteX3" fmla="*/ 127055 w 775136"/>
                    <a:gd name="connsiteY3" fmla="*/ 259074 h 325408"/>
                    <a:gd name="connsiteX4" fmla="*/ 2087 w 775136"/>
                    <a:gd name="connsiteY4" fmla="*/ 291650 h 325408"/>
                    <a:gd name="connsiteX5" fmla="*/ 31710 w 775136"/>
                    <a:gd name="connsiteY5" fmla="*/ 161443 h 325408"/>
                    <a:gd name="connsiteX6" fmla="*/ 270407 w 775136"/>
                    <a:gd name="connsiteY6" fmla="*/ 3137 h 325408"/>
                    <a:gd name="connsiteX7" fmla="*/ 459954 w 775136"/>
                    <a:gd name="connsiteY7" fmla="*/ 46476 h 325408"/>
                    <a:gd name="connsiteX8" fmla="*/ 661979 w 775136"/>
                    <a:gd name="connsiteY8" fmla="*/ 148775 h 325408"/>
                    <a:gd name="connsiteX9" fmla="*/ 775136 w 775136"/>
                    <a:gd name="connsiteY9" fmla="*/ 172682 h 325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5136" h="325408">
                      <a:moveTo>
                        <a:pt x="775136" y="172682"/>
                      </a:moveTo>
                      <a:cubicBezTo>
                        <a:pt x="694555" y="255550"/>
                        <a:pt x="607592" y="328988"/>
                        <a:pt x="481100" y="325273"/>
                      </a:cubicBezTo>
                      <a:cubicBezTo>
                        <a:pt x="451953" y="324415"/>
                        <a:pt x="422235" y="315843"/>
                        <a:pt x="394232" y="306318"/>
                      </a:cubicBezTo>
                      <a:cubicBezTo>
                        <a:pt x="307459" y="276695"/>
                        <a:pt x="219353" y="256026"/>
                        <a:pt x="127055" y="259074"/>
                      </a:cubicBezTo>
                      <a:cubicBezTo>
                        <a:pt x="78002" y="260693"/>
                        <a:pt x="51713" y="267647"/>
                        <a:pt x="2087" y="291650"/>
                      </a:cubicBezTo>
                      <a:cubicBezTo>
                        <a:pt x="-5152" y="243644"/>
                        <a:pt x="6850" y="200114"/>
                        <a:pt x="31710" y="161443"/>
                      </a:cubicBezTo>
                      <a:cubicBezTo>
                        <a:pt x="87717" y="74098"/>
                        <a:pt x="168203" y="20092"/>
                        <a:pt x="270407" y="3137"/>
                      </a:cubicBezTo>
                      <a:cubicBezTo>
                        <a:pt x="338225" y="-8102"/>
                        <a:pt x="400328" y="11900"/>
                        <a:pt x="459954" y="46476"/>
                      </a:cubicBezTo>
                      <a:cubicBezTo>
                        <a:pt x="525200" y="84195"/>
                        <a:pt x="592828" y="118771"/>
                        <a:pt x="661979" y="148775"/>
                      </a:cubicBezTo>
                      <a:cubicBezTo>
                        <a:pt x="695888" y="163538"/>
                        <a:pt x="735512" y="164777"/>
                        <a:pt x="775136" y="17268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9" name="任意多边形: 形状 324"/>
                <p:cNvSpPr/>
                <p:nvPr/>
              </p:nvSpPr>
              <p:spPr>
                <a:xfrm>
                  <a:off x="-152663" y="6393336"/>
                  <a:ext cx="106766" cy="48581"/>
                </a:xfrm>
                <a:custGeom>
                  <a:avLst/>
                  <a:gdLst>
                    <a:gd name="connsiteX0" fmla="*/ 8007 w 747337"/>
                    <a:gd name="connsiteY0" fmla="*/ 340053 h 340052"/>
                    <a:gd name="connsiteX1" fmla="*/ 15436 w 747337"/>
                    <a:gd name="connsiteY1" fmla="*/ 213846 h 340052"/>
                    <a:gd name="connsiteX2" fmla="*/ 248608 w 747337"/>
                    <a:gd name="connsiteY2" fmla="*/ 6773 h 340052"/>
                    <a:gd name="connsiteX3" fmla="*/ 387959 w 747337"/>
                    <a:gd name="connsiteY3" fmla="*/ 14869 h 340052"/>
                    <a:gd name="connsiteX4" fmla="*/ 589127 w 747337"/>
                    <a:gd name="connsiteY4" fmla="*/ 76115 h 340052"/>
                    <a:gd name="connsiteX5" fmla="*/ 747337 w 747337"/>
                    <a:gd name="connsiteY5" fmla="*/ 77163 h 340052"/>
                    <a:gd name="connsiteX6" fmla="*/ 743813 w 747337"/>
                    <a:gd name="connsiteY6" fmla="*/ 90117 h 340052"/>
                    <a:gd name="connsiteX7" fmla="*/ 572363 w 747337"/>
                    <a:gd name="connsiteY7" fmla="*/ 262424 h 340052"/>
                    <a:gd name="connsiteX8" fmla="*/ 401675 w 747337"/>
                    <a:gd name="connsiteY8" fmla="*/ 289094 h 340052"/>
                    <a:gd name="connsiteX9" fmla="*/ 110877 w 747337"/>
                    <a:gd name="connsiteY9" fmla="*/ 296714 h 340052"/>
                    <a:gd name="connsiteX10" fmla="*/ 8007 w 747337"/>
                    <a:gd name="connsiteY10" fmla="*/ 340053 h 340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7337" h="340052">
                      <a:moveTo>
                        <a:pt x="8007" y="340053"/>
                      </a:moveTo>
                      <a:cubicBezTo>
                        <a:pt x="-5138" y="300143"/>
                        <a:pt x="-1709" y="255661"/>
                        <a:pt x="15436" y="213846"/>
                      </a:cubicBezTo>
                      <a:cubicBezTo>
                        <a:pt x="59156" y="107452"/>
                        <a:pt x="135832" y="36300"/>
                        <a:pt x="248608" y="6773"/>
                      </a:cubicBezTo>
                      <a:cubicBezTo>
                        <a:pt x="295948" y="-5609"/>
                        <a:pt x="341858" y="105"/>
                        <a:pt x="387959" y="14869"/>
                      </a:cubicBezTo>
                      <a:cubicBezTo>
                        <a:pt x="454634" y="36300"/>
                        <a:pt x="521595" y="57446"/>
                        <a:pt x="589127" y="76115"/>
                      </a:cubicBezTo>
                      <a:cubicBezTo>
                        <a:pt x="640371" y="90307"/>
                        <a:pt x="692854" y="90497"/>
                        <a:pt x="747337" y="77163"/>
                      </a:cubicBezTo>
                      <a:cubicBezTo>
                        <a:pt x="745908" y="82592"/>
                        <a:pt x="745813" y="86974"/>
                        <a:pt x="743813" y="90117"/>
                      </a:cubicBezTo>
                      <a:cubicBezTo>
                        <a:pt x="699427" y="160221"/>
                        <a:pt x="645991" y="221371"/>
                        <a:pt x="572363" y="262424"/>
                      </a:cubicBezTo>
                      <a:cubicBezTo>
                        <a:pt x="518737" y="292332"/>
                        <a:pt x="461682" y="298524"/>
                        <a:pt x="401675" y="289094"/>
                      </a:cubicBezTo>
                      <a:cubicBezTo>
                        <a:pt x="304329" y="273759"/>
                        <a:pt x="206698" y="268806"/>
                        <a:pt x="110877" y="296714"/>
                      </a:cubicBezTo>
                      <a:cubicBezTo>
                        <a:pt x="76301" y="306715"/>
                        <a:pt x="44011" y="324622"/>
                        <a:pt x="8007" y="340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0" name="任意多边形: 形状 325"/>
                <p:cNvSpPr/>
                <p:nvPr/>
              </p:nvSpPr>
              <p:spPr>
                <a:xfrm>
                  <a:off x="-199146" y="5740567"/>
                  <a:ext cx="58719" cy="109772"/>
                </a:xfrm>
                <a:custGeom>
                  <a:avLst/>
                  <a:gdLst>
                    <a:gd name="connsiteX0" fmla="*/ 62487 w 411017"/>
                    <a:gd name="connsiteY0" fmla="*/ 768382 h 768381"/>
                    <a:gd name="connsiteX1" fmla="*/ 4861 w 411017"/>
                    <a:gd name="connsiteY1" fmla="*/ 595789 h 768381"/>
                    <a:gd name="connsiteX2" fmla="*/ 23625 w 411017"/>
                    <a:gd name="connsiteY2" fmla="*/ 431006 h 768381"/>
                    <a:gd name="connsiteX3" fmla="*/ 79061 w 411017"/>
                    <a:gd name="connsiteY3" fmla="*/ 351092 h 768381"/>
                    <a:gd name="connsiteX4" fmla="*/ 230889 w 411017"/>
                    <a:gd name="connsiteY4" fmla="*/ 73438 h 768381"/>
                    <a:gd name="connsiteX5" fmla="*/ 236509 w 411017"/>
                    <a:gd name="connsiteY5" fmla="*/ 0 h 768381"/>
                    <a:gd name="connsiteX6" fmla="*/ 326139 w 411017"/>
                    <a:gd name="connsiteY6" fmla="*/ 64865 h 768381"/>
                    <a:gd name="connsiteX7" fmla="*/ 401673 w 411017"/>
                    <a:gd name="connsiteY7" fmla="*/ 371666 h 768381"/>
                    <a:gd name="connsiteX8" fmla="*/ 298612 w 411017"/>
                    <a:gd name="connsiteY8" fmla="*/ 505016 h 768381"/>
                    <a:gd name="connsiteX9" fmla="*/ 165357 w 411017"/>
                    <a:gd name="connsiteY9" fmla="*/ 617601 h 768381"/>
                    <a:gd name="connsiteX10" fmla="*/ 62487 w 411017"/>
                    <a:gd name="connsiteY10" fmla="*/ 768382 h 768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017" h="768381">
                      <a:moveTo>
                        <a:pt x="62487" y="768382"/>
                      </a:moveTo>
                      <a:cubicBezTo>
                        <a:pt x="32769" y="712280"/>
                        <a:pt x="14005" y="655796"/>
                        <a:pt x="4861" y="595789"/>
                      </a:cubicBezTo>
                      <a:cubicBezTo>
                        <a:pt x="-3807" y="538925"/>
                        <a:pt x="-2759" y="482822"/>
                        <a:pt x="23625" y="431006"/>
                      </a:cubicBezTo>
                      <a:cubicBezTo>
                        <a:pt x="38199" y="402336"/>
                        <a:pt x="58106" y="375761"/>
                        <a:pt x="79061" y="351092"/>
                      </a:cubicBezTo>
                      <a:cubicBezTo>
                        <a:pt x="148879" y="268796"/>
                        <a:pt x="208601" y="181166"/>
                        <a:pt x="230889" y="73438"/>
                      </a:cubicBezTo>
                      <a:cubicBezTo>
                        <a:pt x="235747" y="49911"/>
                        <a:pt x="234795" y="25241"/>
                        <a:pt x="236509" y="0"/>
                      </a:cubicBezTo>
                      <a:cubicBezTo>
                        <a:pt x="274228" y="9620"/>
                        <a:pt x="302613" y="34576"/>
                        <a:pt x="326139" y="64865"/>
                      </a:cubicBezTo>
                      <a:cubicBezTo>
                        <a:pt x="396624" y="155734"/>
                        <a:pt x="428247" y="256889"/>
                        <a:pt x="401673" y="371666"/>
                      </a:cubicBezTo>
                      <a:cubicBezTo>
                        <a:pt x="387766" y="431673"/>
                        <a:pt x="343761" y="468630"/>
                        <a:pt x="298612" y="505016"/>
                      </a:cubicBezTo>
                      <a:cubicBezTo>
                        <a:pt x="253368" y="541496"/>
                        <a:pt x="208315" y="578453"/>
                        <a:pt x="165357" y="617601"/>
                      </a:cubicBezTo>
                      <a:cubicBezTo>
                        <a:pt x="107064" y="670655"/>
                        <a:pt x="92967" y="693611"/>
                        <a:pt x="62487" y="76838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1" name="任意多边形: 形状 326"/>
                <p:cNvSpPr/>
                <p:nvPr/>
              </p:nvSpPr>
              <p:spPr>
                <a:xfrm>
                  <a:off x="-300345" y="6289479"/>
                  <a:ext cx="109405" cy="57455"/>
                </a:xfrm>
                <a:custGeom>
                  <a:avLst/>
                  <a:gdLst>
                    <a:gd name="connsiteX0" fmla="*/ 765810 w 765809"/>
                    <a:gd name="connsiteY0" fmla="*/ 338559 h 402173"/>
                    <a:gd name="connsiteX1" fmla="*/ 442913 w 765809"/>
                    <a:gd name="connsiteY1" fmla="*/ 383136 h 402173"/>
                    <a:gd name="connsiteX2" fmla="*/ 351282 w 765809"/>
                    <a:gd name="connsiteY2" fmla="*/ 324366 h 402173"/>
                    <a:gd name="connsiteX3" fmla="*/ 105251 w 765809"/>
                    <a:gd name="connsiteY3" fmla="*/ 190540 h 402173"/>
                    <a:gd name="connsiteX4" fmla="*/ 0 w 765809"/>
                    <a:gd name="connsiteY4" fmla="*/ 176634 h 402173"/>
                    <a:gd name="connsiteX5" fmla="*/ 56959 w 765809"/>
                    <a:gd name="connsiteY5" fmla="*/ 85003 h 402173"/>
                    <a:gd name="connsiteX6" fmla="*/ 314706 w 765809"/>
                    <a:gd name="connsiteY6" fmla="*/ 1088 h 402173"/>
                    <a:gd name="connsiteX7" fmla="*/ 499205 w 765809"/>
                    <a:gd name="connsiteY7" fmla="*/ 99386 h 402173"/>
                    <a:gd name="connsiteX8" fmla="*/ 663416 w 765809"/>
                    <a:gd name="connsiteY8" fmla="*/ 274455 h 402173"/>
                    <a:gd name="connsiteX9" fmla="*/ 765810 w 765809"/>
                    <a:gd name="connsiteY9" fmla="*/ 338559 h 40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5809" h="402173">
                      <a:moveTo>
                        <a:pt x="765810" y="338559"/>
                      </a:moveTo>
                      <a:cubicBezTo>
                        <a:pt x="664083" y="386660"/>
                        <a:pt x="558737" y="427522"/>
                        <a:pt x="442913" y="383136"/>
                      </a:cubicBezTo>
                      <a:cubicBezTo>
                        <a:pt x="409670" y="370372"/>
                        <a:pt x="379762" y="346750"/>
                        <a:pt x="351282" y="324366"/>
                      </a:cubicBezTo>
                      <a:cubicBezTo>
                        <a:pt x="276606" y="265883"/>
                        <a:pt x="198406" y="213781"/>
                        <a:pt x="105251" y="190540"/>
                      </a:cubicBezTo>
                      <a:cubicBezTo>
                        <a:pt x="71819" y="182158"/>
                        <a:pt x="36576" y="181205"/>
                        <a:pt x="0" y="176634"/>
                      </a:cubicBezTo>
                      <a:cubicBezTo>
                        <a:pt x="5239" y="141486"/>
                        <a:pt x="28480" y="110244"/>
                        <a:pt x="56959" y="85003"/>
                      </a:cubicBezTo>
                      <a:cubicBezTo>
                        <a:pt x="130207" y="20328"/>
                        <a:pt x="217837" y="-5865"/>
                        <a:pt x="314706" y="1088"/>
                      </a:cubicBezTo>
                      <a:cubicBezTo>
                        <a:pt x="390239" y="6517"/>
                        <a:pt x="449675" y="41950"/>
                        <a:pt x="499205" y="99386"/>
                      </a:cubicBezTo>
                      <a:cubicBezTo>
                        <a:pt x="551402" y="160060"/>
                        <a:pt x="605504" y="219401"/>
                        <a:pt x="663416" y="274455"/>
                      </a:cubicBezTo>
                      <a:cubicBezTo>
                        <a:pt x="691515" y="301125"/>
                        <a:pt x="730091" y="316746"/>
                        <a:pt x="765810" y="33855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2" name="任意多边形: 形状 327"/>
                <p:cNvSpPr/>
                <p:nvPr/>
              </p:nvSpPr>
              <p:spPr>
                <a:xfrm>
                  <a:off x="-340297" y="5928856"/>
                  <a:ext cx="49486" cy="107567"/>
                </a:xfrm>
                <a:custGeom>
                  <a:avLst/>
                  <a:gdLst>
                    <a:gd name="connsiteX0" fmla="*/ 0 w 346389"/>
                    <a:gd name="connsiteY0" fmla="*/ 10568 h 752946"/>
                    <a:gd name="connsiteX1" fmla="*/ 146209 w 346389"/>
                    <a:gd name="connsiteY1" fmla="*/ 21522 h 752946"/>
                    <a:gd name="connsiteX2" fmla="*/ 343186 w 346389"/>
                    <a:gd name="connsiteY2" fmla="*/ 269172 h 752946"/>
                    <a:gd name="connsiteX3" fmla="*/ 333566 w 346389"/>
                    <a:gd name="connsiteY3" fmla="*/ 377566 h 752946"/>
                    <a:gd name="connsiteX4" fmla="*/ 274320 w 346389"/>
                    <a:gd name="connsiteY4" fmla="*/ 567018 h 752946"/>
                    <a:gd name="connsiteX5" fmla="*/ 268700 w 346389"/>
                    <a:gd name="connsiteY5" fmla="*/ 752946 h 752946"/>
                    <a:gd name="connsiteX6" fmla="*/ 227743 w 346389"/>
                    <a:gd name="connsiteY6" fmla="*/ 726943 h 752946"/>
                    <a:gd name="connsiteX7" fmla="*/ 191072 w 346389"/>
                    <a:gd name="connsiteY7" fmla="*/ 699511 h 752946"/>
                    <a:gd name="connsiteX8" fmla="*/ 63532 w 346389"/>
                    <a:gd name="connsiteY8" fmla="*/ 529490 h 752946"/>
                    <a:gd name="connsiteX9" fmla="*/ 59150 w 346389"/>
                    <a:gd name="connsiteY9" fmla="*/ 384710 h 752946"/>
                    <a:gd name="connsiteX10" fmla="*/ 34671 w 346389"/>
                    <a:gd name="connsiteY10" fmla="*/ 66575 h 752946"/>
                    <a:gd name="connsiteX11" fmla="*/ 20193 w 346389"/>
                    <a:gd name="connsiteY11" fmla="*/ 38000 h 752946"/>
                    <a:gd name="connsiteX12" fmla="*/ 0 w 346389"/>
                    <a:gd name="connsiteY12" fmla="*/ 10568 h 752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389" h="752946">
                      <a:moveTo>
                        <a:pt x="0" y="10568"/>
                      </a:moveTo>
                      <a:cubicBezTo>
                        <a:pt x="52006" y="-8672"/>
                        <a:pt x="100775" y="376"/>
                        <a:pt x="146209" y="21522"/>
                      </a:cubicBezTo>
                      <a:cubicBezTo>
                        <a:pt x="252412" y="70957"/>
                        <a:pt x="321183" y="152776"/>
                        <a:pt x="343186" y="269172"/>
                      </a:cubicBezTo>
                      <a:cubicBezTo>
                        <a:pt x="349949" y="304986"/>
                        <a:pt x="345662" y="341752"/>
                        <a:pt x="333566" y="377566"/>
                      </a:cubicBezTo>
                      <a:cubicBezTo>
                        <a:pt x="312515" y="440336"/>
                        <a:pt x="292989" y="503582"/>
                        <a:pt x="274320" y="567018"/>
                      </a:cubicBezTo>
                      <a:cubicBezTo>
                        <a:pt x="256889" y="626264"/>
                        <a:pt x="249174" y="686367"/>
                        <a:pt x="268700" y="752946"/>
                      </a:cubicBezTo>
                      <a:cubicBezTo>
                        <a:pt x="252127" y="742469"/>
                        <a:pt x="239649" y="735135"/>
                        <a:pt x="227743" y="726943"/>
                      </a:cubicBezTo>
                      <a:cubicBezTo>
                        <a:pt x="215170" y="718275"/>
                        <a:pt x="202692" y="709417"/>
                        <a:pt x="191072" y="699511"/>
                      </a:cubicBezTo>
                      <a:cubicBezTo>
                        <a:pt x="135827" y="652458"/>
                        <a:pt x="86582" y="601023"/>
                        <a:pt x="63532" y="529490"/>
                      </a:cubicBezTo>
                      <a:cubicBezTo>
                        <a:pt x="48006" y="481389"/>
                        <a:pt x="52768" y="433573"/>
                        <a:pt x="59150" y="384710"/>
                      </a:cubicBezTo>
                      <a:cubicBezTo>
                        <a:pt x="73152" y="277268"/>
                        <a:pt x="76105" y="170016"/>
                        <a:pt x="34671" y="66575"/>
                      </a:cubicBezTo>
                      <a:cubicBezTo>
                        <a:pt x="30670" y="56669"/>
                        <a:pt x="25813" y="47049"/>
                        <a:pt x="20193" y="38000"/>
                      </a:cubicBezTo>
                      <a:cubicBezTo>
                        <a:pt x="14668" y="29046"/>
                        <a:pt x="7715" y="20950"/>
                        <a:pt x="0" y="1056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3" name="任意多边形: 形状 328"/>
                <p:cNvSpPr/>
                <p:nvPr/>
              </p:nvSpPr>
              <p:spPr>
                <a:xfrm>
                  <a:off x="-349115" y="6207553"/>
                  <a:ext cx="100043" cy="67861"/>
                </a:xfrm>
                <a:custGeom>
                  <a:avLst/>
                  <a:gdLst>
                    <a:gd name="connsiteX0" fmla="*/ 700278 w 700277"/>
                    <a:gd name="connsiteY0" fmla="*/ 459198 h 475011"/>
                    <a:gd name="connsiteX1" fmla="*/ 440722 w 700277"/>
                    <a:gd name="connsiteY1" fmla="*/ 455769 h 475011"/>
                    <a:gd name="connsiteX2" fmla="*/ 308610 w 700277"/>
                    <a:gd name="connsiteY2" fmla="*/ 352232 h 475011"/>
                    <a:gd name="connsiteX3" fmla="*/ 90392 w 700277"/>
                    <a:gd name="connsiteY3" fmla="*/ 146397 h 475011"/>
                    <a:gd name="connsiteX4" fmla="*/ 0 w 700277"/>
                    <a:gd name="connsiteY4" fmla="*/ 112488 h 475011"/>
                    <a:gd name="connsiteX5" fmla="*/ 61817 w 700277"/>
                    <a:gd name="connsiteY5" fmla="*/ 45432 h 475011"/>
                    <a:gd name="connsiteX6" fmla="*/ 448056 w 700277"/>
                    <a:gd name="connsiteY6" fmla="*/ 83627 h 475011"/>
                    <a:gd name="connsiteX7" fmla="*/ 494443 w 700277"/>
                    <a:gd name="connsiteY7" fmla="*/ 151064 h 475011"/>
                    <a:gd name="connsiteX8" fmla="*/ 615029 w 700277"/>
                    <a:gd name="connsiteY8" fmla="*/ 370710 h 475011"/>
                    <a:gd name="connsiteX9" fmla="*/ 700278 w 700277"/>
                    <a:gd name="connsiteY9" fmla="*/ 459198 h 47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0277" h="475011">
                      <a:moveTo>
                        <a:pt x="700278" y="459198"/>
                      </a:moveTo>
                      <a:cubicBezTo>
                        <a:pt x="615124" y="477295"/>
                        <a:pt x="527971" y="484344"/>
                        <a:pt x="440722" y="455769"/>
                      </a:cubicBezTo>
                      <a:cubicBezTo>
                        <a:pt x="383762" y="437195"/>
                        <a:pt x="342805" y="399952"/>
                        <a:pt x="308610" y="352232"/>
                      </a:cubicBezTo>
                      <a:cubicBezTo>
                        <a:pt x="249364" y="269650"/>
                        <a:pt x="181832" y="194689"/>
                        <a:pt x="90392" y="146397"/>
                      </a:cubicBezTo>
                      <a:cubicBezTo>
                        <a:pt x="62579" y="131728"/>
                        <a:pt x="31147" y="123918"/>
                        <a:pt x="0" y="112488"/>
                      </a:cubicBezTo>
                      <a:cubicBezTo>
                        <a:pt x="10858" y="85532"/>
                        <a:pt x="34576" y="63625"/>
                        <a:pt x="61817" y="45432"/>
                      </a:cubicBezTo>
                      <a:cubicBezTo>
                        <a:pt x="171926" y="-28006"/>
                        <a:pt x="356235" y="-10385"/>
                        <a:pt x="448056" y="83627"/>
                      </a:cubicBezTo>
                      <a:cubicBezTo>
                        <a:pt x="466820" y="102867"/>
                        <a:pt x="481298" y="127251"/>
                        <a:pt x="494443" y="151064"/>
                      </a:cubicBezTo>
                      <a:cubicBezTo>
                        <a:pt x="535019" y="224121"/>
                        <a:pt x="571024" y="299844"/>
                        <a:pt x="615029" y="370710"/>
                      </a:cubicBezTo>
                      <a:cubicBezTo>
                        <a:pt x="636080" y="404619"/>
                        <a:pt x="671132" y="429670"/>
                        <a:pt x="700278" y="45919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4" name="任意多边形: 形状 329"/>
                <p:cNvSpPr/>
                <p:nvPr/>
              </p:nvSpPr>
              <p:spPr>
                <a:xfrm>
                  <a:off x="-364845" y="6014958"/>
                  <a:ext cx="57683" cy="100023"/>
                </a:xfrm>
                <a:custGeom>
                  <a:avLst/>
                  <a:gdLst>
                    <a:gd name="connsiteX0" fmla="*/ 403765 w 403764"/>
                    <a:gd name="connsiteY0" fmla="*/ 700134 h 700134"/>
                    <a:gd name="connsiteX1" fmla="*/ 177927 w 403764"/>
                    <a:gd name="connsiteY1" fmla="*/ 549734 h 700134"/>
                    <a:gd name="connsiteX2" fmla="*/ 124587 w 403764"/>
                    <a:gd name="connsiteY2" fmla="*/ 366664 h 700134"/>
                    <a:gd name="connsiteX3" fmla="*/ 53912 w 403764"/>
                    <a:gd name="connsiteY3" fmla="*/ 92439 h 700134"/>
                    <a:gd name="connsiteX4" fmla="*/ 0 w 403764"/>
                    <a:gd name="connsiteY4" fmla="*/ 22145 h 700134"/>
                    <a:gd name="connsiteX5" fmla="*/ 148495 w 403764"/>
                    <a:gd name="connsiteY5" fmla="*/ 9095 h 700134"/>
                    <a:gd name="connsiteX6" fmla="*/ 388906 w 403764"/>
                    <a:gd name="connsiteY6" fmla="*/ 237029 h 700134"/>
                    <a:gd name="connsiteX7" fmla="*/ 390525 w 403764"/>
                    <a:gd name="connsiteY7" fmla="*/ 354758 h 700134"/>
                    <a:gd name="connsiteX8" fmla="*/ 371380 w 403764"/>
                    <a:gd name="connsiteY8" fmla="*/ 543924 h 700134"/>
                    <a:gd name="connsiteX9" fmla="*/ 403765 w 403764"/>
                    <a:gd name="connsiteY9" fmla="*/ 700134 h 70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764" h="700134">
                      <a:moveTo>
                        <a:pt x="403765" y="700134"/>
                      </a:moveTo>
                      <a:cubicBezTo>
                        <a:pt x="312706" y="665368"/>
                        <a:pt x="235458" y="622791"/>
                        <a:pt x="177927" y="549734"/>
                      </a:cubicBezTo>
                      <a:cubicBezTo>
                        <a:pt x="135160" y="495442"/>
                        <a:pt x="126778" y="432386"/>
                        <a:pt x="124587" y="366664"/>
                      </a:cubicBezTo>
                      <a:cubicBezTo>
                        <a:pt x="121349" y="270080"/>
                        <a:pt x="102013" y="177212"/>
                        <a:pt x="53912" y="92439"/>
                      </a:cubicBezTo>
                      <a:cubicBezTo>
                        <a:pt x="39529" y="67198"/>
                        <a:pt x="18383" y="45766"/>
                        <a:pt x="0" y="22145"/>
                      </a:cubicBezTo>
                      <a:cubicBezTo>
                        <a:pt x="44006" y="-3097"/>
                        <a:pt x="95917" y="-5764"/>
                        <a:pt x="148495" y="9095"/>
                      </a:cubicBezTo>
                      <a:cubicBezTo>
                        <a:pt x="268129" y="43004"/>
                        <a:pt x="356235" y="113299"/>
                        <a:pt x="388906" y="237029"/>
                      </a:cubicBezTo>
                      <a:cubicBezTo>
                        <a:pt x="398621" y="273890"/>
                        <a:pt x="393383" y="315610"/>
                        <a:pt x="390525" y="354758"/>
                      </a:cubicBezTo>
                      <a:cubicBezTo>
                        <a:pt x="385858" y="418004"/>
                        <a:pt x="375666" y="480773"/>
                        <a:pt x="371380" y="543924"/>
                      </a:cubicBezTo>
                      <a:cubicBezTo>
                        <a:pt x="367856" y="596216"/>
                        <a:pt x="376523" y="647461"/>
                        <a:pt x="403765" y="7001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5" name="任意多边形: 形状 330"/>
                <p:cNvSpPr/>
                <p:nvPr/>
              </p:nvSpPr>
              <p:spPr>
                <a:xfrm>
                  <a:off x="-299835" y="6050589"/>
                  <a:ext cx="54710" cy="98083"/>
                </a:xfrm>
                <a:custGeom>
                  <a:avLst/>
                  <a:gdLst>
                    <a:gd name="connsiteX0" fmla="*/ 382954 w 382954"/>
                    <a:gd name="connsiteY0" fmla="*/ 358997 h 686561"/>
                    <a:gd name="connsiteX1" fmla="*/ 84155 w 382954"/>
                    <a:gd name="connsiteY1" fmla="*/ 686562 h 686561"/>
                    <a:gd name="connsiteX2" fmla="*/ 27291 w 382954"/>
                    <a:gd name="connsiteY2" fmla="*/ 573405 h 686561"/>
                    <a:gd name="connsiteX3" fmla="*/ 56723 w 382954"/>
                    <a:gd name="connsiteY3" fmla="*/ 176213 h 686561"/>
                    <a:gd name="connsiteX4" fmla="*/ 233602 w 382954"/>
                    <a:gd name="connsiteY4" fmla="*/ 27527 h 686561"/>
                    <a:gd name="connsiteX5" fmla="*/ 378763 w 382954"/>
                    <a:gd name="connsiteY5" fmla="*/ 0 h 686561"/>
                    <a:gd name="connsiteX6" fmla="*/ 350474 w 382954"/>
                    <a:gd name="connsiteY6" fmla="*/ 182118 h 686561"/>
                    <a:gd name="connsiteX7" fmla="*/ 382954 w 382954"/>
                    <a:gd name="connsiteY7" fmla="*/ 358997 h 68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54" h="686561">
                      <a:moveTo>
                        <a:pt x="382954" y="358997"/>
                      </a:moveTo>
                      <a:cubicBezTo>
                        <a:pt x="235507" y="427101"/>
                        <a:pt x="112158" y="513016"/>
                        <a:pt x="84155" y="686562"/>
                      </a:cubicBezTo>
                      <a:cubicBezTo>
                        <a:pt x="58152" y="653605"/>
                        <a:pt x="40245" y="614553"/>
                        <a:pt x="27291" y="573405"/>
                      </a:cubicBezTo>
                      <a:cubicBezTo>
                        <a:pt x="-15477" y="437197"/>
                        <a:pt x="-9666" y="304038"/>
                        <a:pt x="56723" y="176213"/>
                      </a:cubicBezTo>
                      <a:cubicBezTo>
                        <a:pt x="94918" y="102775"/>
                        <a:pt x="157402" y="56769"/>
                        <a:pt x="233602" y="27527"/>
                      </a:cubicBezTo>
                      <a:cubicBezTo>
                        <a:pt x="281608" y="9144"/>
                        <a:pt x="331424" y="3238"/>
                        <a:pt x="378763" y="0"/>
                      </a:cubicBezTo>
                      <a:cubicBezTo>
                        <a:pt x="368857" y="62103"/>
                        <a:pt x="356189" y="121729"/>
                        <a:pt x="350474" y="182118"/>
                      </a:cubicBezTo>
                      <a:cubicBezTo>
                        <a:pt x="344854" y="242506"/>
                        <a:pt x="349045" y="302895"/>
                        <a:pt x="382954" y="35899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1" name="任意多边形: 形状 331"/>
                <p:cNvSpPr/>
                <p:nvPr/>
              </p:nvSpPr>
              <p:spPr>
                <a:xfrm>
                  <a:off x="-238934" y="5868549"/>
                  <a:ext cx="104343" cy="53897"/>
                </a:xfrm>
                <a:custGeom>
                  <a:avLst/>
                  <a:gdLst>
                    <a:gd name="connsiteX0" fmla="*/ 730377 w 730376"/>
                    <a:gd name="connsiteY0" fmla="*/ 161526 h 377267"/>
                    <a:gd name="connsiteX1" fmla="*/ 442436 w 730376"/>
                    <a:gd name="connsiteY1" fmla="*/ 377267 h 377267"/>
                    <a:gd name="connsiteX2" fmla="*/ 0 w 730376"/>
                    <a:gd name="connsiteY2" fmla="*/ 337453 h 377267"/>
                    <a:gd name="connsiteX3" fmla="*/ 17621 w 730376"/>
                    <a:gd name="connsiteY3" fmla="*/ 291828 h 377267"/>
                    <a:gd name="connsiteX4" fmla="*/ 379857 w 730376"/>
                    <a:gd name="connsiteY4" fmla="*/ 6935 h 377267"/>
                    <a:gd name="connsiteX5" fmla="*/ 654653 w 730376"/>
                    <a:gd name="connsiteY5" fmla="*/ 87231 h 377267"/>
                    <a:gd name="connsiteX6" fmla="*/ 730377 w 730376"/>
                    <a:gd name="connsiteY6" fmla="*/ 161526 h 377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0376" h="377267">
                      <a:moveTo>
                        <a:pt x="730377" y="161526"/>
                      </a:moveTo>
                      <a:cubicBezTo>
                        <a:pt x="549497" y="228010"/>
                        <a:pt x="472059" y="306877"/>
                        <a:pt x="442436" y="377267"/>
                      </a:cubicBezTo>
                      <a:cubicBezTo>
                        <a:pt x="301942" y="301829"/>
                        <a:pt x="158972" y="252775"/>
                        <a:pt x="0" y="337453"/>
                      </a:cubicBezTo>
                      <a:cubicBezTo>
                        <a:pt x="6096" y="321451"/>
                        <a:pt x="10763" y="306115"/>
                        <a:pt x="17621" y="291828"/>
                      </a:cubicBezTo>
                      <a:cubicBezTo>
                        <a:pt x="92297" y="138380"/>
                        <a:pt x="215455" y="43321"/>
                        <a:pt x="379857" y="6935"/>
                      </a:cubicBezTo>
                      <a:cubicBezTo>
                        <a:pt x="482537" y="-15830"/>
                        <a:pt x="575405" y="19127"/>
                        <a:pt x="654653" y="87231"/>
                      </a:cubicBezTo>
                      <a:cubicBezTo>
                        <a:pt x="680466" y="109329"/>
                        <a:pt x="703326" y="134856"/>
                        <a:pt x="730377" y="16152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2" name="任意多边形: 形状 332"/>
                <p:cNvSpPr/>
                <p:nvPr/>
              </p:nvSpPr>
              <p:spPr>
                <a:xfrm>
                  <a:off x="-253011" y="5784506"/>
                  <a:ext cx="50062" cy="112848"/>
                </a:xfrm>
                <a:custGeom>
                  <a:avLst/>
                  <a:gdLst>
                    <a:gd name="connsiteX0" fmla="*/ 115969 w 350420"/>
                    <a:gd name="connsiteY0" fmla="*/ 789908 h 789908"/>
                    <a:gd name="connsiteX1" fmla="*/ 3479 w 350420"/>
                    <a:gd name="connsiteY1" fmla="*/ 560451 h 789908"/>
                    <a:gd name="connsiteX2" fmla="*/ 42246 w 350420"/>
                    <a:gd name="connsiteY2" fmla="*/ 376619 h 789908"/>
                    <a:gd name="connsiteX3" fmla="*/ 130447 w 350420"/>
                    <a:gd name="connsiteY3" fmla="*/ 75057 h 789908"/>
                    <a:gd name="connsiteX4" fmla="*/ 125780 w 350420"/>
                    <a:gd name="connsiteY4" fmla="*/ 36671 h 789908"/>
                    <a:gd name="connsiteX5" fmla="*/ 114731 w 350420"/>
                    <a:gd name="connsiteY5" fmla="*/ 0 h 789908"/>
                    <a:gd name="connsiteX6" fmla="*/ 215791 w 350420"/>
                    <a:gd name="connsiteY6" fmla="*/ 42100 h 789908"/>
                    <a:gd name="connsiteX7" fmla="*/ 349617 w 350420"/>
                    <a:gd name="connsiteY7" fmla="*/ 350996 h 789908"/>
                    <a:gd name="connsiteX8" fmla="*/ 301326 w 350420"/>
                    <a:gd name="connsiteY8" fmla="*/ 467582 h 789908"/>
                    <a:gd name="connsiteX9" fmla="*/ 192836 w 350420"/>
                    <a:gd name="connsiteY9" fmla="*/ 604361 h 789908"/>
                    <a:gd name="connsiteX10" fmla="*/ 115969 w 350420"/>
                    <a:gd name="connsiteY10" fmla="*/ 789908 h 78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0420" h="789908">
                      <a:moveTo>
                        <a:pt x="115969" y="789908"/>
                      </a:moveTo>
                      <a:cubicBezTo>
                        <a:pt x="58343" y="717899"/>
                        <a:pt x="18052" y="645795"/>
                        <a:pt x="3479" y="560451"/>
                      </a:cubicBezTo>
                      <a:cubicBezTo>
                        <a:pt x="-7951" y="493586"/>
                        <a:pt x="9765" y="434626"/>
                        <a:pt x="42246" y="376619"/>
                      </a:cubicBezTo>
                      <a:cubicBezTo>
                        <a:pt x="94538" y="283273"/>
                        <a:pt x="130828" y="184213"/>
                        <a:pt x="130447" y="75057"/>
                      </a:cubicBezTo>
                      <a:cubicBezTo>
                        <a:pt x="130447" y="62198"/>
                        <a:pt x="128447" y="49244"/>
                        <a:pt x="125780" y="36671"/>
                      </a:cubicBezTo>
                      <a:cubicBezTo>
                        <a:pt x="123303" y="24860"/>
                        <a:pt x="118827" y="13525"/>
                        <a:pt x="114731" y="0"/>
                      </a:cubicBezTo>
                      <a:cubicBezTo>
                        <a:pt x="154831" y="286"/>
                        <a:pt x="187597" y="17526"/>
                        <a:pt x="215791" y="42100"/>
                      </a:cubicBezTo>
                      <a:cubicBezTo>
                        <a:pt x="309231" y="123539"/>
                        <a:pt x="357333" y="225933"/>
                        <a:pt x="349617" y="350996"/>
                      </a:cubicBezTo>
                      <a:cubicBezTo>
                        <a:pt x="346950" y="394335"/>
                        <a:pt x="329043" y="433388"/>
                        <a:pt x="301326" y="467582"/>
                      </a:cubicBezTo>
                      <a:cubicBezTo>
                        <a:pt x="264654" y="512731"/>
                        <a:pt x="227888" y="557879"/>
                        <a:pt x="192836" y="604361"/>
                      </a:cubicBezTo>
                      <a:cubicBezTo>
                        <a:pt x="152831" y="657415"/>
                        <a:pt x="120351" y="714375"/>
                        <a:pt x="115969" y="7899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3" name="任意多边形: 形状 333"/>
                <p:cNvSpPr/>
                <p:nvPr/>
              </p:nvSpPr>
              <p:spPr>
                <a:xfrm>
                  <a:off x="-285625" y="6118668"/>
                  <a:ext cx="53685" cy="107037"/>
                </a:xfrm>
                <a:custGeom>
                  <a:avLst/>
                  <a:gdLst>
                    <a:gd name="connsiteX0" fmla="*/ 222241 w 375783"/>
                    <a:gd name="connsiteY0" fmla="*/ 749237 h 749236"/>
                    <a:gd name="connsiteX1" fmla="*/ 83938 w 375783"/>
                    <a:gd name="connsiteY1" fmla="*/ 608266 h 749236"/>
                    <a:gd name="connsiteX2" fmla="*/ 2213 w 375783"/>
                    <a:gd name="connsiteY2" fmla="*/ 364236 h 749236"/>
                    <a:gd name="connsiteX3" fmla="*/ 99845 w 375783"/>
                    <a:gd name="connsiteY3" fmla="*/ 88868 h 749236"/>
                    <a:gd name="connsiteX4" fmla="*/ 240529 w 375783"/>
                    <a:gd name="connsiteY4" fmla="*/ 0 h 749236"/>
                    <a:gd name="connsiteX5" fmla="*/ 375784 w 375783"/>
                    <a:gd name="connsiteY5" fmla="*/ 332613 h 749236"/>
                    <a:gd name="connsiteX6" fmla="*/ 240529 w 375783"/>
                    <a:gd name="connsiteY6" fmla="*/ 518255 h 749236"/>
                    <a:gd name="connsiteX7" fmla="*/ 222241 w 375783"/>
                    <a:gd name="connsiteY7" fmla="*/ 749237 h 74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783" h="749236">
                      <a:moveTo>
                        <a:pt x="222241" y="749237"/>
                      </a:moveTo>
                      <a:cubicBezTo>
                        <a:pt x="161662" y="709994"/>
                        <a:pt x="118609" y="663035"/>
                        <a:pt x="83938" y="608266"/>
                      </a:cubicBezTo>
                      <a:cubicBezTo>
                        <a:pt x="36694" y="533781"/>
                        <a:pt x="11548" y="452056"/>
                        <a:pt x="2213" y="364236"/>
                      </a:cubicBezTo>
                      <a:cubicBezTo>
                        <a:pt x="-9312" y="255937"/>
                        <a:pt x="24311" y="164592"/>
                        <a:pt x="99845" y="88868"/>
                      </a:cubicBezTo>
                      <a:cubicBezTo>
                        <a:pt x="138707" y="49911"/>
                        <a:pt x="184617" y="19431"/>
                        <a:pt x="240529" y="0"/>
                      </a:cubicBezTo>
                      <a:cubicBezTo>
                        <a:pt x="255007" y="123063"/>
                        <a:pt x="275105" y="242697"/>
                        <a:pt x="375784" y="332613"/>
                      </a:cubicBezTo>
                      <a:cubicBezTo>
                        <a:pt x="317491" y="385286"/>
                        <a:pt x="271009" y="446246"/>
                        <a:pt x="240529" y="518255"/>
                      </a:cubicBezTo>
                      <a:cubicBezTo>
                        <a:pt x="209668" y="590836"/>
                        <a:pt x="194333" y="665036"/>
                        <a:pt x="222241" y="74923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4" name="任意多边形: 形状 334"/>
                <p:cNvSpPr/>
                <p:nvPr/>
              </p:nvSpPr>
              <p:spPr>
                <a:xfrm>
                  <a:off x="-131325" y="5801574"/>
                  <a:ext cx="102520" cy="53950"/>
                </a:xfrm>
                <a:custGeom>
                  <a:avLst/>
                  <a:gdLst>
                    <a:gd name="connsiteX0" fmla="*/ 354235 w 717613"/>
                    <a:gd name="connsiteY0" fmla="*/ 377635 h 377635"/>
                    <a:gd name="connsiteX1" fmla="*/ 211836 w 717613"/>
                    <a:gd name="connsiteY1" fmla="*/ 195708 h 377635"/>
                    <a:gd name="connsiteX2" fmla="*/ 0 w 717613"/>
                    <a:gd name="connsiteY2" fmla="*/ 112936 h 377635"/>
                    <a:gd name="connsiteX3" fmla="*/ 71056 w 717613"/>
                    <a:gd name="connsiteY3" fmla="*/ 64930 h 377635"/>
                    <a:gd name="connsiteX4" fmla="*/ 273367 w 717613"/>
                    <a:gd name="connsiteY4" fmla="*/ 2922 h 377635"/>
                    <a:gd name="connsiteX5" fmla="*/ 491014 w 717613"/>
                    <a:gd name="connsiteY5" fmla="*/ 28544 h 377635"/>
                    <a:gd name="connsiteX6" fmla="*/ 685133 w 717613"/>
                    <a:gd name="connsiteY6" fmla="*/ 229331 h 377635"/>
                    <a:gd name="connsiteX7" fmla="*/ 717613 w 717613"/>
                    <a:gd name="connsiteY7" fmla="*/ 343822 h 377635"/>
                    <a:gd name="connsiteX8" fmla="*/ 354235 w 717613"/>
                    <a:gd name="connsiteY8" fmla="*/ 377635 h 377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7613" h="377635">
                      <a:moveTo>
                        <a:pt x="354235" y="377635"/>
                      </a:moveTo>
                      <a:cubicBezTo>
                        <a:pt x="317278" y="307627"/>
                        <a:pt x="273082" y="244762"/>
                        <a:pt x="211836" y="195708"/>
                      </a:cubicBezTo>
                      <a:cubicBezTo>
                        <a:pt x="151067" y="147130"/>
                        <a:pt x="84677" y="112078"/>
                        <a:pt x="0" y="112936"/>
                      </a:cubicBezTo>
                      <a:cubicBezTo>
                        <a:pt x="23622" y="96838"/>
                        <a:pt x="46101" y="78550"/>
                        <a:pt x="71056" y="64930"/>
                      </a:cubicBezTo>
                      <a:cubicBezTo>
                        <a:pt x="134017" y="30544"/>
                        <a:pt x="201263" y="10351"/>
                        <a:pt x="273367" y="2922"/>
                      </a:cubicBezTo>
                      <a:cubicBezTo>
                        <a:pt x="348520" y="-4889"/>
                        <a:pt x="421100" y="2731"/>
                        <a:pt x="491014" y="28544"/>
                      </a:cubicBezTo>
                      <a:cubicBezTo>
                        <a:pt x="587026" y="63977"/>
                        <a:pt x="649986" y="134557"/>
                        <a:pt x="685133" y="229331"/>
                      </a:cubicBezTo>
                      <a:cubicBezTo>
                        <a:pt x="698373" y="265050"/>
                        <a:pt x="706184" y="302864"/>
                        <a:pt x="717613" y="343822"/>
                      </a:cubicBezTo>
                      <a:cubicBezTo>
                        <a:pt x="589407" y="322295"/>
                        <a:pt x="468916" y="307436"/>
                        <a:pt x="354235" y="3776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5" name="任意多边形: 形状 335"/>
                <p:cNvSpPr/>
                <p:nvPr/>
              </p:nvSpPr>
              <p:spPr>
                <a:xfrm>
                  <a:off x="-295090" y="5986357"/>
                  <a:ext cx="78731" cy="78901"/>
                </a:xfrm>
                <a:custGeom>
                  <a:avLst/>
                  <a:gdLst>
                    <a:gd name="connsiteX0" fmla="*/ 551096 w 551095"/>
                    <a:gd name="connsiteY0" fmla="*/ 33369 h 552290"/>
                    <a:gd name="connsiteX1" fmla="*/ 411555 w 551095"/>
                    <a:gd name="connsiteY1" fmla="*/ 364743 h 552290"/>
                    <a:gd name="connsiteX2" fmla="*/ 10933 w 551095"/>
                    <a:gd name="connsiteY2" fmla="*/ 552291 h 552290"/>
                    <a:gd name="connsiteX3" fmla="*/ 14743 w 551095"/>
                    <a:gd name="connsiteY3" fmla="*/ 343979 h 552290"/>
                    <a:gd name="connsiteX4" fmla="*/ 192575 w 551095"/>
                    <a:gd name="connsiteY4" fmla="*/ 61086 h 552290"/>
                    <a:gd name="connsiteX5" fmla="*/ 350595 w 551095"/>
                    <a:gd name="connsiteY5" fmla="*/ 2031 h 552290"/>
                    <a:gd name="connsiteX6" fmla="*/ 551096 w 551095"/>
                    <a:gd name="connsiteY6" fmla="*/ 33369 h 552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1095" h="552290">
                      <a:moveTo>
                        <a:pt x="551096" y="33369"/>
                      </a:moveTo>
                      <a:cubicBezTo>
                        <a:pt x="472610" y="133000"/>
                        <a:pt x="402982" y="232441"/>
                        <a:pt x="411555" y="364743"/>
                      </a:cubicBezTo>
                      <a:cubicBezTo>
                        <a:pt x="250582" y="369601"/>
                        <a:pt x="103421" y="401224"/>
                        <a:pt x="10933" y="552291"/>
                      </a:cubicBezTo>
                      <a:cubicBezTo>
                        <a:pt x="-5545" y="482567"/>
                        <a:pt x="-2688" y="412940"/>
                        <a:pt x="14743" y="343979"/>
                      </a:cubicBezTo>
                      <a:cubicBezTo>
                        <a:pt x="43318" y="230631"/>
                        <a:pt x="98658" y="133190"/>
                        <a:pt x="192575" y="61086"/>
                      </a:cubicBezTo>
                      <a:cubicBezTo>
                        <a:pt x="238771" y="25653"/>
                        <a:pt x="292302" y="8603"/>
                        <a:pt x="350595" y="2031"/>
                      </a:cubicBezTo>
                      <a:cubicBezTo>
                        <a:pt x="419937" y="-5779"/>
                        <a:pt x="484231" y="9842"/>
                        <a:pt x="551096" y="333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6" name="任意多边形: 形状 336"/>
                <p:cNvSpPr/>
                <p:nvPr/>
              </p:nvSpPr>
              <p:spPr>
                <a:xfrm>
                  <a:off x="-253102" y="6177398"/>
                  <a:ext cx="53249" cy="107241"/>
                </a:xfrm>
                <a:custGeom>
                  <a:avLst/>
                  <a:gdLst>
                    <a:gd name="connsiteX0" fmla="*/ 186612 w 372730"/>
                    <a:gd name="connsiteY0" fmla="*/ 0 h 750665"/>
                    <a:gd name="connsiteX1" fmla="*/ 372731 w 372730"/>
                    <a:gd name="connsiteY1" fmla="*/ 312706 h 750665"/>
                    <a:gd name="connsiteX2" fmla="*/ 286625 w 372730"/>
                    <a:gd name="connsiteY2" fmla="*/ 750665 h 750665"/>
                    <a:gd name="connsiteX3" fmla="*/ 198328 w 372730"/>
                    <a:gd name="connsiteY3" fmla="*/ 693801 h 750665"/>
                    <a:gd name="connsiteX4" fmla="*/ 6590 w 372730"/>
                    <a:gd name="connsiteY4" fmla="*/ 375190 h 750665"/>
                    <a:gd name="connsiteX5" fmla="*/ 89838 w 372730"/>
                    <a:gd name="connsiteY5" fmla="*/ 89630 h 750665"/>
                    <a:gd name="connsiteX6" fmla="*/ 186612 w 372730"/>
                    <a:gd name="connsiteY6" fmla="*/ 0 h 750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2730" h="750665">
                      <a:moveTo>
                        <a:pt x="186612" y="0"/>
                      </a:moveTo>
                      <a:cubicBezTo>
                        <a:pt x="222141" y="125730"/>
                        <a:pt x="261193" y="240982"/>
                        <a:pt x="372731" y="312706"/>
                      </a:cubicBezTo>
                      <a:cubicBezTo>
                        <a:pt x="283101" y="445198"/>
                        <a:pt x="221855" y="583025"/>
                        <a:pt x="286625" y="750665"/>
                      </a:cubicBezTo>
                      <a:cubicBezTo>
                        <a:pt x="257097" y="731806"/>
                        <a:pt x="225855" y="715232"/>
                        <a:pt x="198328" y="693801"/>
                      </a:cubicBezTo>
                      <a:cubicBezTo>
                        <a:pt x="94029" y="612267"/>
                        <a:pt x="31641" y="503968"/>
                        <a:pt x="6590" y="375190"/>
                      </a:cubicBezTo>
                      <a:cubicBezTo>
                        <a:pt x="-14460" y="266890"/>
                        <a:pt x="15353" y="170593"/>
                        <a:pt x="89838" y="89630"/>
                      </a:cubicBezTo>
                      <a:cubicBezTo>
                        <a:pt x="118509" y="58483"/>
                        <a:pt x="152037" y="31718"/>
                        <a:pt x="186612"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7" name="任意多边形: 形状 337"/>
                <p:cNvSpPr/>
                <p:nvPr/>
              </p:nvSpPr>
              <p:spPr>
                <a:xfrm>
                  <a:off x="-187389" y="5830785"/>
                  <a:ext cx="107078" cy="53247"/>
                </a:xfrm>
                <a:custGeom>
                  <a:avLst/>
                  <a:gdLst>
                    <a:gd name="connsiteX0" fmla="*/ 749522 w 749522"/>
                    <a:gd name="connsiteY0" fmla="*/ 253370 h 372718"/>
                    <a:gd name="connsiteX1" fmla="*/ 406908 w 749522"/>
                    <a:gd name="connsiteY1" fmla="*/ 372718 h 372718"/>
                    <a:gd name="connsiteX2" fmla="*/ 0 w 749522"/>
                    <a:gd name="connsiteY2" fmla="*/ 200220 h 372718"/>
                    <a:gd name="connsiteX3" fmla="*/ 69723 w 749522"/>
                    <a:gd name="connsiteY3" fmla="*/ 126782 h 372718"/>
                    <a:gd name="connsiteX4" fmla="*/ 301276 w 749522"/>
                    <a:gd name="connsiteY4" fmla="*/ 12578 h 372718"/>
                    <a:gd name="connsiteX5" fmla="*/ 550259 w 749522"/>
                    <a:gd name="connsiteY5" fmla="*/ 27913 h 372718"/>
                    <a:gd name="connsiteX6" fmla="*/ 704279 w 749522"/>
                    <a:gd name="connsiteY6" fmla="*/ 166407 h 372718"/>
                    <a:gd name="connsiteX7" fmla="*/ 749522 w 749522"/>
                    <a:gd name="connsiteY7" fmla="*/ 253370 h 37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9522" h="372718">
                      <a:moveTo>
                        <a:pt x="749522" y="253370"/>
                      </a:moveTo>
                      <a:cubicBezTo>
                        <a:pt x="621792" y="262037"/>
                        <a:pt x="502063" y="278325"/>
                        <a:pt x="406908" y="372718"/>
                      </a:cubicBezTo>
                      <a:cubicBezTo>
                        <a:pt x="297752" y="257465"/>
                        <a:pt x="175165" y="171550"/>
                        <a:pt x="0" y="200220"/>
                      </a:cubicBezTo>
                      <a:cubicBezTo>
                        <a:pt x="23146" y="175646"/>
                        <a:pt x="44482" y="148976"/>
                        <a:pt x="69723" y="126782"/>
                      </a:cubicBezTo>
                      <a:cubicBezTo>
                        <a:pt x="136493" y="68299"/>
                        <a:pt x="214408" y="30008"/>
                        <a:pt x="301276" y="12578"/>
                      </a:cubicBezTo>
                      <a:cubicBezTo>
                        <a:pt x="385096" y="-4186"/>
                        <a:pt x="469106" y="-8758"/>
                        <a:pt x="550259" y="27913"/>
                      </a:cubicBezTo>
                      <a:cubicBezTo>
                        <a:pt x="616363" y="57821"/>
                        <a:pt x="666560" y="105542"/>
                        <a:pt x="704279" y="166407"/>
                      </a:cubicBezTo>
                      <a:cubicBezTo>
                        <a:pt x="720947" y="193267"/>
                        <a:pt x="733711" y="222604"/>
                        <a:pt x="749522" y="2533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8" name="任意多边形: 形状 338"/>
                <p:cNvSpPr/>
                <p:nvPr/>
              </p:nvSpPr>
              <p:spPr>
                <a:xfrm>
                  <a:off x="-276656" y="5921039"/>
                  <a:ext cx="88070" cy="69473"/>
                </a:xfrm>
                <a:custGeom>
                  <a:avLst/>
                  <a:gdLst>
                    <a:gd name="connsiteX0" fmla="*/ 616471 w 616470"/>
                    <a:gd name="connsiteY0" fmla="*/ 67480 h 486294"/>
                    <a:gd name="connsiteX1" fmla="*/ 426447 w 616470"/>
                    <a:gd name="connsiteY1" fmla="*/ 367708 h 486294"/>
                    <a:gd name="connsiteX2" fmla="*/ 870 w 616470"/>
                    <a:gd name="connsiteY2" fmla="*/ 486294 h 486294"/>
                    <a:gd name="connsiteX3" fmla="*/ 1251 w 616470"/>
                    <a:gd name="connsiteY3" fmla="*/ 421429 h 486294"/>
                    <a:gd name="connsiteX4" fmla="*/ 143364 w 616470"/>
                    <a:gd name="connsiteY4" fmla="*/ 124058 h 486294"/>
                    <a:gd name="connsiteX5" fmla="*/ 392443 w 616470"/>
                    <a:gd name="connsiteY5" fmla="*/ 138 h 486294"/>
                    <a:gd name="connsiteX6" fmla="*/ 616471 w 616470"/>
                    <a:gd name="connsiteY6" fmla="*/ 67480 h 48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6470" h="486294">
                      <a:moveTo>
                        <a:pt x="616471" y="67480"/>
                      </a:moveTo>
                      <a:cubicBezTo>
                        <a:pt x="524840" y="150252"/>
                        <a:pt x="441211" y="235405"/>
                        <a:pt x="426447" y="367708"/>
                      </a:cubicBezTo>
                      <a:cubicBezTo>
                        <a:pt x="270523" y="348372"/>
                        <a:pt x="119361" y="353039"/>
                        <a:pt x="870" y="486294"/>
                      </a:cubicBezTo>
                      <a:cubicBezTo>
                        <a:pt x="870" y="464101"/>
                        <a:pt x="-1321" y="442479"/>
                        <a:pt x="1251" y="421429"/>
                      </a:cubicBezTo>
                      <a:cubicBezTo>
                        <a:pt x="15062" y="306462"/>
                        <a:pt x="65259" y="208069"/>
                        <a:pt x="143364" y="124058"/>
                      </a:cubicBezTo>
                      <a:cubicBezTo>
                        <a:pt x="210515" y="51859"/>
                        <a:pt x="291382" y="3567"/>
                        <a:pt x="392443" y="138"/>
                      </a:cubicBezTo>
                      <a:cubicBezTo>
                        <a:pt x="453117" y="-1862"/>
                        <a:pt x="547605" y="17759"/>
                        <a:pt x="616471" y="6748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9" name="任意多边形: 形状 339"/>
                <p:cNvSpPr/>
                <p:nvPr/>
              </p:nvSpPr>
              <p:spPr>
                <a:xfrm>
                  <a:off x="-205686" y="6239980"/>
                  <a:ext cx="47513" cy="90463"/>
                </a:xfrm>
                <a:custGeom>
                  <a:avLst/>
                  <a:gdLst>
                    <a:gd name="connsiteX0" fmla="*/ 121221 w 332580"/>
                    <a:gd name="connsiteY0" fmla="*/ 0 h 633222"/>
                    <a:gd name="connsiteX1" fmla="*/ 332580 w 332580"/>
                    <a:gd name="connsiteY1" fmla="*/ 242316 h 633222"/>
                    <a:gd name="connsiteX2" fmla="*/ 276669 w 332580"/>
                    <a:gd name="connsiteY2" fmla="*/ 437293 h 633222"/>
                    <a:gd name="connsiteX3" fmla="*/ 327437 w 332580"/>
                    <a:gd name="connsiteY3" fmla="*/ 633222 h 633222"/>
                    <a:gd name="connsiteX4" fmla="*/ 303815 w 332580"/>
                    <a:gd name="connsiteY4" fmla="*/ 629698 h 633222"/>
                    <a:gd name="connsiteX5" fmla="*/ 51212 w 332580"/>
                    <a:gd name="connsiteY5" fmla="*/ 421862 h 633222"/>
                    <a:gd name="connsiteX6" fmla="*/ 63 w 332580"/>
                    <a:gd name="connsiteY6" fmla="*/ 244412 h 633222"/>
                    <a:gd name="connsiteX7" fmla="*/ 78263 w 332580"/>
                    <a:gd name="connsiteY7" fmla="*/ 47625 h 633222"/>
                    <a:gd name="connsiteX8" fmla="*/ 121221 w 332580"/>
                    <a:gd name="connsiteY8" fmla="*/ 0 h 633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2580" h="633222">
                      <a:moveTo>
                        <a:pt x="121221" y="0"/>
                      </a:moveTo>
                      <a:cubicBezTo>
                        <a:pt x="172274" y="102299"/>
                        <a:pt x="223328" y="196596"/>
                        <a:pt x="332580" y="242316"/>
                      </a:cubicBezTo>
                      <a:cubicBezTo>
                        <a:pt x="300767" y="304038"/>
                        <a:pt x="281526" y="368999"/>
                        <a:pt x="276669" y="437293"/>
                      </a:cubicBezTo>
                      <a:cubicBezTo>
                        <a:pt x="271811" y="505873"/>
                        <a:pt x="281812" y="571595"/>
                        <a:pt x="327437" y="633222"/>
                      </a:cubicBezTo>
                      <a:cubicBezTo>
                        <a:pt x="317531" y="631793"/>
                        <a:pt x="310387" y="631793"/>
                        <a:pt x="303815" y="629698"/>
                      </a:cubicBezTo>
                      <a:cubicBezTo>
                        <a:pt x="191706" y="594360"/>
                        <a:pt x="110267" y="521684"/>
                        <a:pt x="51212" y="421862"/>
                      </a:cubicBezTo>
                      <a:cubicBezTo>
                        <a:pt x="18827" y="367189"/>
                        <a:pt x="-1271" y="309372"/>
                        <a:pt x="63" y="244412"/>
                      </a:cubicBezTo>
                      <a:cubicBezTo>
                        <a:pt x="1682" y="168593"/>
                        <a:pt x="32162" y="105156"/>
                        <a:pt x="78263" y="47625"/>
                      </a:cubicBezTo>
                      <a:cubicBezTo>
                        <a:pt x="91026" y="31813"/>
                        <a:pt x="105409" y="17431"/>
                        <a:pt x="121221"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70" name="任意多边形: 形状 340"/>
                <p:cNvSpPr/>
                <p:nvPr/>
              </p:nvSpPr>
              <p:spPr>
                <a:xfrm>
                  <a:off x="-158068" y="6285443"/>
                  <a:ext cx="59224" cy="79326"/>
                </a:xfrm>
                <a:custGeom>
                  <a:avLst/>
                  <a:gdLst>
                    <a:gd name="connsiteX0" fmla="*/ 414557 w 414556"/>
                    <a:gd name="connsiteY0" fmla="*/ 554927 h 555265"/>
                    <a:gd name="connsiteX1" fmla="*/ 262252 w 414556"/>
                    <a:gd name="connsiteY1" fmla="*/ 526352 h 555265"/>
                    <a:gd name="connsiteX2" fmla="*/ 35557 w 414556"/>
                    <a:gd name="connsiteY2" fmla="*/ 332137 h 555265"/>
                    <a:gd name="connsiteX3" fmla="*/ 28889 w 414556"/>
                    <a:gd name="connsiteY3" fmla="*/ 67532 h 555265"/>
                    <a:gd name="connsiteX4" fmla="*/ 62989 w 414556"/>
                    <a:gd name="connsiteY4" fmla="*/ 0 h 555265"/>
                    <a:gd name="connsiteX5" fmla="*/ 322355 w 414556"/>
                    <a:gd name="connsiteY5" fmla="*/ 179832 h 555265"/>
                    <a:gd name="connsiteX6" fmla="*/ 414557 w 414556"/>
                    <a:gd name="connsiteY6" fmla="*/ 554927 h 55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556" h="555265">
                      <a:moveTo>
                        <a:pt x="414557" y="554927"/>
                      </a:moveTo>
                      <a:cubicBezTo>
                        <a:pt x="360550" y="557403"/>
                        <a:pt x="310353" y="546163"/>
                        <a:pt x="262252" y="526352"/>
                      </a:cubicBezTo>
                      <a:cubicBezTo>
                        <a:pt x="165573" y="486537"/>
                        <a:pt x="87182" y="424244"/>
                        <a:pt x="35557" y="332137"/>
                      </a:cubicBezTo>
                      <a:cubicBezTo>
                        <a:pt x="-13021" y="245554"/>
                        <a:pt x="-8449" y="156496"/>
                        <a:pt x="28889" y="67532"/>
                      </a:cubicBezTo>
                      <a:cubicBezTo>
                        <a:pt x="38224" y="45148"/>
                        <a:pt x="50702" y="24098"/>
                        <a:pt x="62989" y="0"/>
                      </a:cubicBezTo>
                      <a:cubicBezTo>
                        <a:pt x="135284" y="84582"/>
                        <a:pt x="207864" y="162878"/>
                        <a:pt x="322355" y="179832"/>
                      </a:cubicBezTo>
                      <a:cubicBezTo>
                        <a:pt x="299590" y="317278"/>
                        <a:pt x="302162" y="447961"/>
                        <a:pt x="414557" y="55492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71" name="任意多边形: 形状 341"/>
                <p:cNvSpPr/>
                <p:nvPr/>
              </p:nvSpPr>
              <p:spPr>
                <a:xfrm>
                  <a:off x="-102796" y="6317829"/>
                  <a:ext cx="64887" cy="67614"/>
                </a:xfrm>
                <a:custGeom>
                  <a:avLst/>
                  <a:gdLst>
                    <a:gd name="connsiteX0" fmla="*/ 305699 w 454193"/>
                    <a:gd name="connsiteY0" fmla="*/ 123920 h 473285"/>
                    <a:gd name="connsiteX1" fmla="*/ 454194 w 454193"/>
                    <a:gd name="connsiteY1" fmla="*/ 469964 h 473285"/>
                    <a:gd name="connsiteX2" fmla="*/ 356658 w 454193"/>
                    <a:gd name="connsiteY2" fmla="*/ 472345 h 473285"/>
                    <a:gd name="connsiteX3" fmla="*/ 106627 w 454193"/>
                    <a:gd name="connsiteY3" fmla="*/ 368332 h 473285"/>
                    <a:gd name="connsiteX4" fmla="*/ 1280 w 454193"/>
                    <a:gd name="connsiteY4" fmla="*/ 174879 h 473285"/>
                    <a:gd name="connsiteX5" fmla="*/ 32141 w 454193"/>
                    <a:gd name="connsiteY5" fmla="*/ 0 h 473285"/>
                    <a:gd name="connsiteX6" fmla="*/ 305699 w 454193"/>
                    <a:gd name="connsiteY6" fmla="*/ 123920 h 473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4193" h="473285">
                      <a:moveTo>
                        <a:pt x="305699" y="123920"/>
                      </a:moveTo>
                      <a:cubicBezTo>
                        <a:pt x="309509" y="257366"/>
                        <a:pt x="332369" y="381953"/>
                        <a:pt x="454194" y="469964"/>
                      </a:cubicBezTo>
                      <a:cubicBezTo>
                        <a:pt x="421618" y="471011"/>
                        <a:pt x="388852" y="475107"/>
                        <a:pt x="356658" y="472345"/>
                      </a:cubicBezTo>
                      <a:cubicBezTo>
                        <a:pt x="262646" y="464439"/>
                        <a:pt x="178921" y="429006"/>
                        <a:pt x="106627" y="368332"/>
                      </a:cubicBezTo>
                      <a:cubicBezTo>
                        <a:pt x="46524" y="317945"/>
                        <a:pt x="7852" y="255175"/>
                        <a:pt x="1280" y="174879"/>
                      </a:cubicBezTo>
                      <a:cubicBezTo>
                        <a:pt x="-3673" y="114586"/>
                        <a:pt x="5566" y="57245"/>
                        <a:pt x="32141" y="0"/>
                      </a:cubicBezTo>
                      <a:cubicBezTo>
                        <a:pt x="113199" y="64866"/>
                        <a:pt x="194161" y="127159"/>
                        <a:pt x="305699" y="1239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nvGrpSpPr>
              <p:cNvPr id="309" name="组合 308"/>
              <p:cNvGrpSpPr/>
              <p:nvPr/>
            </p:nvGrpSpPr>
            <p:grpSpPr>
              <a:xfrm>
                <a:off x="3934" y="3051"/>
                <a:ext cx="526" cy="122"/>
                <a:chOff x="4134" y="3051"/>
                <a:chExt cx="526" cy="122"/>
              </a:xfrm>
            </p:grpSpPr>
            <p:sp>
              <p:nvSpPr>
                <p:cNvPr id="72" name="任意多边形: 形状 316"/>
                <p:cNvSpPr/>
                <p:nvPr/>
              </p:nvSpPr>
              <p:spPr>
                <a:xfrm>
                  <a:off x="41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07" name="任意多边形: 形状 316"/>
                <p:cNvSpPr/>
                <p:nvPr/>
              </p:nvSpPr>
              <p:spPr>
                <a:xfrm>
                  <a:off x="43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08" name="任意多边形: 形状 316"/>
                <p:cNvSpPr/>
                <p:nvPr/>
              </p:nvSpPr>
              <p:spPr>
                <a:xfrm>
                  <a:off x="45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grpSp>
          <p:nvGrpSpPr>
            <p:cNvPr id="367" name="组合 366"/>
            <p:cNvGrpSpPr>
              <a:grpSpLocks noChangeAspect="1"/>
            </p:cNvGrpSpPr>
            <p:nvPr/>
          </p:nvGrpSpPr>
          <p:grpSpPr>
            <a:xfrm rot="0">
              <a:off x="4451" y="1577"/>
              <a:ext cx="3401" cy="1046"/>
              <a:chOff x="2324" y="3051"/>
              <a:chExt cx="3746" cy="1152"/>
            </a:xfrm>
          </p:grpSpPr>
          <p:grpSp>
            <p:nvGrpSpPr>
              <p:cNvPr id="368" name="组合 367"/>
              <p:cNvGrpSpPr/>
              <p:nvPr/>
            </p:nvGrpSpPr>
            <p:grpSpPr>
              <a:xfrm rot="0">
                <a:off x="5448" y="3051"/>
                <a:ext cx="622" cy="1153"/>
                <a:chOff x="161382" y="5709773"/>
                <a:chExt cx="394870" cy="732742"/>
              </a:xfrm>
              <a:gradFill>
                <a:gsLst>
                  <a:gs pos="65000">
                    <a:srgbClr val="FFCD69"/>
                  </a:gs>
                  <a:gs pos="0">
                    <a:srgbClr val="FFCD69">
                      <a:lumMod val="60000"/>
                      <a:lumOff val="40000"/>
                    </a:srgbClr>
                  </a:gs>
                </a:gsLst>
                <a:lin ang="16200000" scaled="1"/>
              </a:gradFill>
            </p:grpSpPr>
            <p:sp>
              <p:nvSpPr>
                <p:cNvPr id="369" name="任意多边形: 形状 342"/>
                <p:cNvSpPr/>
                <p:nvPr/>
              </p:nvSpPr>
              <p:spPr>
                <a:xfrm>
                  <a:off x="161382" y="5741166"/>
                  <a:ext cx="94563" cy="59022"/>
                </a:xfrm>
                <a:custGeom>
                  <a:avLst/>
                  <a:gdLst>
                    <a:gd name="connsiteX0" fmla="*/ 661919 w 661918"/>
                    <a:gd name="connsiteY0" fmla="*/ 323183 h 413139"/>
                    <a:gd name="connsiteX1" fmla="*/ 532665 w 661918"/>
                    <a:gd name="connsiteY1" fmla="*/ 342900 h 413139"/>
                    <a:gd name="connsiteX2" fmla="*/ 361786 w 661918"/>
                    <a:gd name="connsiteY2" fmla="*/ 406432 h 413139"/>
                    <a:gd name="connsiteX3" fmla="*/ 110040 w 661918"/>
                    <a:gd name="connsiteY3" fmla="*/ 360331 h 413139"/>
                    <a:gd name="connsiteX4" fmla="*/ 21458 w 661918"/>
                    <a:gd name="connsiteY4" fmla="*/ 227171 h 413139"/>
                    <a:gd name="connsiteX5" fmla="*/ 4980 w 661918"/>
                    <a:gd name="connsiteY5" fmla="*/ 0 h 413139"/>
                    <a:gd name="connsiteX6" fmla="*/ 186717 w 661918"/>
                    <a:gd name="connsiteY6" fmla="*/ 99632 h 413139"/>
                    <a:gd name="connsiteX7" fmla="*/ 337307 w 661918"/>
                    <a:gd name="connsiteY7" fmla="*/ 103727 h 413139"/>
                    <a:gd name="connsiteX8" fmla="*/ 457608 w 661918"/>
                    <a:gd name="connsiteY8" fmla="*/ 125159 h 413139"/>
                    <a:gd name="connsiteX9" fmla="*/ 661919 w 661918"/>
                    <a:gd name="connsiteY9" fmla="*/ 323183 h 41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1918" h="413139">
                      <a:moveTo>
                        <a:pt x="661919" y="323183"/>
                      </a:moveTo>
                      <a:cubicBezTo>
                        <a:pt x="611151" y="308324"/>
                        <a:pt x="571527" y="324136"/>
                        <a:pt x="532665" y="342900"/>
                      </a:cubicBezTo>
                      <a:cubicBezTo>
                        <a:pt x="477705" y="369570"/>
                        <a:pt x="423032" y="397002"/>
                        <a:pt x="361786" y="406432"/>
                      </a:cubicBezTo>
                      <a:cubicBezTo>
                        <a:pt x="272728" y="420053"/>
                        <a:pt x="186336" y="416719"/>
                        <a:pt x="110040" y="360331"/>
                      </a:cubicBezTo>
                      <a:cubicBezTo>
                        <a:pt x="64606" y="326708"/>
                        <a:pt x="37746" y="280130"/>
                        <a:pt x="21458" y="227171"/>
                      </a:cubicBezTo>
                      <a:cubicBezTo>
                        <a:pt x="-1116" y="154019"/>
                        <a:pt x="-4545" y="79153"/>
                        <a:pt x="4980" y="0"/>
                      </a:cubicBezTo>
                      <a:cubicBezTo>
                        <a:pt x="52890" y="59722"/>
                        <a:pt x="115184" y="90868"/>
                        <a:pt x="186717" y="99632"/>
                      </a:cubicBezTo>
                      <a:cubicBezTo>
                        <a:pt x="236342" y="105728"/>
                        <a:pt x="287015" y="103346"/>
                        <a:pt x="337307" y="103727"/>
                      </a:cubicBezTo>
                      <a:cubicBezTo>
                        <a:pt x="378741" y="104108"/>
                        <a:pt x="419031" y="109538"/>
                        <a:pt x="457608" y="125159"/>
                      </a:cubicBezTo>
                      <a:cubicBezTo>
                        <a:pt x="550477" y="162878"/>
                        <a:pt x="613722" y="231267"/>
                        <a:pt x="661919" y="3231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70" name="任意多边形: 形状 343"/>
                <p:cNvSpPr/>
                <p:nvPr/>
              </p:nvSpPr>
              <p:spPr>
                <a:xfrm>
                  <a:off x="247888" y="5709773"/>
                  <a:ext cx="71274" cy="98083"/>
                </a:xfrm>
                <a:custGeom>
                  <a:avLst/>
                  <a:gdLst>
                    <a:gd name="connsiteX0" fmla="*/ 102025 w 498901"/>
                    <a:gd name="connsiteY0" fmla="*/ 0 h 686561"/>
                    <a:gd name="connsiteX1" fmla="*/ 239947 w 498901"/>
                    <a:gd name="connsiteY1" fmla="*/ 210217 h 686561"/>
                    <a:gd name="connsiteX2" fmla="*/ 371964 w 498901"/>
                    <a:gd name="connsiteY2" fmla="*/ 304705 h 686561"/>
                    <a:gd name="connsiteX3" fmla="*/ 485883 w 498901"/>
                    <a:gd name="connsiteY3" fmla="*/ 467392 h 686561"/>
                    <a:gd name="connsiteX4" fmla="*/ 491407 w 498901"/>
                    <a:gd name="connsiteY4" fmla="*/ 674275 h 686561"/>
                    <a:gd name="connsiteX5" fmla="*/ 486645 w 498901"/>
                    <a:gd name="connsiteY5" fmla="*/ 686562 h 686561"/>
                    <a:gd name="connsiteX6" fmla="*/ 207276 w 498901"/>
                    <a:gd name="connsiteY6" fmla="*/ 514541 h 686561"/>
                    <a:gd name="connsiteX7" fmla="*/ 124599 w 498901"/>
                    <a:gd name="connsiteY7" fmla="*/ 480917 h 686561"/>
                    <a:gd name="connsiteX8" fmla="*/ 7537 w 498901"/>
                    <a:gd name="connsiteY8" fmla="*/ 327184 h 686561"/>
                    <a:gd name="connsiteX9" fmla="*/ 58020 w 498901"/>
                    <a:gd name="connsiteY9" fmla="*/ 45434 h 686561"/>
                    <a:gd name="connsiteX10" fmla="*/ 80213 w 498901"/>
                    <a:gd name="connsiteY10" fmla="*/ 16478 h 686561"/>
                    <a:gd name="connsiteX11" fmla="*/ 102025 w 498901"/>
                    <a:gd name="connsiteY11" fmla="*/ 0 h 68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8901" h="686561">
                      <a:moveTo>
                        <a:pt x="102025" y="0"/>
                      </a:moveTo>
                      <a:cubicBezTo>
                        <a:pt x="119266" y="90678"/>
                        <a:pt x="175082" y="154400"/>
                        <a:pt x="239947" y="210217"/>
                      </a:cubicBezTo>
                      <a:cubicBezTo>
                        <a:pt x="280809" y="245364"/>
                        <a:pt x="326625" y="275177"/>
                        <a:pt x="371964" y="304705"/>
                      </a:cubicBezTo>
                      <a:cubicBezTo>
                        <a:pt x="432352" y="343948"/>
                        <a:pt x="468547" y="399098"/>
                        <a:pt x="485883" y="467392"/>
                      </a:cubicBezTo>
                      <a:cubicBezTo>
                        <a:pt x="503314" y="535781"/>
                        <a:pt x="501218" y="605028"/>
                        <a:pt x="491407" y="674275"/>
                      </a:cubicBezTo>
                      <a:cubicBezTo>
                        <a:pt x="490931" y="677894"/>
                        <a:pt x="488740" y="681228"/>
                        <a:pt x="486645" y="686562"/>
                      </a:cubicBezTo>
                      <a:cubicBezTo>
                        <a:pt x="414731" y="593693"/>
                        <a:pt x="308051" y="558832"/>
                        <a:pt x="207276" y="514541"/>
                      </a:cubicBezTo>
                      <a:cubicBezTo>
                        <a:pt x="180035" y="502539"/>
                        <a:pt x="151841" y="492824"/>
                        <a:pt x="124599" y="480917"/>
                      </a:cubicBezTo>
                      <a:cubicBezTo>
                        <a:pt x="57353" y="451390"/>
                        <a:pt x="20967" y="397955"/>
                        <a:pt x="7537" y="327184"/>
                      </a:cubicBezTo>
                      <a:cubicBezTo>
                        <a:pt x="-11513" y="226886"/>
                        <a:pt x="5632" y="132874"/>
                        <a:pt x="58020" y="45434"/>
                      </a:cubicBezTo>
                      <a:cubicBezTo>
                        <a:pt x="64211" y="35052"/>
                        <a:pt x="72022" y="25337"/>
                        <a:pt x="80213" y="16478"/>
                      </a:cubicBezTo>
                      <a:cubicBezTo>
                        <a:pt x="85738" y="10382"/>
                        <a:pt x="93453" y="6287"/>
                        <a:pt x="102025"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71" name="任意多边形: 形状 344"/>
                <p:cNvSpPr/>
                <p:nvPr/>
              </p:nvSpPr>
              <p:spPr>
                <a:xfrm>
                  <a:off x="436641" y="5848557"/>
                  <a:ext cx="47246" cy="112303"/>
                </a:xfrm>
                <a:custGeom>
                  <a:avLst/>
                  <a:gdLst>
                    <a:gd name="connsiteX0" fmla="*/ 284228 w 330709"/>
                    <a:gd name="connsiteY0" fmla="*/ 0 h 786098"/>
                    <a:gd name="connsiteX1" fmla="*/ 270226 w 330709"/>
                    <a:gd name="connsiteY1" fmla="*/ 274796 h 786098"/>
                    <a:gd name="connsiteX2" fmla="*/ 308135 w 330709"/>
                    <a:gd name="connsiteY2" fmla="*/ 394145 h 786098"/>
                    <a:gd name="connsiteX3" fmla="*/ 295277 w 330709"/>
                    <a:gd name="connsiteY3" fmla="*/ 638937 h 786098"/>
                    <a:gd name="connsiteX4" fmla="*/ 182500 w 330709"/>
                    <a:gd name="connsiteY4" fmla="*/ 786098 h 786098"/>
                    <a:gd name="connsiteX5" fmla="*/ 172785 w 330709"/>
                    <a:gd name="connsiteY5" fmla="*/ 712470 h 786098"/>
                    <a:gd name="connsiteX6" fmla="*/ 83726 w 330709"/>
                    <a:gd name="connsiteY6" fmla="*/ 522637 h 786098"/>
                    <a:gd name="connsiteX7" fmla="*/ 37911 w 330709"/>
                    <a:gd name="connsiteY7" fmla="*/ 445961 h 786098"/>
                    <a:gd name="connsiteX8" fmla="*/ 23338 w 330709"/>
                    <a:gd name="connsiteY8" fmla="*/ 202406 h 786098"/>
                    <a:gd name="connsiteX9" fmla="*/ 203551 w 330709"/>
                    <a:gd name="connsiteY9" fmla="*/ 15907 h 786098"/>
                    <a:gd name="connsiteX10" fmla="*/ 284228 w 330709"/>
                    <a:gd name="connsiteY10" fmla="*/ 0 h 78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709" h="786098">
                      <a:moveTo>
                        <a:pt x="284228" y="0"/>
                      </a:moveTo>
                      <a:cubicBezTo>
                        <a:pt x="237555" y="95440"/>
                        <a:pt x="251462" y="185452"/>
                        <a:pt x="270226" y="274796"/>
                      </a:cubicBezTo>
                      <a:cubicBezTo>
                        <a:pt x="278799" y="315468"/>
                        <a:pt x="292038" y="355759"/>
                        <a:pt x="308135" y="394145"/>
                      </a:cubicBezTo>
                      <a:cubicBezTo>
                        <a:pt x="343378" y="478441"/>
                        <a:pt x="336043" y="559118"/>
                        <a:pt x="295277" y="638937"/>
                      </a:cubicBezTo>
                      <a:cubicBezTo>
                        <a:pt x="267082" y="693992"/>
                        <a:pt x="229554" y="741617"/>
                        <a:pt x="182500" y="786098"/>
                      </a:cubicBezTo>
                      <a:cubicBezTo>
                        <a:pt x="179167" y="759524"/>
                        <a:pt x="178024" y="735521"/>
                        <a:pt x="172785" y="712470"/>
                      </a:cubicBezTo>
                      <a:cubicBezTo>
                        <a:pt x="157069" y="642842"/>
                        <a:pt x="118969" y="583311"/>
                        <a:pt x="83726" y="522637"/>
                      </a:cubicBezTo>
                      <a:cubicBezTo>
                        <a:pt x="68772" y="496919"/>
                        <a:pt x="53341" y="471392"/>
                        <a:pt x="37911" y="445961"/>
                      </a:cubicBezTo>
                      <a:cubicBezTo>
                        <a:pt x="-9619" y="367284"/>
                        <a:pt x="-10095" y="285845"/>
                        <a:pt x="23338" y="202406"/>
                      </a:cubicBezTo>
                      <a:cubicBezTo>
                        <a:pt x="58009" y="115729"/>
                        <a:pt x="114873" y="49721"/>
                        <a:pt x="203551" y="15907"/>
                      </a:cubicBezTo>
                      <a:cubicBezTo>
                        <a:pt x="226792" y="6858"/>
                        <a:pt x="253176" y="5810"/>
                        <a:pt x="284228"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72" name="任意多边形: 形状 345"/>
                <p:cNvSpPr/>
                <p:nvPr/>
              </p:nvSpPr>
              <p:spPr>
                <a:xfrm>
                  <a:off x="306784" y="6354415"/>
                  <a:ext cx="111339" cy="46622"/>
                </a:xfrm>
                <a:custGeom>
                  <a:avLst/>
                  <a:gdLst>
                    <a:gd name="connsiteX0" fmla="*/ 775430 w 779345"/>
                    <a:gd name="connsiteY0" fmla="*/ 292072 h 326343"/>
                    <a:gd name="connsiteX1" fmla="*/ 544163 w 779345"/>
                    <a:gd name="connsiteY1" fmla="*/ 266450 h 326343"/>
                    <a:gd name="connsiteX2" fmla="*/ 380429 w 779345"/>
                    <a:gd name="connsiteY2" fmla="*/ 309598 h 326343"/>
                    <a:gd name="connsiteX3" fmla="*/ 134112 w 779345"/>
                    <a:gd name="connsiteY3" fmla="*/ 280928 h 326343"/>
                    <a:gd name="connsiteX4" fmla="*/ 0 w 779345"/>
                    <a:gd name="connsiteY4" fmla="*/ 169390 h 326343"/>
                    <a:gd name="connsiteX5" fmla="*/ 58198 w 779345"/>
                    <a:gd name="connsiteY5" fmla="*/ 163866 h 326343"/>
                    <a:gd name="connsiteX6" fmla="*/ 227647 w 779345"/>
                    <a:gd name="connsiteY6" fmla="*/ 98715 h 326343"/>
                    <a:gd name="connsiteX7" fmla="*/ 355378 w 779345"/>
                    <a:gd name="connsiteY7" fmla="*/ 27087 h 326343"/>
                    <a:gd name="connsiteX8" fmla="*/ 577977 w 779345"/>
                    <a:gd name="connsiteY8" fmla="*/ 22991 h 326343"/>
                    <a:gd name="connsiteX9" fmla="*/ 744760 w 779345"/>
                    <a:gd name="connsiteY9" fmla="*/ 162247 h 326343"/>
                    <a:gd name="connsiteX10" fmla="*/ 778859 w 779345"/>
                    <a:gd name="connsiteY10" fmla="*/ 267593 h 326343"/>
                    <a:gd name="connsiteX11" fmla="*/ 775430 w 779345"/>
                    <a:gd name="connsiteY11" fmla="*/ 292072 h 3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9345" h="326343">
                      <a:moveTo>
                        <a:pt x="775430" y="292072"/>
                      </a:moveTo>
                      <a:cubicBezTo>
                        <a:pt x="699421" y="250829"/>
                        <a:pt x="621506" y="252924"/>
                        <a:pt x="544163" y="266450"/>
                      </a:cubicBezTo>
                      <a:cubicBezTo>
                        <a:pt x="488728" y="276165"/>
                        <a:pt x="433483" y="290644"/>
                        <a:pt x="380429" y="309598"/>
                      </a:cubicBezTo>
                      <a:cubicBezTo>
                        <a:pt x="292417" y="340936"/>
                        <a:pt x="211741" y="326553"/>
                        <a:pt x="134112" y="280928"/>
                      </a:cubicBezTo>
                      <a:cubicBezTo>
                        <a:pt x="84582" y="251781"/>
                        <a:pt x="40672" y="215396"/>
                        <a:pt x="0" y="169390"/>
                      </a:cubicBezTo>
                      <a:cubicBezTo>
                        <a:pt x="21622" y="167390"/>
                        <a:pt x="39910" y="165961"/>
                        <a:pt x="58198" y="163866"/>
                      </a:cubicBezTo>
                      <a:cubicBezTo>
                        <a:pt x="120396" y="157008"/>
                        <a:pt x="174212" y="128052"/>
                        <a:pt x="227647" y="98715"/>
                      </a:cubicBezTo>
                      <a:cubicBezTo>
                        <a:pt x="270415" y="75188"/>
                        <a:pt x="311944" y="49280"/>
                        <a:pt x="355378" y="27087"/>
                      </a:cubicBezTo>
                      <a:cubicBezTo>
                        <a:pt x="428434" y="-10251"/>
                        <a:pt x="503777" y="-6441"/>
                        <a:pt x="577977" y="22991"/>
                      </a:cubicBezTo>
                      <a:cubicBezTo>
                        <a:pt x="648462" y="50995"/>
                        <a:pt x="708088" y="94905"/>
                        <a:pt x="744760" y="162247"/>
                      </a:cubicBezTo>
                      <a:cubicBezTo>
                        <a:pt x="762095" y="194155"/>
                        <a:pt x="768572" y="232065"/>
                        <a:pt x="778859" y="267593"/>
                      </a:cubicBezTo>
                      <a:cubicBezTo>
                        <a:pt x="780669" y="274070"/>
                        <a:pt x="776954" y="282166"/>
                        <a:pt x="775430" y="29207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73" name="任意多边形: 形状 346"/>
                <p:cNvSpPr/>
                <p:nvPr/>
              </p:nvSpPr>
              <p:spPr>
                <a:xfrm>
                  <a:off x="474520" y="5928904"/>
                  <a:ext cx="49387" cy="107369"/>
                </a:xfrm>
                <a:custGeom>
                  <a:avLst/>
                  <a:gdLst>
                    <a:gd name="connsiteX0" fmla="*/ 78806 w 345696"/>
                    <a:gd name="connsiteY0" fmla="*/ 751560 h 751560"/>
                    <a:gd name="connsiteX1" fmla="*/ 88046 w 345696"/>
                    <a:gd name="connsiteY1" fmla="*/ 688124 h 751560"/>
                    <a:gd name="connsiteX2" fmla="*/ 66519 w 345696"/>
                    <a:gd name="connsiteY2" fmla="*/ 551249 h 751560"/>
                    <a:gd name="connsiteX3" fmla="*/ 16703 w 345696"/>
                    <a:gd name="connsiteY3" fmla="*/ 395230 h 751560"/>
                    <a:gd name="connsiteX4" fmla="*/ 44612 w 345696"/>
                    <a:gd name="connsiteY4" fmla="*/ 157105 h 751560"/>
                    <a:gd name="connsiteX5" fmla="*/ 240160 w 345696"/>
                    <a:gd name="connsiteY5" fmla="*/ 7277 h 751560"/>
                    <a:gd name="connsiteX6" fmla="*/ 345697 w 345696"/>
                    <a:gd name="connsiteY6" fmla="*/ 9658 h 751560"/>
                    <a:gd name="connsiteX7" fmla="*/ 280355 w 345696"/>
                    <a:gd name="connsiteY7" fmla="*/ 316649 h 751560"/>
                    <a:gd name="connsiteX8" fmla="*/ 292833 w 345696"/>
                    <a:gd name="connsiteY8" fmla="*/ 444188 h 751560"/>
                    <a:gd name="connsiteX9" fmla="*/ 271687 w 345696"/>
                    <a:gd name="connsiteY9" fmla="*/ 553154 h 751560"/>
                    <a:gd name="connsiteX10" fmla="*/ 78806 w 345696"/>
                    <a:gd name="connsiteY10" fmla="*/ 751560 h 7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5696" h="751560">
                      <a:moveTo>
                        <a:pt x="78806" y="751560"/>
                      </a:moveTo>
                      <a:cubicBezTo>
                        <a:pt x="82712" y="726700"/>
                        <a:pt x="89950" y="706983"/>
                        <a:pt x="88046" y="688124"/>
                      </a:cubicBezTo>
                      <a:cubicBezTo>
                        <a:pt x="83378" y="642213"/>
                        <a:pt x="77758" y="595922"/>
                        <a:pt x="66519" y="551249"/>
                      </a:cubicBezTo>
                      <a:cubicBezTo>
                        <a:pt x="53279" y="498386"/>
                        <a:pt x="34991" y="446665"/>
                        <a:pt x="16703" y="395230"/>
                      </a:cubicBezTo>
                      <a:cubicBezTo>
                        <a:pt x="-13396" y="310838"/>
                        <a:pt x="-2061" y="230733"/>
                        <a:pt x="44612" y="157105"/>
                      </a:cubicBezTo>
                      <a:cubicBezTo>
                        <a:pt x="90808" y="84143"/>
                        <a:pt x="154054" y="29851"/>
                        <a:pt x="240160" y="7277"/>
                      </a:cubicBezTo>
                      <a:cubicBezTo>
                        <a:pt x="275402" y="-1963"/>
                        <a:pt x="310550" y="-3677"/>
                        <a:pt x="345697" y="9658"/>
                      </a:cubicBezTo>
                      <a:cubicBezTo>
                        <a:pt x="278355" y="102908"/>
                        <a:pt x="271878" y="208349"/>
                        <a:pt x="280355" y="316649"/>
                      </a:cubicBezTo>
                      <a:cubicBezTo>
                        <a:pt x="283689" y="359225"/>
                        <a:pt x="293785" y="401802"/>
                        <a:pt x="292833" y="444188"/>
                      </a:cubicBezTo>
                      <a:cubicBezTo>
                        <a:pt x="291976" y="480764"/>
                        <a:pt x="285975" y="519722"/>
                        <a:pt x="271687" y="553154"/>
                      </a:cubicBezTo>
                      <a:cubicBezTo>
                        <a:pt x="234063" y="640784"/>
                        <a:pt x="163674" y="699458"/>
                        <a:pt x="78806" y="75156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74" name="任意多边形: 形状 347"/>
                <p:cNvSpPr/>
                <p:nvPr/>
              </p:nvSpPr>
              <p:spPr>
                <a:xfrm>
                  <a:off x="229166" y="6393357"/>
                  <a:ext cx="106681" cy="49158"/>
                </a:xfrm>
                <a:custGeom>
                  <a:avLst/>
                  <a:gdLst>
                    <a:gd name="connsiteX0" fmla="*/ 743998 w 746743"/>
                    <a:gd name="connsiteY0" fmla="*/ 344095 h 344094"/>
                    <a:gd name="connsiteX1" fmla="*/ 509969 w 746743"/>
                    <a:gd name="connsiteY1" fmla="*/ 278373 h 344094"/>
                    <a:gd name="connsiteX2" fmla="*/ 343281 w 746743"/>
                    <a:gd name="connsiteY2" fmla="*/ 290850 h 344094"/>
                    <a:gd name="connsiteX3" fmla="*/ 155162 w 746743"/>
                    <a:gd name="connsiteY3" fmla="*/ 249036 h 344094"/>
                    <a:gd name="connsiteX4" fmla="*/ 0 w 746743"/>
                    <a:gd name="connsiteY4" fmla="*/ 77681 h 344094"/>
                    <a:gd name="connsiteX5" fmla="*/ 51911 w 746743"/>
                    <a:gd name="connsiteY5" fmla="*/ 85301 h 344094"/>
                    <a:gd name="connsiteX6" fmla="*/ 225076 w 746743"/>
                    <a:gd name="connsiteY6" fmla="*/ 59107 h 344094"/>
                    <a:gd name="connsiteX7" fmla="*/ 347186 w 746743"/>
                    <a:gd name="connsiteY7" fmla="*/ 19769 h 344094"/>
                    <a:gd name="connsiteX8" fmla="*/ 589979 w 746743"/>
                    <a:gd name="connsiteY8" fmla="*/ 44248 h 344094"/>
                    <a:gd name="connsiteX9" fmla="*/ 744950 w 746743"/>
                    <a:gd name="connsiteY9" fmla="*/ 263323 h 344094"/>
                    <a:gd name="connsiteX10" fmla="*/ 743998 w 746743"/>
                    <a:gd name="connsiteY10" fmla="*/ 344095 h 344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6743" h="344094">
                      <a:moveTo>
                        <a:pt x="743998" y="344095"/>
                      </a:moveTo>
                      <a:cubicBezTo>
                        <a:pt x="670084" y="290755"/>
                        <a:pt x="590550" y="279610"/>
                        <a:pt x="509969" y="278373"/>
                      </a:cubicBezTo>
                      <a:cubicBezTo>
                        <a:pt x="454438" y="277515"/>
                        <a:pt x="398716" y="284754"/>
                        <a:pt x="343281" y="290850"/>
                      </a:cubicBezTo>
                      <a:cubicBezTo>
                        <a:pt x="275463" y="298280"/>
                        <a:pt x="212407" y="287802"/>
                        <a:pt x="155162" y="249036"/>
                      </a:cubicBezTo>
                      <a:cubicBezTo>
                        <a:pt x="90773" y="205411"/>
                        <a:pt x="41243" y="148356"/>
                        <a:pt x="0" y="77681"/>
                      </a:cubicBezTo>
                      <a:cubicBezTo>
                        <a:pt x="20003" y="80729"/>
                        <a:pt x="35909" y="84062"/>
                        <a:pt x="51911" y="85301"/>
                      </a:cubicBezTo>
                      <a:cubicBezTo>
                        <a:pt x="111633" y="90063"/>
                        <a:pt x="168688" y="77109"/>
                        <a:pt x="225076" y="59107"/>
                      </a:cubicBezTo>
                      <a:cubicBezTo>
                        <a:pt x="265843" y="46058"/>
                        <a:pt x="307467" y="35485"/>
                        <a:pt x="347186" y="19769"/>
                      </a:cubicBezTo>
                      <a:cubicBezTo>
                        <a:pt x="433006" y="-14236"/>
                        <a:pt x="513969" y="-3282"/>
                        <a:pt x="589979" y="44248"/>
                      </a:cubicBezTo>
                      <a:cubicBezTo>
                        <a:pt x="671608" y="95207"/>
                        <a:pt x="729234" y="165692"/>
                        <a:pt x="744950" y="263323"/>
                      </a:cubicBezTo>
                      <a:cubicBezTo>
                        <a:pt x="749237" y="289517"/>
                        <a:pt x="744569" y="317139"/>
                        <a:pt x="743998" y="34409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75" name="任意多边形: 形状 348"/>
                <p:cNvSpPr/>
                <p:nvPr/>
              </p:nvSpPr>
              <p:spPr>
                <a:xfrm>
                  <a:off x="373897" y="6289458"/>
                  <a:ext cx="110072" cy="57380"/>
                </a:xfrm>
                <a:custGeom>
                  <a:avLst/>
                  <a:gdLst>
                    <a:gd name="connsiteX0" fmla="*/ 770477 w 770477"/>
                    <a:gd name="connsiteY0" fmla="*/ 180869 h 401643"/>
                    <a:gd name="connsiteX1" fmla="*/ 476631 w 770477"/>
                    <a:gd name="connsiteY1" fmla="*/ 281643 h 401643"/>
                    <a:gd name="connsiteX2" fmla="*/ 387477 w 770477"/>
                    <a:gd name="connsiteY2" fmla="*/ 350223 h 401643"/>
                    <a:gd name="connsiteX3" fmla="*/ 190690 w 770477"/>
                    <a:gd name="connsiteY3" fmla="*/ 398896 h 401643"/>
                    <a:gd name="connsiteX4" fmla="*/ 0 w 770477"/>
                    <a:gd name="connsiteY4" fmla="*/ 334602 h 401643"/>
                    <a:gd name="connsiteX5" fmla="*/ 40196 w 770477"/>
                    <a:gd name="connsiteY5" fmla="*/ 319077 h 401643"/>
                    <a:gd name="connsiteX6" fmla="*/ 161449 w 770477"/>
                    <a:gd name="connsiteY6" fmla="*/ 224112 h 401643"/>
                    <a:gd name="connsiteX7" fmla="*/ 299562 w 770477"/>
                    <a:gd name="connsiteY7" fmla="*/ 70855 h 401643"/>
                    <a:gd name="connsiteX8" fmla="*/ 452438 w 770477"/>
                    <a:gd name="connsiteY8" fmla="*/ 1418 h 401643"/>
                    <a:gd name="connsiteX9" fmla="*/ 691991 w 770477"/>
                    <a:gd name="connsiteY9" fmla="*/ 68188 h 401643"/>
                    <a:gd name="connsiteX10" fmla="*/ 770477 w 770477"/>
                    <a:gd name="connsiteY10" fmla="*/ 180869 h 40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0477" h="401643">
                      <a:moveTo>
                        <a:pt x="770477" y="180869"/>
                      </a:moveTo>
                      <a:cubicBezTo>
                        <a:pt x="655987" y="172391"/>
                        <a:pt x="564737" y="223064"/>
                        <a:pt x="476631" y="281643"/>
                      </a:cubicBezTo>
                      <a:cubicBezTo>
                        <a:pt x="445484" y="302312"/>
                        <a:pt x="417100" y="327268"/>
                        <a:pt x="387477" y="350223"/>
                      </a:cubicBezTo>
                      <a:cubicBezTo>
                        <a:pt x="328994" y="395372"/>
                        <a:pt x="262890" y="407945"/>
                        <a:pt x="190690" y="398896"/>
                      </a:cubicBezTo>
                      <a:cubicBezTo>
                        <a:pt x="124016" y="390514"/>
                        <a:pt x="62103" y="369273"/>
                        <a:pt x="0" y="334602"/>
                      </a:cubicBezTo>
                      <a:cubicBezTo>
                        <a:pt x="15716" y="328602"/>
                        <a:pt x="28385" y="324696"/>
                        <a:pt x="40196" y="319077"/>
                      </a:cubicBezTo>
                      <a:cubicBezTo>
                        <a:pt x="87535" y="296312"/>
                        <a:pt x="126968" y="263736"/>
                        <a:pt x="161449" y="224112"/>
                      </a:cubicBezTo>
                      <a:cubicBezTo>
                        <a:pt x="206598" y="172296"/>
                        <a:pt x="252984" y="121433"/>
                        <a:pt x="299562" y="70855"/>
                      </a:cubicBezTo>
                      <a:cubicBezTo>
                        <a:pt x="340519" y="26278"/>
                        <a:pt x="394145" y="6371"/>
                        <a:pt x="452438" y="1418"/>
                      </a:cubicBezTo>
                      <a:cubicBezTo>
                        <a:pt x="539877" y="-5916"/>
                        <a:pt x="621030" y="15038"/>
                        <a:pt x="691991" y="68188"/>
                      </a:cubicBezTo>
                      <a:cubicBezTo>
                        <a:pt x="729806" y="96668"/>
                        <a:pt x="758857" y="132196"/>
                        <a:pt x="770477" y="1808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76" name="任意多边形: 形状 349"/>
                <p:cNvSpPr/>
                <p:nvPr/>
              </p:nvSpPr>
              <p:spPr>
                <a:xfrm>
                  <a:off x="323941" y="5739655"/>
                  <a:ext cx="58777" cy="110997"/>
                </a:xfrm>
                <a:custGeom>
                  <a:avLst/>
                  <a:gdLst>
                    <a:gd name="connsiteX0" fmla="*/ 349961 w 411427"/>
                    <a:gd name="connsiteY0" fmla="*/ 776954 h 776954"/>
                    <a:gd name="connsiteX1" fmla="*/ 203848 w 411427"/>
                    <a:gd name="connsiteY1" fmla="*/ 586169 h 776954"/>
                    <a:gd name="connsiteX2" fmla="*/ 74213 w 411427"/>
                    <a:gd name="connsiteY2" fmla="*/ 480346 h 776954"/>
                    <a:gd name="connsiteX3" fmla="*/ 108 w 411427"/>
                    <a:gd name="connsiteY3" fmla="*/ 319278 h 776954"/>
                    <a:gd name="connsiteX4" fmla="*/ 106121 w 411427"/>
                    <a:gd name="connsiteY4" fmla="*/ 48292 h 776954"/>
                    <a:gd name="connsiteX5" fmla="*/ 175844 w 411427"/>
                    <a:gd name="connsiteY5" fmla="*/ 0 h 776954"/>
                    <a:gd name="connsiteX6" fmla="*/ 296336 w 411427"/>
                    <a:gd name="connsiteY6" fmla="*/ 314516 h 776954"/>
                    <a:gd name="connsiteX7" fmla="*/ 378727 w 411427"/>
                    <a:gd name="connsiteY7" fmla="*/ 421005 h 776954"/>
                    <a:gd name="connsiteX8" fmla="*/ 410159 w 411427"/>
                    <a:gd name="connsiteY8" fmla="*/ 574929 h 776954"/>
                    <a:gd name="connsiteX9" fmla="*/ 365773 w 411427"/>
                    <a:gd name="connsiteY9" fmla="*/ 744379 h 776954"/>
                    <a:gd name="connsiteX10" fmla="*/ 349961 w 411427"/>
                    <a:gd name="connsiteY10" fmla="*/ 776954 h 776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427" h="776954">
                      <a:moveTo>
                        <a:pt x="349961" y="776954"/>
                      </a:moveTo>
                      <a:cubicBezTo>
                        <a:pt x="323767" y="691134"/>
                        <a:pt x="264236" y="638080"/>
                        <a:pt x="203848" y="586169"/>
                      </a:cubicBezTo>
                      <a:cubicBezTo>
                        <a:pt x="161557" y="549878"/>
                        <a:pt x="116694" y="516446"/>
                        <a:pt x="74213" y="480346"/>
                      </a:cubicBezTo>
                      <a:cubicBezTo>
                        <a:pt x="24968" y="438436"/>
                        <a:pt x="1537" y="383381"/>
                        <a:pt x="108" y="319278"/>
                      </a:cubicBezTo>
                      <a:cubicBezTo>
                        <a:pt x="-2178" y="214313"/>
                        <a:pt x="31731" y="122777"/>
                        <a:pt x="106121" y="48292"/>
                      </a:cubicBezTo>
                      <a:cubicBezTo>
                        <a:pt x="124886" y="29528"/>
                        <a:pt x="150222" y="17336"/>
                        <a:pt x="175844" y="0"/>
                      </a:cubicBezTo>
                      <a:cubicBezTo>
                        <a:pt x="169939" y="127444"/>
                        <a:pt x="228803" y="222885"/>
                        <a:pt x="296336" y="314516"/>
                      </a:cubicBezTo>
                      <a:cubicBezTo>
                        <a:pt x="323006" y="350615"/>
                        <a:pt x="354819" y="383286"/>
                        <a:pt x="378727" y="421005"/>
                      </a:cubicBezTo>
                      <a:cubicBezTo>
                        <a:pt x="407969" y="467201"/>
                        <a:pt x="414636" y="520351"/>
                        <a:pt x="410159" y="574929"/>
                      </a:cubicBezTo>
                      <a:cubicBezTo>
                        <a:pt x="405397" y="634175"/>
                        <a:pt x="389490" y="690277"/>
                        <a:pt x="365773" y="744379"/>
                      </a:cubicBezTo>
                      <a:cubicBezTo>
                        <a:pt x="361772" y="753904"/>
                        <a:pt x="356724" y="763238"/>
                        <a:pt x="349961" y="776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77" name="任意多边形: 形状 350"/>
                <p:cNvSpPr/>
                <p:nvPr/>
              </p:nvSpPr>
              <p:spPr>
                <a:xfrm>
                  <a:off x="491112" y="6015111"/>
                  <a:ext cx="57723" cy="99706"/>
                </a:xfrm>
                <a:custGeom>
                  <a:avLst/>
                  <a:gdLst>
                    <a:gd name="connsiteX0" fmla="*/ 0 w 404050"/>
                    <a:gd name="connsiteY0" fmla="*/ 692012 h 697917"/>
                    <a:gd name="connsiteX1" fmla="*/ 24003 w 404050"/>
                    <a:gd name="connsiteY1" fmla="*/ 481319 h 697917"/>
                    <a:gd name="connsiteX2" fmla="*/ 4477 w 404050"/>
                    <a:gd name="connsiteY2" fmla="*/ 299677 h 697917"/>
                    <a:gd name="connsiteX3" fmla="*/ 59150 w 404050"/>
                    <a:gd name="connsiteY3" fmla="*/ 134133 h 697917"/>
                    <a:gd name="connsiteX4" fmla="*/ 237363 w 404050"/>
                    <a:gd name="connsiteY4" fmla="*/ 11451 h 697917"/>
                    <a:gd name="connsiteX5" fmla="*/ 404051 w 404050"/>
                    <a:gd name="connsiteY5" fmla="*/ 22119 h 697917"/>
                    <a:gd name="connsiteX6" fmla="*/ 278035 w 404050"/>
                    <a:gd name="connsiteY6" fmla="*/ 331110 h 697917"/>
                    <a:gd name="connsiteX7" fmla="*/ 259080 w 404050"/>
                    <a:gd name="connsiteY7" fmla="*/ 478271 h 697917"/>
                    <a:gd name="connsiteX8" fmla="*/ 100108 w 404050"/>
                    <a:gd name="connsiteY8" fmla="*/ 651626 h 697917"/>
                    <a:gd name="connsiteX9" fmla="*/ 4001 w 404050"/>
                    <a:gd name="connsiteY9" fmla="*/ 697918 h 697917"/>
                    <a:gd name="connsiteX10" fmla="*/ 0 w 404050"/>
                    <a:gd name="connsiteY10" fmla="*/ 692012 h 69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4050" h="697917">
                      <a:moveTo>
                        <a:pt x="0" y="692012"/>
                      </a:moveTo>
                      <a:cubicBezTo>
                        <a:pt x="34386" y="624670"/>
                        <a:pt x="31338" y="553137"/>
                        <a:pt x="24003" y="481319"/>
                      </a:cubicBezTo>
                      <a:cubicBezTo>
                        <a:pt x="17812" y="420740"/>
                        <a:pt x="9716" y="360352"/>
                        <a:pt x="4477" y="299677"/>
                      </a:cubicBezTo>
                      <a:cubicBezTo>
                        <a:pt x="-952" y="237193"/>
                        <a:pt x="21336" y="181758"/>
                        <a:pt x="59150" y="134133"/>
                      </a:cubicBezTo>
                      <a:cubicBezTo>
                        <a:pt x="105633" y="75744"/>
                        <a:pt x="164021" y="32215"/>
                        <a:pt x="237363" y="11451"/>
                      </a:cubicBezTo>
                      <a:cubicBezTo>
                        <a:pt x="294132" y="-4551"/>
                        <a:pt x="349663" y="-6171"/>
                        <a:pt x="404051" y="22119"/>
                      </a:cubicBezTo>
                      <a:cubicBezTo>
                        <a:pt x="312230" y="105939"/>
                        <a:pt x="292418" y="217476"/>
                        <a:pt x="278035" y="331110"/>
                      </a:cubicBezTo>
                      <a:cubicBezTo>
                        <a:pt x="271844" y="380259"/>
                        <a:pt x="272796" y="431408"/>
                        <a:pt x="259080" y="478271"/>
                      </a:cubicBezTo>
                      <a:cubicBezTo>
                        <a:pt x="235172" y="559995"/>
                        <a:pt x="171641" y="611145"/>
                        <a:pt x="100108" y="651626"/>
                      </a:cubicBezTo>
                      <a:cubicBezTo>
                        <a:pt x="69247" y="669057"/>
                        <a:pt x="36100" y="682678"/>
                        <a:pt x="4001" y="697918"/>
                      </a:cubicBezTo>
                      <a:cubicBezTo>
                        <a:pt x="2763" y="696012"/>
                        <a:pt x="1429" y="694012"/>
                        <a:pt x="0" y="6920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78" name="任意多边形: 形状 351"/>
                <p:cNvSpPr/>
                <p:nvPr/>
              </p:nvSpPr>
              <p:spPr>
                <a:xfrm>
                  <a:off x="431688" y="6207551"/>
                  <a:ext cx="101268" cy="67868"/>
                </a:xfrm>
                <a:custGeom>
                  <a:avLst/>
                  <a:gdLst>
                    <a:gd name="connsiteX0" fmla="*/ 708850 w 708850"/>
                    <a:gd name="connsiteY0" fmla="*/ 116791 h 475062"/>
                    <a:gd name="connsiteX1" fmla="*/ 496443 w 708850"/>
                    <a:gd name="connsiteY1" fmla="*/ 237283 h 475062"/>
                    <a:gd name="connsiteX2" fmla="*/ 380143 w 708850"/>
                    <a:gd name="connsiteY2" fmla="*/ 375871 h 475062"/>
                    <a:gd name="connsiteX3" fmla="*/ 214503 w 708850"/>
                    <a:gd name="connsiteY3" fmla="*/ 468930 h 475062"/>
                    <a:gd name="connsiteX4" fmla="*/ 0 w 708850"/>
                    <a:gd name="connsiteY4" fmla="*/ 457310 h 475062"/>
                    <a:gd name="connsiteX5" fmla="*/ 30766 w 708850"/>
                    <a:gd name="connsiteY5" fmla="*/ 435688 h 475062"/>
                    <a:gd name="connsiteX6" fmla="*/ 137065 w 708850"/>
                    <a:gd name="connsiteY6" fmla="*/ 297861 h 475062"/>
                    <a:gd name="connsiteX7" fmla="*/ 221932 w 708850"/>
                    <a:gd name="connsiteY7" fmla="*/ 133460 h 475062"/>
                    <a:gd name="connsiteX8" fmla="*/ 386525 w 708850"/>
                    <a:gd name="connsiteY8" fmla="*/ 12492 h 475062"/>
                    <a:gd name="connsiteX9" fmla="*/ 608457 w 708850"/>
                    <a:gd name="connsiteY9" fmla="*/ 26304 h 475062"/>
                    <a:gd name="connsiteX10" fmla="*/ 708850 w 708850"/>
                    <a:gd name="connsiteY10" fmla="*/ 116791 h 47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8850" h="475062">
                      <a:moveTo>
                        <a:pt x="708850" y="116791"/>
                      </a:moveTo>
                      <a:cubicBezTo>
                        <a:pt x="618649" y="127650"/>
                        <a:pt x="554355" y="178799"/>
                        <a:pt x="496443" y="237283"/>
                      </a:cubicBezTo>
                      <a:cubicBezTo>
                        <a:pt x="454152" y="280050"/>
                        <a:pt x="417672" y="328627"/>
                        <a:pt x="380143" y="375871"/>
                      </a:cubicBezTo>
                      <a:cubicBezTo>
                        <a:pt x="337375" y="429783"/>
                        <a:pt x="280607" y="458262"/>
                        <a:pt x="214503" y="468930"/>
                      </a:cubicBezTo>
                      <a:cubicBezTo>
                        <a:pt x="144304" y="480265"/>
                        <a:pt x="74390" y="475598"/>
                        <a:pt x="0" y="457310"/>
                      </a:cubicBezTo>
                      <a:cubicBezTo>
                        <a:pt x="12288" y="448642"/>
                        <a:pt x="21622" y="442260"/>
                        <a:pt x="30766" y="435688"/>
                      </a:cubicBezTo>
                      <a:cubicBezTo>
                        <a:pt x="80010" y="400446"/>
                        <a:pt x="109442" y="349677"/>
                        <a:pt x="137065" y="297861"/>
                      </a:cubicBezTo>
                      <a:cubicBezTo>
                        <a:pt x="166116" y="243474"/>
                        <a:pt x="193357" y="188133"/>
                        <a:pt x="221932" y="133460"/>
                      </a:cubicBezTo>
                      <a:cubicBezTo>
                        <a:pt x="256985" y="66499"/>
                        <a:pt x="316325" y="30971"/>
                        <a:pt x="386525" y="12492"/>
                      </a:cubicBezTo>
                      <a:cubicBezTo>
                        <a:pt x="461582" y="-7320"/>
                        <a:pt x="536163" y="-4176"/>
                        <a:pt x="608457" y="26304"/>
                      </a:cubicBezTo>
                      <a:cubicBezTo>
                        <a:pt x="651224" y="44401"/>
                        <a:pt x="685229" y="72500"/>
                        <a:pt x="708850" y="11679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79" name="任意多边形: 形状 352"/>
                <p:cNvSpPr/>
                <p:nvPr/>
              </p:nvSpPr>
              <p:spPr>
                <a:xfrm>
                  <a:off x="472170" y="6113307"/>
                  <a:ext cx="84082" cy="83088"/>
                </a:xfrm>
                <a:custGeom>
                  <a:avLst/>
                  <a:gdLst>
                    <a:gd name="connsiteX0" fmla="*/ 588550 w 588550"/>
                    <a:gd name="connsiteY0" fmla="*/ 61627 h 581596"/>
                    <a:gd name="connsiteX1" fmla="*/ 403479 w 588550"/>
                    <a:gd name="connsiteY1" fmla="*/ 256985 h 581596"/>
                    <a:gd name="connsiteX2" fmla="*/ 353092 w 588550"/>
                    <a:gd name="connsiteY2" fmla="*/ 372523 h 581596"/>
                    <a:gd name="connsiteX3" fmla="*/ 214217 w 588550"/>
                    <a:gd name="connsiteY3" fmla="*/ 532353 h 581596"/>
                    <a:gd name="connsiteX4" fmla="*/ 0 w 588550"/>
                    <a:gd name="connsiteY4" fmla="*/ 581597 h 581596"/>
                    <a:gd name="connsiteX5" fmla="*/ 5810 w 588550"/>
                    <a:gd name="connsiteY5" fmla="*/ 568738 h 581596"/>
                    <a:gd name="connsiteX6" fmla="*/ 91345 w 588550"/>
                    <a:gd name="connsiteY6" fmla="*/ 366427 h 581596"/>
                    <a:gd name="connsiteX7" fmla="*/ 121158 w 588550"/>
                    <a:gd name="connsiteY7" fmla="*/ 215075 h 581596"/>
                    <a:gd name="connsiteX8" fmla="*/ 263462 w 588550"/>
                    <a:gd name="connsiteY8" fmla="*/ 40386 h 581596"/>
                    <a:gd name="connsiteX9" fmla="*/ 500920 w 588550"/>
                    <a:gd name="connsiteY9" fmla="*/ 10192 h 581596"/>
                    <a:gd name="connsiteX10" fmla="*/ 588550 w 588550"/>
                    <a:gd name="connsiteY10" fmla="*/ 61627 h 581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8550" h="581596">
                      <a:moveTo>
                        <a:pt x="588550" y="61627"/>
                      </a:moveTo>
                      <a:cubicBezTo>
                        <a:pt x="496824" y="100394"/>
                        <a:pt x="447199" y="176499"/>
                        <a:pt x="403479" y="256985"/>
                      </a:cubicBezTo>
                      <a:cubicBezTo>
                        <a:pt x="383477" y="293751"/>
                        <a:pt x="366617" y="332804"/>
                        <a:pt x="353092" y="372523"/>
                      </a:cubicBezTo>
                      <a:cubicBezTo>
                        <a:pt x="328327" y="445294"/>
                        <a:pt x="283083" y="498444"/>
                        <a:pt x="214217" y="532353"/>
                      </a:cubicBezTo>
                      <a:cubicBezTo>
                        <a:pt x="147447" y="565309"/>
                        <a:pt x="76867" y="579501"/>
                        <a:pt x="0" y="581597"/>
                      </a:cubicBezTo>
                      <a:cubicBezTo>
                        <a:pt x="2763" y="575215"/>
                        <a:pt x="3429" y="571215"/>
                        <a:pt x="5810" y="568738"/>
                      </a:cubicBezTo>
                      <a:cubicBezTo>
                        <a:pt x="60389" y="512255"/>
                        <a:pt x="75343" y="439008"/>
                        <a:pt x="91345" y="366427"/>
                      </a:cubicBezTo>
                      <a:cubicBezTo>
                        <a:pt x="102394" y="316231"/>
                        <a:pt x="109824" y="265176"/>
                        <a:pt x="121158" y="215075"/>
                      </a:cubicBezTo>
                      <a:cubicBezTo>
                        <a:pt x="139541" y="133732"/>
                        <a:pt x="191071" y="77534"/>
                        <a:pt x="263462" y="40386"/>
                      </a:cubicBezTo>
                      <a:cubicBezTo>
                        <a:pt x="338519" y="1810"/>
                        <a:pt x="417957" y="-11049"/>
                        <a:pt x="500920" y="10192"/>
                      </a:cubicBezTo>
                      <a:cubicBezTo>
                        <a:pt x="533876" y="18669"/>
                        <a:pt x="563594" y="34195"/>
                        <a:pt x="588550" y="6162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80" name="任意多边形: 形状 353"/>
                <p:cNvSpPr/>
                <p:nvPr/>
              </p:nvSpPr>
              <p:spPr>
                <a:xfrm>
                  <a:off x="386291" y="5784565"/>
                  <a:ext cx="50284" cy="112231"/>
                </a:xfrm>
                <a:custGeom>
                  <a:avLst/>
                  <a:gdLst>
                    <a:gd name="connsiteX0" fmla="*/ 236327 w 351976"/>
                    <a:gd name="connsiteY0" fmla="*/ 63 h 785589"/>
                    <a:gd name="connsiteX1" fmla="*/ 248233 w 351976"/>
                    <a:gd name="connsiteY1" fmla="*/ 234759 h 785589"/>
                    <a:gd name="connsiteX2" fmla="*/ 317385 w 351976"/>
                    <a:gd name="connsiteY2" fmla="*/ 389159 h 785589"/>
                    <a:gd name="connsiteX3" fmla="*/ 323100 w 351976"/>
                    <a:gd name="connsiteY3" fmla="*/ 645381 h 785589"/>
                    <a:gd name="connsiteX4" fmla="*/ 247471 w 351976"/>
                    <a:gd name="connsiteY4" fmla="*/ 776064 h 785589"/>
                    <a:gd name="connsiteX5" fmla="*/ 236232 w 351976"/>
                    <a:gd name="connsiteY5" fmla="*/ 785589 h 785589"/>
                    <a:gd name="connsiteX6" fmla="*/ 186416 w 351976"/>
                    <a:gd name="connsiteY6" fmla="*/ 644334 h 785589"/>
                    <a:gd name="connsiteX7" fmla="*/ 79736 w 351976"/>
                    <a:gd name="connsiteY7" fmla="*/ 503649 h 785589"/>
                    <a:gd name="connsiteX8" fmla="*/ 7155 w 351976"/>
                    <a:gd name="connsiteY8" fmla="*/ 380682 h 785589"/>
                    <a:gd name="connsiteX9" fmla="*/ 28682 w 351976"/>
                    <a:gd name="connsiteY9" fmla="*/ 187229 h 785589"/>
                    <a:gd name="connsiteX10" fmla="*/ 148030 w 351976"/>
                    <a:gd name="connsiteY10" fmla="*/ 31686 h 785589"/>
                    <a:gd name="connsiteX11" fmla="*/ 236327 w 351976"/>
                    <a:gd name="connsiteY11" fmla="*/ 63 h 78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1976" h="785589">
                      <a:moveTo>
                        <a:pt x="236327" y="63"/>
                      </a:moveTo>
                      <a:cubicBezTo>
                        <a:pt x="205942" y="81597"/>
                        <a:pt x="222992" y="159416"/>
                        <a:pt x="248233" y="234759"/>
                      </a:cubicBezTo>
                      <a:cubicBezTo>
                        <a:pt x="266045" y="288003"/>
                        <a:pt x="290620" y="339629"/>
                        <a:pt x="317385" y="389159"/>
                      </a:cubicBezTo>
                      <a:cubicBezTo>
                        <a:pt x="363485" y="474598"/>
                        <a:pt x="361581" y="560228"/>
                        <a:pt x="323100" y="645381"/>
                      </a:cubicBezTo>
                      <a:cubicBezTo>
                        <a:pt x="302430" y="691006"/>
                        <a:pt x="273093" y="732726"/>
                        <a:pt x="247471" y="776064"/>
                      </a:cubicBezTo>
                      <a:cubicBezTo>
                        <a:pt x="245757" y="779017"/>
                        <a:pt x="242042" y="780732"/>
                        <a:pt x="236232" y="785589"/>
                      </a:cubicBezTo>
                      <a:cubicBezTo>
                        <a:pt x="231945" y="732059"/>
                        <a:pt x="214991" y="685386"/>
                        <a:pt x="186416" y="644334"/>
                      </a:cubicBezTo>
                      <a:cubicBezTo>
                        <a:pt x="152793" y="596042"/>
                        <a:pt x="116312" y="549750"/>
                        <a:pt x="79736" y="503649"/>
                      </a:cubicBezTo>
                      <a:cubicBezTo>
                        <a:pt x="49827" y="465835"/>
                        <a:pt x="18681" y="429735"/>
                        <a:pt x="7155" y="380682"/>
                      </a:cubicBezTo>
                      <a:cubicBezTo>
                        <a:pt x="-8656" y="313245"/>
                        <a:pt x="3155" y="249332"/>
                        <a:pt x="28682" y="187229"/>
                      </a:cubicBezTo>
                      <a:cubicBezTo>
                        <a:pt x="54304" y="124935"/>
                        <a:pt x="92690" y="71119"/>
                        <a:pt x="148030" y="31686"/>
                      </a:cubicBezTo>
                      <a:cubicBezTo>
                        <a:pt x="173462" y="13588"/>
                        <a:pt x="201942" y="-1080"/>
                        <a:pt x="236327" y="6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81" name="任意多边形: 形状 354"/>
                <p:cNvSpPr/>
                <p:nvPr/>
              </p:nvSpPr>
              <p:spPr>
                <a:xfrm>
                  <a:off x="318568" y="5868720"/>
                  <a:ext cx="103717" cy="53631"/>
                </a:xfrm>
                <a:custGeom>
                  <a:avLst/>
                  <a:gdLst>
                    <a:gd name="connsiteX0" fmla="*/ 0 w 725995"/>
                    <a:gd name="connsiteY0" fmla="*/ 161662 h 375403"/>
                    <a:gd name="connsiteX1" fmla="*/ 185356 w 725995"/>
                    <a:gd name="connsiteY1" fmla="*/ 19550 h 375403"/>
                    <a:gd name="connsiteX2" fmla="*/ 414623 w 725995"/>
                    <a:gd name="connsiteY2" fmla="*/ 23645 h 375403"/>
                    <a:gd name="connsiteX3" fmla="*/ 622268 w 725995"/>
                    <a:gd name="connsiteY3" fmla="*/ 160996 h 375403"/>
                    <a:gd name="connsiteX4" fmla="*/ 725996 w 725995"/>
                    <a:gd name="connsiteY4" fmla="*/ 335399 h 375403"/>
                    <a:gd name="connsiteX5" fmla="*/ 288226 w 725995"/>
                    <a:gd name="connsiteY5" fmla="*/ 375403 h 375403"/>
                    <a:gd name="connsiteX6" fmla="*/ 0 w 725995"/>
                    <a:gd name="connsiteY6" fmla="*/ 161662 h 375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5995" h="375403">
                      <a:moveTo>
                        <a:pt x="0" y="161662"/>
                      </a:moveTo>
                      <a:cubicBezTo>
                        <a:pt x="49244" y="96702"/>
                        <a:pt x="109252" y="47648"/>
                        <a:pt x="185356" y="19550"/>
                      </a:cubicBezTo>
                      <a:cubicBezTo>
                        <a:pt x="262318" y="-8835"/>
                        <a:pt x="339471" y="-5311"/>
                        <a:pt x="414623" y="23645"/>
                      </a:cubicBezTo>
                      <a:cubicBezTo>
                        <a:pt x="493490" y="53935"/>
                        <a:pt x="564642" y="98036"/>
                        <a:pt x="622268" y="160996"/>
                      </a:cubicBezTo>
                      <a:cubicBezTo>
                        <a:pt x="668369" y="211383"/>
                        <a:pt x="705993" y="267295"/>
                        <a:pt x="725996" y="335399"/>
                      </a:cubicBezTo>
                      <a:cubicBezTo>
                        <a:pt x="570357" y="252436"/>
                        <a:pt x="428625" y="299299"/>
                        <a:pt x="288226" y="375403"/>
                      </a:cubicBezTo>
                      <a:cubicBezTo>
                        <a:pt x="226409" y="258341"/>
                        <a:pt x="116586" y="206525"/>
                        <a:pt x="0" y="16166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82" name="任意多边形: 形状 355"/>
                <p:cNvSpPr/>
                <p:nvPr/>
              </p:nvSpPr>
              <p:spPr>
                <a:xfrm>
                  <a:off x="428409" y="6050358"/>
                  <a:ext cx="54864" cy="98709"/>
                </a:xfrm>
                <a:custGeom>
                  <a:avLst/>
                  <a:gdLst>
                    <a:gd name="connsiteX0" fmla="*/ 0 w 384032"/>
                    <a:gd name="connsiteY0" fmla="*/ 0 h 690943"/>
                    <a:gd name="connsiteX1" fmla="*/ 94488 w 384032"/>
                    <a:gd name="connsiteY1" fmla="*/ 12763 h 690943"/>
                    <a:gd name="connsiteX2" fmla="*/ 269462 w 384032"/>
                    <a:gd name="connsiteY2" fmla="*/ 101156 h 690943"/>
                    <a:gd name="connsiteX3" fmla="*/ 363093 w 384032"/>
                    <a:gd name="connsiteY3" fmla="*/ 263271 h 690943"/>
                    <a:gd name="connsiteX4" fmla="*/ 338423 w 384032"/>
                    <a:gd name="connsiteY4" fmla="*/ 623126 h 690943"/>
                    <a:gd name="connsiteX5" fmla="*/ 301276 w 384032"/>
                    <a:gd name="connsiteY5" fmla="*/ 690943 h 690943"/>
                    <a:gd name="connsiteX6" fmla="*/ 4000 w 384032"/>
                    <a:gd name="connsiteY6" fmla="*/ 362045 h 690943"/>
                    <a:gd name="connsiteX7" fmla="*/ 0 w 384032"/>
                    <a:gd name="connsiteY7" fmla="*/ 0 h 690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32" h="690943">
                      <a:moveTo>
                        <a:pt x="0" y="0"/>
                      </a:moveTo>
                      <a:cubicBezTo>
                        <a:pt x="33718" y="4381"/>
                        <a:pt x="64484" y="6572"/>
                        <a:pt x="94488" y="12763"/>
                      </a:cubicBezTo>
                      <a:cubicBezTo>
                        <a:pt x="160591" y="26384"/>
                        <a:pt x="220503" y="54578"/>
                        <a:pt x="269462" y="101156"/>
                      </a:cubicBezTo>
                      <a:cubicBezTo>
                        <a:pt x="316230" y="145542"/>
                        <a:pt x="345948" y="200882"/>
                        <a:pt x="363093" y="263271"/>
                      </a:cubicBezTo>
                      <a:cubicBezTo>
                        <a:pt x="396907" y="386239"/>
                        <a:pt x="390525" y="506349"/>
                        <a:pt x="338423" y="623126"/>
                      </a:cubicBezTo>
                      <a:cubicBezTo>
                        <a:pt x="328613" y="645224"/>
                        <a:pt x="315182" y="665702"/>
                        <a:pt x="301276" y="690943"/>
                      </a:cubicBezTo>
                      <a:cubicBezTo>
                        <a:pt x="273177" y="513302"/>
                        <a:pt x="149066" y="429292"/>
                        <a:pt x="4000" y="362045"/>
                      </a:cubicBezTo>
                      <a:cubicBezTo>
                        <a:pt x="60770" y="242887"/>
                        <a:pt x="34290" y="124016"/>
                        <a:pt x="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83" name="任意多边形: 形状 356"/>
                <p:cNvSpPr/>
                <p:nvPr/>
              </p:nvSpPr>
              <p:spPr>
                <a:xfrm>
                  <a:off x="383326" y="6178174"/>
                  <a:ext cx="53259" cy="106057"/>
                </a:xfrm>
                <a:custGeom>
                  <a:avLst/>
                  <a:gdLst>
                    <a:gd name="connsiteX0" fmla="*/ 79915 w 372803"/>
                    <a:gd name="connsiteY0" fmla="*/ 742188 h 742373"/>
                    <a:gd name="connsiteX1" fmla="*/ 107918 w 372803"/>
                    <a:gd name="connsiteY1" fmla="*/ 556736 h 742373"/>
                    <a:gd name="connsiteX2" fmla="*/ 4667 w 372803"/>
                    <a:gd name="connsiteY2" fmla="*/ 315944 h 742373"/>
                    <a:gd name="connsiteX3" fmla="*/ 0 w 372803"/>
                    <a:gd name="connsiteY3" fmla="*/ 307562 h 742373"/>
                    <a:gd name="connsiteX4" fmla="*/ 184785 w 372803"/>
                    <a:gd name="connsiteY4" fmla="*/ 0 h 742373"/>
                    <a:gd name="connsiteX5" fmla="*/ 365570 w 372803"/>
                    <a:gd name="connsiteY5" fmla="*/ 241459 h 742373"/>
                    <a:gd name="connsiteX6" fmla="*/ 313754 w 372803"/>
                    <a:gd name="connsiteY6" fmla="*/ 520065 h 742373"/>
                    <a:gd name="connsiteX7" fmla="*/ 103346 w 372803"/>
                    <a:gd name="connsiteY7" fmla="*/ 734187 h 742373"/>
                    <a:gd name="connsiteX8" fmla="*/ 86773 w 372803"/>
                    <a:gd name="connsiteY8" fmla="*/ 742093 h 742373"/>
                    <a:gd name="connsiteX9" fmla="*/ 79915 w 372803"/>
                    <a:gd name="connsiteY9" fmla="*/ 742188 h 74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803" h="742373">
                      <a:moveTo>
                        <a:pt x="79915" y="742188"/>
                      </a:moveTo>
                      <a:cubicBezTo>
                        <a:pt x="115157" y="683133"/>
                        <a:pt x="115919" y="620173"/>
                        <a:pt x="107918" y="556736"/>
                      </a:cubicBezTo>
                      <a:cubicBezTo>
                        <a:pt x="96678" y="466915"/>
                        <a:pt x="57912" y="388144"/>
                        <a:pt x="4667" y="315944"/>
                      </a:cubicBezTo>
                      <a:cubicBezTo>
                        <a:pt x="2953" y="313658"/>
                        <a:pt x="1810" y="310896"/>
                        <a:pt x="0" y="307562"/>
                      </a:cubicBezTo>
                      <a:cubicBezTo>
                        <a:pt x="110776" y="235458"/>
                        <a:pt x="150209" y="120587"/>
                        <a:pt x="184785" y="0"/>
                      </a:cubicBezTo>
                      <a:cubicBezTo>
                        <a:pt x="276606" y="59912"/>
                        <a:pt x="342900" y="134969"/>
                        <a:pt x="365570" y="241459"/>
                      </a:cubicBezTo>
                      <a:cubicBezTo>
                        <a:pt x="386810" y="340900"/>
                        <a:pt x="358807" y="432435"/>
                        <a:pt x="313754" y="520065"/>
                      </a:cubicBezTo>
                      <a:cubicBezTo>
                        <a:pt x="265843" y="613124"/>
                        <a:pt x="196596" y="685514"/>
                        <a:pt x="103346" y="734187"/>
                      </a:cubicBezTo>
                      <a:cubicBezTo>
                        <a:pt x="97917" y="737044"/>
                        <a:pt x="92393" y="739616"/>
                        <a:pt x="86773" y="742093"/>
                      </a:cubicBezTo>
                      <a:cubicBezTo>
                        <a:pt x="85630" y="742664"/>
                        <a:pt x="84011" y="742188"/>
                        <a:pt x="79915" y="742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84" name="任意多边形: 形状 357"/>
                <p:cNvSpPr/>
                <p:nvPr/>
              </p:nvSpPr>
              <p:spPr>
                <a:xfrm>
                  <a:off x="399737" y="5986267"/>
                  <a:ext cx="78908" cy="78515"/>
                </a:xfrm>
                <a:custGeom>
                  <a:avLst/>
                  <a:gdLst>
                    <a:gd name="connsiteX0" fmla="*/ 543782 w 552338"/>
                    <a:gd name="connsiteY0" fmla="*/ 549589 h 549588"/>
                    <a:gd name="connsiteX1" fmla="*/ 141637 w 552338"/>
                    <a:gd name="connsiteY1" fmla="*/ 366423 h 549588"/>
                    <a:gd name="connsiteX2" fmla="*/ 0 w 552338"/>
                    <a:gd name="connsiteY2" fmla="*/ 33715 h 549588"/>
                    <a:gd name="connsiteX3" fmla="*/ 80582 w 552338"/>
                    <a:gd name="connsiteY3" fmla="*/ 9616 h 549588"/>
                    <a:gd name="connsiteX4" fmla="*/ 375571 w 552338"/>
                    <a:gd name="connsiteY4" fmla="*/ 73148 h 549588"/>
                    <a:gd name="connsiteX5" fmla="*/ 511493 w 552338"/>
                    <a:gd name="connsiteY5" fmla="*/ 263839 h 549588"/>
                    <a:gd name="connsiteX6" fmla="*/ 552259 w 552338"/>
                    <a:gd name="connsiteY6" fmla="*/ 457101 h 549588"/>
                    <a:gd name="connsiteX7" fmla="*/ 543782 w 552338"/>
                    <a:gd name="connsiteY7" fmla="*/ 549589 h 54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338" h="549588">
                      <a:moveTo>
                        <a:pt x="543782" y="549589"/>
                      </a:moveTo>
                      <a:cubicBezTo>
                        <a:pt x="480060" y="430812"/>
                        <a:pt x="309086" y="360136"/>
                        <a:pt x="141637" y="366423"/>
                      </a:cubicBezTo>
                      <a:cubicBezTo>
                        <a:pt x="148304" y="234978"/>
                        <a:pt x="80867" y="134489"/>
                        <a:pt x="0" y="33715"/>
                      </a:cubicBezTo>
                      <a:cubicBezTo>
                        <a:pt x="28384" y="25142"/>
                        <a:pt x="54102" y="15236"/>
                        <a:pt x="80582" y="9616"/>
                      </a:cubicBezTo>
                      <a:cubicBezTo>
                        <a:pt x="188119" y="-13148"/>
                        <a:pt x="288607" y="3139"/>
                        <a:pt x="375571" y="73148"/>
                      </a:cubicBezTo>
                      <a:cubicBezTo>
                        <a:pt x="438150" y="123535"/>
                        <a:pt x="479203" y="191068"/>
                        <a:pt x="511493" y="263839"/>
                      </a:cubicBezTo>
                      <a:cubicBezTo>
                        <a:pt x="538734" y="325275"/>
                        <a:pt x="550164" y="390521"/>
                        <a:pt x="552259" y="457101"/>
                      </a:cubicBezTo>
                      <a:cubicBezTo>
                        <a:pt x="553117" y="487676"/>
                        <a:pt x="546830" y="518632"/>
                        <a:pt x="543782" y="5495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85" name="任意多边形: 形状 358"/>
                <p:cNvSpPr/>
                <p:nvPr/>
              </p:nvSpPr>
              <p:spPr>
                <a:xfrm>
                  <a:off x="212347" y="5801627"/>
                  <a:ext cx="102656" cy="53829"/>
                </a:xfrm>
                <a:custGeom>
                  <a:avLst/>
                  <a:gdLst>
                    <a:gd name="connsiteX0" fmla="*/ 715899 w 718566"/>
                    <a:gd name="connsiteY0" fmla="*/ 117235 h 376791"/>
                    <a:gd name="connsiteX1" fmla="*/ 485775 w 718566"/>
                    <a:gd name="connsiteY1" fmla="*/ 212485 h 376791"/>
                    <a:gd name="connsiteX2" fmla="*/ 373094 w 718566"/>
                    <a:gd name="connsiteY2" fmla="*/ 359551 h 376791"/>
                    <a:gd name="connsiteX3" fmla="*/ 362808 w 718566"/>
                    <a:gd name="connsiteY3" fmla="*/ 376791 h 376791"/>
                    <a:gd name="connsiteX4" fmla="*/ 0 w 718566"/>
                    <a:gd name="connsiteY4" fmla="*/ 343644 h 376791"/>
                    <a:gd name="connsiteX5" fmla="*/ 31718 w 718566"/>
                    <a:gd name="connsiteY5" fmla="*/ 228487 h 376791"/>
                    <a:gd name="connsiteX6" fmla="*/ 232696 w 718566"/>
                    <a:gd name="connsiteY6" fmla="*/ 25985 h 376791"/>
                    <a:gd name="connsiteX7" fmla="*/ 443770 w 718566"/>
                    <a:gd name="connsiteY7" fmla="*/ 2744 h 376791"/>
                    <a:gd name="connsiteX8" fmla="*/ 626269 w 718566"/>
                    <a:gd name="connsiteY8" fmla="*/ 54465 h 376791"/>
                    <a:gd name="connsiteX9" fmla="*/ 718566 w 718566"/>
                    <a:gd name="connsiteY9" fmla="*/ 111425 h 376791"/>
                    <a:gd name="connsiteX10" fmla="*/ 715899 w 718566"/>
                    <a:gd name="connsiteY10" fmla="*/ 117235 h 376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8566" h="376791">
                      <a:moveTo>
                        <a:pt x="715899" y="117235"/>
                      </a:moveTo>
                      <a:cubicBezTo>
                        <a:pt x="623792" y="111710"/>
                        <a:pt x="551307" y="154097"/>
                        <a:pt x="485775" y="212485"/>
                      </a:cubicBezTo>
                      <a:cubicBezTo>
                        <a:pt x="439008" y="254204"/>
                        <a:pt x="402622" y="304401"/>
                        <a:pt x="373094" y="359551"/>
                      </a:cubicBezTo>
                      <a:cubicBezTo>
                        <a:pt x="369951" y="365456"/>
                        <a:pt x="366236" y="371076"/>
                        <a:pt x="362808" y="376791"/>
                      </a:cubicBezTo>
                      <a:cubicBezTo>
                        <a:pt x="249460" y="307163"/>
                        <a:pt x="128874" y="322118"/>
                        <a:pt x="0" y="343644"/>
                      </a:cubicBezTo>
                      <a:cubicBezTo>
                        <a:pt x="11240" y="301925"/>
                        <a:pt x="18193" y="263920"/>
                        <a:pt x="31718" y="228487"/>
                      </a:cubicBezTo>
                      <a:cubicBezTo>
                        <a:pt x="68675" y="131999"/>
                        <a:pt x="133160" y="60371"/>
                        <a:pt x="232696" y="25985"/>
                      </a:cubicBezTo>
                      <a:cubicBezTo>
                        <a:pt x="300990" y="2363"/>
                        <a:pt x="371285" y="-4495"/>
                        <a:pt x="443770" y="2744"/>
                      </a:cubicBezTo>
                      <a:cubicBezTo>
                        <a:pt x="508159" y="9221"/>
                        <a:pt x="569214" y="25128"/>
                        <a:pt x="626269" y="54465"/>
                      </a:cubicBezTo>
                      <a:cubicBezTo>
                        <a:pt x="658368" y="70943"/>
                        <a:pt x="687896" y="92279"/>
                        <a:pt x="718566" y="111425"/>
                      </a:cubicBezTo>
                      <a:cubicBezTo>
                        <a:pt x="717804" y="113234"/>
                        <a:pt x="716852" y="115235"/>
                        <a:pt x="715899" y="1172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86" name="任意多边形: 形状 359"/>
                <p:cNvSpPr/>
                <p:nvPr/>
              </p:nvSpPr>
              <p:spPr>
                <a:xfrm>
                  <a:off x="415223" y="6118736"/>
                  <a:ext cx="53907" cy="106534"/>
                </a:xfrm>
                <a:custGeom>
                  <a:avLst/>
                  <a:gdLst>
                    <a:gd name="connsiteX0" fmla="*/ 159544 w 377338"/>
                    <a:gd name="connsiteY0" fmla="*/ 745712 h 745712"/>
                    <a:gd name="connsiteX1" fmla="*/ 33718 w 377338"/>
                    <a:gd name="connsiteY1" fmla="*/ 362617 h 745712"/>
                    <a:gd name="connsiteX2" fmla="*/ 0 w 377338"/>
                    <a:gd name="connsiteY2" fmla="*/ 336423 h 745712"/>
                    <a:gd name="connsiteX3" fmla="*/ 136112 w 377338"/>
                    <a:gd name="connsiteY3" fmla="*/ 0 h 745712"/>
                    <a:gd name="connsiteX4" fmla="*/ 236029 w 377338"/>
                    <a:gd name="connsiteY4" fmla="*/ 53435 h 745712"/>
                    <a:gd name="connsiteX5" fmla="*/ 373666 w 377338"/>
                    <a:gd name="connsiteY5" fmla="*/ 274511 h 745712"/>
                    <a:gd name="connsiteX6" fmla="*/ 346043 w 377338"/>
                    <a:gd name="connsiteY6" fmla="*/ 499682 h 745712"/>
                    <a:gd name="connsiteX7" fmla="*/ 178594 w 377338"/>
                    <a:gd name="connsiteY7" fmla="*/ 733044 h 745712"/>
                    <a:gd name="connsiteX8" fmla="*/ 159544 w 377338"/>
                    <a:gd name="connsiteY8" fmla="*/ 745712 h 74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338" h="745712">
                      <a:moveTo>
                        <a:pt x="159544" y="745712"/>
                      </a:moveTo>
                      <a:cubicBezTo>
                        <a:pt x="195167" y="591408"/>
                        <a:pt x="132207" y="471011"/>
                        <a:pt x="33718" y="362617"/>
                      </a:cubicBezTo>
                      <a:cubicBezTo>
                        <a:pt x="24669" y="352616"/>
                        <a:pt x="12192" y="345758"/>
                        <a:pt x="0" y="336423"/>
                      </a:cubicBezTo>
                      <a:cubicBezTo>
                        <a:pt x="101346" y="242030"/>
                        <a:pt x="123349" y="123920"/>
                        <a:pt x="136112" y="0"/>
                      </a:cubicBezTo>
                      <a:cubicBezTo>
                        <a:pt x="174117" y="9811"/>
                        <a:pt x="205644" y="30956"/>
                        <a:pt x="236029" y="53435"/>
                      </a:cubicBezTo>
                      <a:cubicBezTo>
                        <a:pt x="310801" y="108871"/>
                        <a:pt x="361093" y="180880"/>
                        <a:pt x="373666" y="274511"/>
                      </a:cubicBezTo>
                      <a:cubicBezTo>
                        <a:pt x="384048" y="351473"/>
                        <a:pt x="371665" y="426720"/>
                        <a:pt x="346043" y="499682"/>
                      </a:cubicBezTo>
                      <a:cubicBezTo>
                        <a:pt x="312991" y="593598"/>
                        <a:pt x="258223" y="672370"/>
                        <a:pt x="178594" y="733044"/>
                      </a:cubicBezTo>
                      <a:cubicBezTo>
                        <a:pt x="172688" y="737616"/>
                        <a:pt x="166211" y="741331"/>
                        <a:pt x="159544" y="7457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87" name="任意多边形: 形状 360"/>
                <p:cNvSpPr/>
                <p:nvPr/>
              </p:nvSpPr>
              <p:spPr>
                <a:xfrm>
                  <a:off x="264001" y="5830889"/>
                  <a:ext cx="106901" cy="53183"/>
                </a:xfrm>
                <a:custGeom>
                  <a:avLst/>
                  <a:gdLst>
                    <a:gd name="connsiteX0" fmla="*/ 0 w 748283"/>
                    <a:gd name="connsiteY0" fmla="*/ 252924 h 372272"/>
                    <a:gd name="connsiteX1" fmla="*/ 217361 w 748283"/>
                    <a:gd name="connsiteY1" fmla="*/ 19276 h 372272"/>
                    <a:gd name="connsiteX2" fmla="*/ 390715 w 748283"/>
                    <a:gd name="connsiteY2" fmla="*/ 3369 h 372272"/>
                    <a:gd name="connsiteX3" fmla="*/ 553212 w 748283"/>
                    <a:gd name="connsiteY3" fmla="*/ 46327 h 372272"/>
                    <a:gd name="connsiteX4" fmla="*/ 748284 w 748283"/>
                    <a:gd name="connsiteY4" fmla="*/ 203013 h 372272"/>
                    <a:gd name="connsiteX5" fmla="*/ 340519 w 748283"/>
                    <a:gd name="connsiteY5" fmla="*/ 372272 h 372272"/>
                    <a:gd name="connsiteX6" fmla="*/ 0 w 748283"/>
                    <a:gd name="connsiteY6" fmla="*/ 252924 h 37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8283" h="372272">
                      <a:moveTo>
                        <a:pt x="0" y="252924"/>
                      </a:moveTo>
                      <a:cubicBezTo>
                        <a:pt x="43434" y="145482"/>
                        <a:pt x="107442" y="60710"/>
                        <a:pt x="217361" y="19276"/>
                      </a:cubicBezTo>
                      <a:cubicBezTo>
                        <a:pt x="273463" y="-1870"/>
                        <a:pt x="331565" y="-2917"/>
                        <a:pt x="390715" y="3369"/>
                      </a:cubicBezTo>
                      <a:cubicBezTo>
                        <a:pt x="447294" y="9370"/>
                        <a:pt x="501396" y="23372"/>
                        <a:pt x="553212" y="46327"/>
                      </a:cubicBezTo>
                      <a:cubicBezTo>
                        <a:pt x="631603" y="80998"/>
                        <a:pt x="696182" y="133195"/>
                        <a:pt x="748284" y="203013"/>
                      </a:cubicBezTo>
                      <a:cubicBezTo>
                        <a:pt x="574262" y="170533"/>
                        <a:pt x="451199" y="255686"/>
                        <a:pt x="340519" y="372272"/>
                      </a:cubicBezTo>
                      <a:cubicBezTo>
                        <a:pt x="248412" y="277403"/>
                        <a:pt x="127159" y="261497"/>
                        <a:pt x="0" y="25292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88" name="任意多边形: 形状 361"/>
                <p:cNvSpPr/>
                <p:nvPr/>
              </p:nvSpPr>
              <p:spPr>
                <a:xfrm>
                  <a:off x="372549" y="5921215"/>
                  <a:ext cx="87816" cy="69310"/>
                </a:xfrm>
                <a:custGeom>
                  <a:avLst/>
                  <a:gdLst>
                    <a:gd name="connsiteX0" fmla="*/ 611886 w 614691"/>
                    <a:gd name="connsiteY0" fmla="*/ 485154 h 485153"/>
                    <a:gd name="connsiteX1" fmla="*/ 235458 w 614691"/>
                    <a:gd name="connsiteY1" fmla="*/ 362186 h 485153"/>
                    <a:gd name="connsiteX2" fmla="*/ 187738 w 614691"/>
                    <a:gd name="connsiteY2" fmla="*/ 367520 h 485153"/>
                    <a:gd name="connsiteX3" fmla="*/ 120301 w 614691"/>
                    <a:gd name="connsiteY3" fmla="*/ 198642 h 485153"/>
                    <a:gd name="connsiteX4" fmla="*/ 0 w 614691"/>
                    <a:gd name="connsiteY4" fmla="*/ 62530 h 485153"/>
                    <a:gd name="connsiteX5" fmla="*/ 138208 w 614691"/>
                    <a:gd name="connsiteY5" fmla="*/ 7475 h 485153"/>
                    <a:gd name="connsiteX6" fmla="*/ 450247 w 614691"/>
                    <a:gd name="connsiteY6" fmla="*/ 102725 h 485153"/>
                    <a:gd name="connsiteX7" fmla="*/ 614648 w 614691"/>
                    <a:gd name="connsiteY7" fmla="*/ 464199 h 485153"/>
                    <a:gd name="connsiteX8" fmla="*/ 613886 w 614691"/>
                    <a:gd name="connsiteY8" fmla="*/ 482487 h 485153"/>
                    <a:gd name="connsiteX9" fmla="*/ 611886 w 614691"/>
                    <a:gd name="connsiteY9" fmla="*/ 485154 h 485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4691" h="485153">
                      <a:moveTo>
                        <a:pt x="611886" y="485154"/>
                      </a:moveTo>
                      <a:cubicBezTo>
                        <a:pt x="511016" y="367901"/>
                        <a:pt x="378524" y="348946"/>
                        <a:pt x="235458" y="362186"/>
                      </a:cubicBezTo>
                      <a:cubicBezTo>
                        <a:pt x="219742" y="363615"/>
                        <a:pt x="204216" y="365710"/>
                        <a:pt x="187738" y="367520"/>
                      </a:cubicBezTo>
                      <a:cubicBezTo>
                        <a:pt x="183928" y="302369"/>
                        <a:pt x="158115" y="247029"/>
                        <a:pt x="120301" y="198642"/>
                      </a:cubicBezTo>
                      <a:cubicBezTo>
                        <a:pt x="83344" y="151398"/>
                        <a:pt x="40958" y="108440"/>
                        <a:pt x="0" y="62530"/>
                      </a:cubicBezTo>
                      <a:cubicBezTo>
                        <a:pt x="41529" y="37479"/>
                        <a:pt x="87630" y="17476"/>
                        <a:pt x="138208" y="7475"/>
                      </a:cubicBezTo>
                      <a:cubicBezTo>
                        <a:pt x="259271" y="-16337"/>
                        <a:pt x="361950" y="17095"/>
                        <a:pt x="450247" y="102725"/>
                      </a:cubicBezTo>
                      <a:cubicBezTo>
                        <a:pt x="552640" y="202071"/>
                        <a:pt x="609219" y="321324"/>
                        <a:pt x="614648" y="464199"/>
                      </a:cubicBezTo>
                      <a:cubicBezTo>
                        <a:pt x="614839" y="470295"/>
                        <a:pt x="614363" y="476391"/>
                        <a:pt x="613886" y="482487"/>
                      </a:cubicBezTo>
                      <a:cubicBezTo>
                        <a:pt x="613981" y="483630"/>
                        <a:pt x="612362" y="484678"/>
                        <a:pt x="611886" y="4851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89" name="任意多边形: 形状 362"/>
                <p:cNvSpPr/>
                <p:nvPr/>
              </p:nvSpPr>
              <p:spPr>
                <a:xfrm>
                  <a:off x="341905" y="6240306"/>
                  <a:ext cx="47499" cy="90423"/>
                </a:xfrm>
                <a:custGeom>
                  <a:avLst/>
                  <a:gdLst>
                    <a:gd name="connsiteX0" fmla="*/ 5620 w 332481"/>
                    <a:gd name="connsiteY0" fmla="*/ 632936 h 632936"/>
                    <a:gd name="connsiteX1" fmla="*/ 0 w 332481"/>
                    <a:gd name="connsiteY1" fmla="*/ 239649 h 632936"/>
                    <a:gd name="connsiteX2" fmla="*/ 207454 w 332481"/>
                    <a:gd name="connsiteY2" fmla="*/ 0 h 632936"/>
                    <a:gd name="connsiteX3" fmla="*/ 304609 w 332481"/>
                    <a:gd name="connsiteY3" fmla="*/ 125444 h 632936"/>
                    <a:gd name="connsiteX4" fmla="*/ 249460 w 332481"/>
                    <a:gd name="connsiteY4" fmla="*/ 465772 h 632936"/>
                    <a:gd name="connsiteX5" fmla="*/ 37909 w 332481"/>
                    <a:gd name="connsiteY5" fmla="*/ 624554 h 632936"/>
                    <a:gd name="connsiteX6" fmla="*/ 5620 w 332481"/>
                    <a:gd name="connsiteY6" fmla="*/ 632936 h 632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2481" h="632936">
                      <a:moveTo>
                        <a:pt x="5620" y="632936"/>
                      </a:moveTo>
                      <a:cubicBezTo>
                        <a:pt x="86582" y="499205"/>
                        <a:pt x="55816" y="370046"/>
                        <a:pt x="0" y="239649"/>
                      </a:cubicBezTo>
                      <a:cubicBezTo>
                        <a:pt x="106108" y="193453"/>
                        <a:pt x="159734" y="100774"/>
                        <a:pt x="207454" y="0"/>
                      </a:cubicBezTo>
                      <a:cubicBezTo>
                        <a:pt x="250031" y="35147"/>
                        <a:pt x="282416" y="76581"/>
                        <a:pt x="304609" y="125444"/>
                      </a:cubicBezTo>
                      <a:cubicBezTo>
                        <a:pt x="361569" y="250793"/>
                        <a:pt x="325279" y="361950"/>
                        <a:pt x="249460" y="465772"/>
                      </a:cubicBezTo>
                      <a:cubicBezTo>
                        <a:pt x="195263" y="539972"/>
                        <a:pt x="125254" y="594169"/>
                        <a:pt x="37909" y="624554"/>
                      </a:cubicBezTo>
                      <a:cubicBezTo>
                        <a:pt x="28099" y="627983"/>
                        <a:pt x="17716" y="629793"/>
                        <a:pt x="5620" y="63293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90" name="任意多边形: 形状 363"/>
                <p:cNvSpPr/>
                <p:nvPr/>
              </p:nvSpPr>
              <p:spPr>
                <a:xfrm>
                  <a:off x="282154" y="6285824"/>
                  <a:ext cx="59293" cy="79047"/>
                </a:xfrm>
                <a:custGeom>
                  <a:avLst/>
                  <a:gdLst>
                    <a:gd name="connsiteX0" fmla="*/ 0 w 415039"/>
                    <a:gd name="connsiteY0" fmla="*/ 553307 h 553307"/>
                    <a:gd name="connsiteX1" fmla="*/ 102965 w 415039"/>
                    <a:gd name="connsiteY1" fmla="*/ 331280 h 553307"/>
                    <a:gd name="connsiteX2" fmla="*/ 94583 w 415039"/>
                    <a:gd name="connsiteY2" fmla="*/ 193167 h 553307"/>
                    <a:gd name="connsiteX3" fmla="*/ 103822 w 415039"/>
                    <a:gd name="connsiteY3" fmla="*/ 175641 h 553307"/>
                    <a:gd name="connsiteX4" fmla="*/ 344805 w 415039"/>
                    <a:gd name="connsiteY4" fmla="*/ 4953 h 553307"/>
                    <a:gd name="connsiteX5" fmla="*/ 351854 w 415039"/>
                    <a:gd name="connsiteY5" fmla="*/ 0 h 553307"/>
                    <a:gd name="connsiteX6" fmla="*/ 414338 w 415039"/>
                    <a:gd name="connsiteY6" fmla="*/ 215837 h 553307"/>
                    <a:gd name="connsiteX7" fmla="*/ 315944 w 415039"/>
                    <a:gd name="connsiteY7" fmla="*/ 414814 h 553307"/>
                    <a:gd name="connsiteX8" fmla="*/ 58960 w 415039"/>
                    <a:gd name="connsiteY8" fmla="*/ 550259 h 553307"/>
                    <a:gd name="connsiteX9" fmla="*/ 0 w 415039"/>
                    <a:gd name="connsiteY9" fmla="*/ 553307 h 553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5039" h="553307">
                      <a:moveTo>
                        <a:pt x="0" y="553307"/>
                      </a:moveTo>
                      <a:cubicBezTo>
                        <a:pt x="70580" y="492347"/>
                        <a:pt x="94774" y="416338"/>
                        <a:pt x="102965" y="331280"/>
                      </a:cubicBezTo>
                      <a:cubicBezTo>
                        <a:pt x="107442" y="284131"/>
                        <a:pt x="103251" y="238887"/>
                        <a:pt x="94583" y="193167"/>
                      </a:cubicBezTo>
                      <a:cubicBezTo>
                        <a:pt x="93536" y="187833"/>
                        <a:pt x="99536" y="176498"/>
                        <a:pt x="103822" y="175641"/>
                      </a:cubicBezTo>
                      <a:cubicBezTo>
                        <a:pt x="209645" y="154496"/>
                        <a:pt x="280321" y="84296"/>
                        <a:pt x="344805" y="4953"/>
                      </a:cubicBezTo>
                      <a:cubicBezTo>
                        <a:pt x="346138" y="3334"/>
                        <a:pt x="348424" y="2381"/>
                        <a:pt x="351854" y="0"/>
                      </a:cubicBezTo>
                      <a:cubicBezTo>
                        <a:pt x="395192" y="66008"/>
                        <a:pt x="419576" y="136493"/>
                        <a:pt x="414338" y="215837"/>
                      </a:cubicBezTo>
                      <a:cubicBezTo>
                        <a:pt x="409099" y="295751"/>
                        <a:pt x="370713" y="359093"/>
                        <a:pt x="315944" y="414814"/>
                      </a:cubicBezTo>
                      <a:cubicBezTo>
                        <a:pt x="244602" y="487489"/>
                        <a:pt x="159448" y="533400"/>
                        <a:pt x="58960" y="550259"/>
                      </a:cubicBezTo>
                      <a:cubicBezTo>
                        <a:pt x="41243" y="553212"/>
                        <a:pt x="22955" y="552260"/>
                        <a:pt x="0" y="55330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91" name="任意多边形: 形状 364"/>
                <p:cNvSpPr/>
                <p:nvPr/>
              </p:nvSpPr>
              <p:spPr>
                <a:xfrm>
                  <a:off x="220702" y="6317788"/>
                  <a:ext cx="65756" cy="67727"/>
                </a:xfrm>
                <a:custGeom>
                  <a:avLst/>
                  <a:gdLst>
                    <a:gd name="connsiteX0" fmla="*/ 152305 w 460274"/>
                    <a:gd name="connsiteY0" fmla="*/ 123635 h 474076"/>
                    <a:gd name="connsiteX1" fmla="*/ 429101 w 460274"/>
                    <a:gd name="connsiteY1" fmla="*/ 0 h 474076"/>
                    <a:gd name="connsiteX2" fmla="*/ 459962 w 460274"/>
                    <a:gd name="connsiteY2" fmla="*/ 158782 h 474076"/>
                    <a:gd name="connsiteX3" fmla="*/ 289274 w 460274"/>
                    <a:gd name="connsiteY3" fmla="*/ 413100 h 474076"/>
                    <a:gd name="connsiteX4" fmla="*/ 52959 w 460274"/>
                    <a:gd name="connsiteY4" fmla="*/ 473678 h 474076"/>
                    <a:gd name="connsiteX5" fmla="*/ 0 w 460274"/>
                    <a:gd name="connsiteY5" fmla="*/ 467678 h 474076"/>
                    <a:gd name="connsiteX6" fmla="*/ 152305 w 460274"/>
                    <a:gd name="connsiteY6" fmla="*/ 123635 h 47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274" h="474076">
                      <a:moveTo>
                        <a:pt x="152305" y="123635"/>
                      </a:moveTo>
                      <a:cubicBezTo>
                        <a:pt x="264986" y="128016"/>
                        <a:pt x="346996" y="66961"/>
                        <a:pt x="429101" y="0"/>
                      </a:cubicBezTo>
                      <a:cubicBezTo>
                        <a:pt x="452914" y="50768"/>
                        <a:pt x="462153" y="103632"/>
                        <a:pt x="459962" y="158782"/>
                      </a:cubicBezTo>
                      <a:cubicBezTo>
                        <a:pt x="455105" y="278416"/>
                        <a:pt x="386048" y="355664"/>
                        <a:pt x="289274" y="413100"/>
                      </a:cubicBezTo>
                      <a:cubicBezTo>
                        <a:pt x="216789" y="456152"/>
                        <a:pt x="137731" y="477298"/>
                        <a:pt x="52959" y="473678"/>
                      </a:cubicBezTo>
                      <a:cubicBezTo>
                        <a:pt x="36576" y="473012"/>
                        <a:pt x="20193" y="470059"/>
                        <a:pt x="0" y="467678"/>
                      </a:cubicBezTo>
                      <a:cubicBezTo>
                        <a:pt x="126492" y="383286"/>
                        <a:pt x="150495" y="258128"/>
                        <a:pt x="152305" y="1236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nvGrpSpPr>
              <p:cNvPr id="392" name="组合 391"/>
              <p:cNvGrpSpPr/>
              <p:nvPr/>
            </p:nvGrpSpPr>
            <p:grpSpPr>
              <a:xfrm rot="0">
                <a:off x="2324" y="3051"/>
                <a:ext cx="622" cy="1153"/>
                <a:chOff x="-373187" y="5709433"/>
                <a:chExt cx="395237" cy="732484"/>
              </a:xfrm>
              <a:gradFill>
                <a:gsLst>
                  <a:gs pos="65000">
                    <a:srgbClr val="FFCD69"/>
                  </a:gs>
                  <a:gs pos="0">
                    <a:srgbClr val="FFCD69">
                      <a:lumMod val="60000"/>
                      <a:lumOff val="40000"/>
                    </a:srgbClr>
                  </a:gs>
                </a:gsLst>
                <a:lin ang="16200000" scaled="1"/>
              </a:gradFill>
            </p:grpSpPr>
            <p:sp>
              <p:nvSpPr>
                <p:cNvPr id="393" name="任意多边形: 形状 319"/>
                <p:cNvSpPr/>
                <p:nvPr/>
              </p:nvSpPr>
              <p:spPr>
                <a:xfrm>
                  <a:off x="-373187" y="6113394"/>
                  <a:ext cx="84571" cy="83409"/>
                </a:xfrm>
                <a:custGeom>
                  <a:avLst/>
                  <a:gdLst>
                    <a:gd name="connsiteX0" fmla="*/ 0 w 591978"/>
                    <a:gd name="connsiteY0" fmla="*/ 56729 h 583842"/>
                    <a:gd name="connsiteX1" fmla="*/ 13716 w 591978"/>
                    <a:gd name="connsiteY1" fmla="*/ 51014 h 583842"/>
                    <a:gd name="connsiteX2" fmla="*/ 209360 w 591978"/>
                    <a:gd name="connsiteY2" fmla="*/ 3008 h 583842"/>
                    <a:gd name="connsiteX3" fmla="*/ 384524 w 591978"/>
                    <a:gd name="connsiteY3" fmla="*/ 76731 h 583842"/>
                    <a:gd name="connsiteX4" fmla="*/ 479203 w 591978"/>
                    <a:gd name="connsiteY4" fmla="*/ 256658 h 583842"/>
                    <a:gd name="connsiteX5" fmla="*/ 516636 w 591978"/>
                    <a:gd name="connsiteY5" fmla="*/ 435252 h 583842"/>
                    <a:gd name="connsiteX6" fmla="*/ 591979 w 591978"/>
                    <a:gd name="connsiteY6" fmla="*/ 576889 h 583842"/>
                    <a:gd name="connsiteX7" fmla="*/ 589883 w 591978"/>
                    <a:gd name="connsiteY7" fmla="*/ 583842 h 583842"/>
                    <a:gd name="connsiteX8" fmla="*/ 474536 w 591978"/>
                    <a:gd name="connsiteY8" fmla="*/ 566126 h 583842"/>
                    <a:gd name="connsiteX9" fmla="*/ 294608 w 591978"/>
                    <a:gd name="connsiteY9" fmla="*/ 468780 h 583842"/>
                    <a:gd name="connsiteX10" fmla="*/ 237839 w 591978"/>
                    <a:gd name="connsiteY10" fmla="*/ 365434 h 583842"/>
                    <a:gd name="connsiteX11" fmla="*/ 76962 w 591978"/>
                    <a:gd name="connsiteY11" fmla="*/ 106830 h 583842"/>
                    <a:gd name="connsiteX12" fmla="*/ 0 w 591978"/>
                    <a:gd name="connsiteY12" fmla="*/ 65873 h 583842"/>
                    <a:gd name="connsiteX13" fmla="*/ 0 w 591978"/>
                    <a:gd name="connsiteY13" fmla="*/ 56729 h 583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978" h="583842">
                      <a:moveTo>
                        <a:pt x="0" y="56729"/>
                      </a:moveTo>
                      <a:cubicBezTo>
                        <a:pt x="4667" y="54919"/>
                        <a:pt x="10287" y="54157"/>
                        <a:pt x="13716" y="51014"/>
                      </a:cubicBezTo>
                      <a:cubicBezTo>
                        <a:pt x="70580" y="722"/>
                        <a:pt x="138303" y="-5089"/>
                        <a:pt x="209360" y="3008"/>
                      </a:cubicBezTo>
                      <a:cubicBezTo>
                        <a:pt x="274892" y="10533"/>
                        <a:pt x="333280" y="35869"/>
                        <a:pt x="384524" y="76731"/>
                      </a:cubicBezTo>
                      <a:cubicBezTo>
                        <a:pt x="442150" y="122737"/>
                        <a:pt x="467392" y="185602"/>
                        <a:pt x="479203" y="256658"/>
                      </a:cubicBezTo>
                      <a:cubicBezTo>
                        <a:pt x="489204" y="316571"/>
                        <a:pt x="502063" y="376197"/>
                        <a:pt x="516636" y="435252"/>
                      </a:cubicBezTo>
                      <a:cubicBezTo>
                        <a:pt x="529685" y="488211"/>
                        <a:pt x="552831" y="536979"/>
                        <a:pt x="591979" y="576889"/>
                      </a:cubicBezTo>
                      <a:cubicBezTo>
                        <a:pt x="591312" y="579175"/>
                        <a:pt x="590550" y="581556"/>
                        <a:pt x="589883" y="583842"/>
                      </a:cubicBezTo>
                      <a:cubicBezTo>
                        <a:pt x="551402" y="578127"/>
                        <a:pt x="512445" y="574412"/>
                        <a:pt x="474536" y="566126"/>
                      </a:cubicBezTo>
                      <a:cubicBezTo>
                        <a:pt x="405575" y="550981"/>
                        <a:pt x="340138" y="524978"/>
                        <a:pt x="294608" y="468780"/>
                      </a:cubicBezTo>
                      <a:cubicBezTo>
                        <a:pt x="270224" y="438681"/>
                        <a:pt x="252317" y="401819"/>
                        <a:pt x="237839" y="365434"/>
                      </a:cubicBezTo>
                      <a:cubicBezTo>
                        <a:pt x="199644" y="269232"/>
                        <a:pt x="154591" y="177982"/>
                        <a:pt x="76962" y="106830"/>
                      </a:cubicBezTo>
                      <a:cubicBezTo>
                        <a:pt x="55150" y="86828"/>
                        <a:pt x="32480" y="66539"/>
                        <a:pt x="0" y="65873"/>
                      </a:cubicBezTo>
                      <a:cubicBezTo>
                        <a:pt x="0" y="62920"/>
                        <a:pt x="0" y="59777"/>
                        <a:pt x="0" y="567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94" name="任意多边形: 形状 320"/>
                <p:cNvSpPr/>
                <p:nvPr/>
              </p:nvSpPr>
              <p:spPr>
                <a:xfrm>
                  <a:off x="-135358" y="5709433"/>
                  <a:ext cx="71034" cy="98846"/>
                </a:xfrm>
                <a:custGeom>
                  <a:avLst/>
                  <a:gdLst>
                    <a:gd name="connsiteX0" fmla="*/ 11086 w 497218"/>
                    <a:gd name="connsiteY0" fmla="*/ 691896 h 691896"/>
                    <a:gd name="connsiteX1" fmla="*/ 1466 w 497218"/>
                    <a:gd name="connsiteY1" fmla="*/ 639699 h 691896"/>
                    <a:gd name="connsiteX2" fmla="*/ 41947 w 497218"/>
                    <a:gd name="connsiteY2" fmla="*/ 392906 h 691896"/>
                    <a:gd name="connsiteX3" fmla="*/ 145770 w 497218"/>
                    <a:gd name="connsiteY3" fmla="*/ 295942 h 691896"/>
                    <a:gd name="connsiteX4" fmla="*/ 350557 w 497218"/>
                    <a:gd name="connsiteY4" fmla="*/ 108966 h 691896"/>
                    <a:gd name="connsiteX5" fmla="*/ 396277 w 497218"/>
                    <a:gd name="connsiteY5" fmla="*/ 0 h 691896"/>
                    <a:gd name="connsiteX6" fmla="*/ 442759 w 497218"/>
                    <a:gd name="connsiteY6" fmla="*/ 53531 h 691896"/>
                    <a:gd name="connsiteX7" fmla="*/ 481812 w 497218"/>
                    <a:gd name="connsiteY7" fmla="*/ 358711 h 691896"/>
                    <a:gd name="connsiteX8" fmla="*/ 359320 w 497218"/>
                    <a:gd name="connsiteY8" fmla="*/ 488918 h 691896"/>
                    <a:gd name="connsiteX9" fmla="*/ 207397 w 497218"/>
                    <a:gd name="connsiteY9" fmla="*/ 552450 h 691896"/>
                    <a:gd name="connsiteX10" fmla="*/ 11086 w 497218"/>
                    <a:gd name="connsiteY10" fmla="*/ 691896 h 691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7218" h="691896">
                      <a:moveTo>
                        <a:pt x="11086" y="691896"/>
                      </a:moveTo>
                      <a:cubicBezTo>
                        <a:pt x="7181" y="671608"/>
                        <a:pt x="2133" y="655796"/>
                        <a:pt x="1466" y="639699"/>
                      </a:cubicBezTo>
                      <a:cubicBezTo>
                        <a:pt x="-2153" y="554736"/>
                        <a:pt x="-2439" y="470345"/>
                        <a:pt x="41947" y="392906"/>
                      </a:cubicBezTo>
                      <a:cubicBezTo>
                        <a:pt x="66712" y="349568"/>
                        <a:pt x="104241" y="321278"/>
                        <a:pt x="145770" y="295942"/>
                      </a:cubicBezTo>
                      <a:cubicBezTo>
                        <a:pt x="226065" y="246983"/>
                        <a:pt x="296074" y="186023"/>
                        <a:pt x="350557" y="108966"/>
                      </a:cubicBezTo>
                      <a:cubicBezTo>
                        <a:pt x="372560" y="77819"/>
                        <a:pt x="389991" y="43720"/>
                        <a:pt x="396277" y="0"/>
                      </a:cubicBezTo>
                      <a:cubicBezTo>
                        <a:pt x="411994" y="17717"/>
                        <a:pt x="431520" y="33338"/>
                        <a:pt x="442759" y="53531"/>
                      </a:cubicBezTo>
                      <a:cubicBezTo>
                        <a:pt x="496290" y="149638"/>
                        <a:pt x="512482" y="251651"/>
                        <a:pt x="481812" y="358711"/>
                      </a:cubicBezTo>
                      <a:cubicBezTo>
                        <a:pt x="463524" y="422720"/>
                        <a:pt x="421042" y="464630"/>
                        <a:pt x="359320" y="488918"/>
                      </a:cubicBezTo>
                      <a:cubicBezTo>
                        <a:pt x="308266" y="509016"/>
                        <a:pt x="257307" y="529685"/>
                        <a:pt x="207397" y="552450"/>
                      </a:cubicBezTo>
                      <a:cubicBezTo>
                        <a:pt x="134435" y="585597"/>
                        <a:pt x="61378" y="619316"/>
                        <a:pt x="11086" y="6918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95" name="任意多边形: 形状 321"/>
                <p:cNvSpPr/>
                <p:nvPr/>
              </p:nvSpPr>
              <p:spPr>
                <a:xfrm>
                  <a:off x="-72132" y="5741833"/>
                  <a:ext cx="94182" cy="58296"/>
                </a:xfrm>
                <a:custGeom>
                  <a:avLst/>
                  <a:gdLst>
                    <a:gd name="connsiteX0" fmla="*/ 0 w 659249"/>
                    <a:gd name="connsiteY0" fmla="*/ 315087 h 408057"/>
                    <a:gd name="connsiteX1" fmla="*/ 134207 w 659249"/>
                    <a:gd name="connsiteY1" fmla="*/ 156877 h 408057"/>
                    <a:gd name="connsiteX2" fmla="*/ 304705 w 659249"/>
                    <a:gd name="connsiteY2" fmla="*/ 98870 h 408057"/>
                    <a:gd name="connsiteX3" fmla="*/ 412242 w 659249"/>
                    <a:gd name="connsiteY3" fmla="*/ 102108 h 408057"/>
                    <a:gd name="connsiteX4" fmla="*/ 598646 w 659249"/>
                    <a:gd name="connsiteY4" fmla="*/ 47720 h 408057"/>
                    <a:gd name="connsiteX5" fmla="*/ 654463 w 659249"/>
                    <a:gd name="connsiteY5" fmla="*/ 0 h 408057"/>
                    <a:gd name="connsiteX6" fmla="*/ 658368 w 659249"/>
                    <a:gd name="connsiteY6" fmla="*/ 21050 h 408057"/>
                    <a:gd name="connsiteX7" fmla="*/ 627888 w 659249"/>
                    <a:gd name="connsiteY7" fmla="*/ 251079 h 408057"/>
                    <a:gd name="connsiteX8" fmla="*/ 422624 w 659249"/>
                    <a:gd name="connsiteY8" fmla="*/ 404908 h 408057"/>
                    <a:gd name="connsiteX9" fmla="*/ 157639 w 659249"/>
                    <a:gd name="connsiteY9" fmla="*/ 353473 h 408057"/>
                    <a:gd name="connsiteX10" fmla="*/ 46577 w 659249"/>
                    <a:gd name="connsiteY10" fmla="*/ 313087 h 408057"/>
                    <a:gd name="connsiteX11" fmla="*/ 0 w 659249"/>
                    <a:gd name="connsiteY11" fmla="*/ 315087 h 40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9249" h="408057">
                      <a:moveTo>
                        <a:pt x="0" y="315087"/>
                      </a:moveTo>
                      <a:cubicBezTo>
                        <a:pt x="31432" y="249365"/>
                        <a:pt x="77819" y="198882"/>
                        <a:pt x="134207" y="156877"/>
                      </a:cubicBezTo>
                      <a:cubicBezTo>
                        <a:pt x="184785" y="119158"/>
                        <a:pt x="243268" y="102870"/>
                        <a:pt x="304705" y="98870"/>
                      </a:cubicBezTo>
                      <a:cubicBezTo>
                        <a:pt x="340328" y="96583"/>
                        <a:pt x="376428" y="103346"/>
                        <a:pt x="412242" y="102108"/>
                      </a:cubicBezTo>
                      <a:cubicBezTo>
                        <a:pt x="478726" y="99917"/>
                        <a:pt x="542830" y="86487"/>
                        <a:pt x="598646" y="47720"/>
                      </a:cubicBezTo>
                      <a:cubicBezTo>
                        <a:pt x="617792" y="34481"/>
                        <a:pt x="634270" y="17431"/>
                        <a:pt x="654463" y="0"/>
                      </a:cubicBezTo>
                      <a:cubicBezTo>
                        <a:pt x="655892" y="7239"/>
                        <a:pt x="658177" y="14097"/>
                        <a:pt x="658368" y="21050"/>
                      </a:cubicBezTo>
                      <a:cubicBezTo>
                        <a:pt x="661035" y="99441"/>
                        <a:pt x="659416" y="177451"/>
                        <a:pt x="627888" y="251079"/>
                      </a:cubicBezTo>
                      <a:cubicBezTo>
                        <a:pt x="589121" y="341567"/>
                        <a:pt x="521208" y="392430"/>
                        <a:pt x="422624" y="404908"/>
                      </a:cubicBezTo>
                      <a:cubicBezTo>
                        <a:pt x="328041" y="416814"/>
                        <a:pt x="241840" y="393954"/>
                        <a:pt x="157639" y="353473"/>
                      </a:cubicBezTo>
                      <a:cubicBezTo>
                        <a:pt x="122301" y="336423"/>
                        <a:pt x="84296" y="324422"/>
                        <a:pt x="46577" y="313087"/>
                      </a:cubicBezTo>
                      <a:cubicBezTo>
                        <a:pt x="33623" y="309086"/>
                        <a:pt x="18193" y="313944"/>
                        <a:pt x="0" y="3150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96" name="任意多边形: 形状 322"/>
                <p:cNvSpPr/>
                <p:nvPr/>
              </p:nvSpPr>
              <p:spPr>
                <a:xfrm>
                  <a:off x="-300517" y="5849072"/>
                  <a:ext cx="47425" cy="111571"/>
                </a:xfrm>
                <a:custGeom>
                  <a:avLst/>
                  <a:gdLst>
                    <a:gd name="connsiteX0" fmla="*/ 146652 w 331967"/>
                    <a:gd name="connsiteY0" fmla="*/ 780973 h 780972"/>
                    <a:gd name="connsiteX1" fmla="*/ 3205 w 331967"/>
                    <a:gd name="connsiteY1" fmla="*/ 538656 h 780972"/>
                    <a:gd name="connsiteX2" fmla="*/ 32542 w 331967"/>
                    <a:gd name="connsiteY2" fmla="*/ 367968 h 780972"/>
                    <a:gd name="connsiteX3" fmla="*/ 75024 w 331967"/>
                    <a:gd name="connsiteY3" fmla="*/ 175945 h 780972"/>
                    <a:gd name="connsiteX4" fmla="*/ 70071 w 331967"/>
                    <a:gd name="connsiteY4" fmla="*/ 58025 h 780972"/>
                    <a:gd name="connsiteX5" fmla="*/ 51021 w 331967"/>
                    <a:gd name="connsiteY5" fmla="*/ 1923 h 780972"/>
                    <a:gd name="connsiteX6" fmla="*/ 141413 w 331967"/>
                    <a:gd name="connsiteY6" fmla="*/ 17734 h 780972"/>
                    <a:gd name="connsiteX7" fmla="*/ 326770 w 331967"/>
                    <a:gd name="connsiteY7" fmla="*/ 261289 h 780972"/>
                    <a:gd name="connsiteX8" fmla="*/ 288479 w 331967"/>
                    <a:gd name="connsiteY8" fmla="*/ 451693 h 780972"/>
                    <a:gd name="connsiteX9" fmla="*/ 175227 w 331967"/>
                    <a:gd name="connsiteY9" fmla="*/ 663720 h 780972"/>
                    <a:gd name="connsiteX10" fmla="*/ 146652 w 331967"/>
                    <a:gd name="connsiteY10" fmla="*/ 780973 h 780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1967" h="780972">
                      <a:moveTo>
                        <a:pt x="146652" y="780973"/>
                      </a:moveTo>
                      <a:cubicBezTo>
                        <a:pt x="78739" y="714869"/>
                        <a:pt x="21303" y="637717"/>
                        <a:pt x="3205" y="538656"/>
                      </a:cubicBezTo>
                      <a:cubicBezTo>
                        <a:pt x="-7558" y="479506"/>
                        <a:pt x="10444" y="423404"/>
                        <a:pt x="32542" y="367968"/>
                      </a:cubicBezTo>
                      <a:cubicBezTo>
                        <a:pt x="57022" y="306723"/>
                        <a:pt x="73976" y="242620"/>
                        <a:pt x="75024" y="175945"/>
                      </a:cubicBezTo>
                      <a:cubicBezTo>
                        <a:pt x="75691" y="136606"/>
                        <a:pt x="74071" y="97078"/>
                        <a:pt x="70071" y="58025"/>
                      </a:cubicBezTo>
                      <a:cubicBezTo>
                        <a:pt x="68166" y="39642"/>
                        <a:pt x="58165" y="22211"/>
                        <a:pt x="51021" y="1923"/>
                      </a:cubicBezTo>
                      <a:cubicBezTo>
                        <a:pt x="82549" y="-3983"/>
                        <a:pt x="112933" y="4399"/>
                        <a:pt x="141413" y="17734"/>
                      </a:cubicBezTo>
                      <a:cubicBezTo>
                        <a:pt x="245617" y="66217"/>
                        <a:pt x="303052" y="151561"/>
                        <a:pt x="326770" y="261289"/>
                      </a:cubicBezTo>
                      <a:cubicBezTo>
                        <a:pt x="341533" y="329773"/>
                        <a:pt x="323626" y="391781"/>
                        <a:pt x="288479" y="451693"/>
                      </a:cubicBezTo>
                      <a:cubicBezTo>
                        <a:pt x="247903" y="520750"/>
                        <a:pt x="208945" y="591139"/>
                        <a:pt x="175227" y="663720"/>
                      </a:cubicBezTo>
                      <a:cubicBezTo>
                        <a:pt x="158939" y="699248"/>
                        <a:pt x="155986" y="740968"/>
                        <a:pt x="146652" y="78097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97" name="任意多边形: 形状 323"/>
                <p:cNvSpPr/>
                <p:nvPr/>
              </p:nvSpPr>
              <p:spPr>
                <a:xfrm>
                  <a:off x="-234415" y="6354448"/>
                  <a:ext cx="110737" cy="46489"/>
                </a:xfrm>
                <a:custGeom>
                  <a:avLst/>
                  <a:gdLst>
                    <a:gd name="connsiteX0" fmla="*/ 775136 w 775136"/>
                    <a:gd name="connsiteY0" fmla="*/ 172682 h 325408"/>
                    <a:gd name="connsiteX1" fmla="*/ 481100 w 775136"/>
                    <a:gd name="connsiteY1" fmla="*/ 325273 h 325408"/>
                    <a:gd name="connsiteX2" fmla="*/ 394232 w 775136"/>
                    <a:gd name="connsiteY2" fmla="*/ 306318 h 325408"/>
                    <a:gd name="connsiteX3" fmla="*/ 127055 w 775136"/>
                    <a:gd name="connsiteY3" fmla="*/ 259074 h 325408"/>
                    <a:gd name="connsiteX4" fmla="*/ 2087 w 775136"/>
                    <a:gd name="connsiteY4" fmla="*/ 291650 h 325408"/>
                    <a:gd name="connsiteX5" fmla="*/ 31710 w 775136"/>
                    <a:gd name="connsiteY5" fmla="*/ 161443 h 325408"/>
                    <a:gd name="connsiteX6" fmla="*/ 270407 w 775136"/>
                    <a:gd name="connsiteY6" fmla="*/ 3137 h 325408"/>
                    <a:gd name="connsiteX7" fmla="*/ 459954 w 775136"/>
                    <a:gd name="connsiteY7" fmla="*/ 46476 h 325408"/>
                    <a:gd name="connsiteX8" fmla="*/ 661979 w 775136"/>
                    <a:gd name="connsiteY8" fmla="*/ 148775 h 325408"/>
                    <a:gd name="connsiteX9" fmla="*/ 775136 w 775136"/>
                    <a:gd name="connsiteY9" fmla="*/ 172682 h 325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5136" h="325408">
                      <a:moveTo>
                        <a:pt x="775136" y="172682"/>
                      </a:moveTo>
                      <a:cubicBezTo>
                        <a:pt x="694555" y="255550"/>
                        <a:pt x="607592" y="328988"/>
                        <a:pt x="481100" y="325273"/>
                      </a:cubicBezTo>
                      <a:cubicBezTo>
                        <a:pt x="451953" y="324415"/>
                        <a:pt x="422235" y="315843"/>
                        <a:pt x="394232" y="306318"/>
                      </a:cubicBezTo>
                      <a:cubicBezTo>
                        <a:pt x="307459" y="276695"/>
                        <a:pt x="219353" y="256026"/>
                        <a:pt x="127055" y="259074"/>
                      </a:cubicBezTo>
                      <a:cubicBezTo>
                        <a:pt x="78002" y="260693"/>
                        <a:pt x="51713" y="267647"/>
                        <a:pt x="2087" y="291650"/>
                      </a:cubicBezTo>
                      <a:cubicBezTo>
                        <a:pt x="-5152" y="243644"/>
                        <a:pt x="6850" y="200114"/>
                        <a:pt x="31710" y="161443"/>
                      </a:cubicBezTo>
                      <a:cubicBezTo>
                        <a:pt x="87717" y="74098"/>
                        <a:pt x="168203" y="20092"/>
                        <a:pt x="270407" y="3137"/>
                      </a:cubicBezTo>
                      <a:cubicBezTo>
                        <a:pt x="338225" y="-8102"/>
                        <a:pt x="400328" y="11900"/>
                        <a:pt x="459954" y="46476"/>
                      </a:cubicBezTo>
                      <a:cubicBezTo>
                        <a:pt x="525200" y="84195"/>
                        <a:pt x="592828" y="118771"/>
                        <a:pt x="661979" y="148775"/>
                      </a:cubicBezTo>
                      <a:cubicBezTo>
                        <a:pt x="695888" y="163538"/>
                        <a:pt x="735512" y="164777"/>
                        <a:pt x="775136" y="17268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98" name="任意多边形: 形状 324"/>
                <p:cNvSpPr/>
                <p:nvPr/>
              </p:nvSpPr>
              <p:spPr>
                <a:xfrm>
                  <a:off x="-152663" y="6393336"/>
                  <a:ext cx="106766" cy="48581"/>
                </a:xfrm>
                <a:custGeom>
                  <a:avLst/>
                  <a:gdLst>
                    <a:gd name="connsiteX0" fmla="*/ 8007 w 747337"/>
                    <a:gd name="connsiteY0" fmla="*/ 340053 h 340052"/>
                    <a:gd name="connsiteX1" fmla="*/ 15436 w 747337"/>
                    <a:gd name="connsiteY1" fmla="*/ 213846 h 340052"/>
                    <a:gd name="connsiteX2" fmla="*/ 248608 w 747337"/>
                    <a:gd name="connsiteY2" fmla="*/ 6773 h 340052"/>
                    <a:gd name="connsiteX3" fmla="*/ 387959 w 747337"/>
                    <a:gd name="connsiteY3" fmla="*/ 14869 h 340052"/>
                    <a:gd name="connsiteX4" fmla="*/ 589127 w 747337"/>
                    <a:gd name="connsiteY4" fmla="*/ 76115 h 340052"/>
                    <a:gd name="connsiteX5" fmla="*/ 747337 w 747337"/>
                    <a:gd name="connsiteY5" fmla="*/ 77163 h 340052"/>
                    <a:gd name="connsiteX6" fmla="*/ 743813 w 747337"/>
                    <a:gd name="connsiteY6" fmla="*/ 90117 h 340052"/>
                    <a:gd name="connsiteX7" fmla="*/ 572363 w 747337"/>
                    <a:gd name="connsiteY7" fmla="*/ 262424 h 340052"/>
                    <a:gd name="connsiteX8" fmla="*/ 401675 w 747337"/>
                    <a:gd name="connsiteY8" fmla="*/ 289094 h 340052"/>
                    <a:gd name="connsiteX9" fmla="*/ 110877 w 747337"/>
                    <a:gd name="connsiteY9" fmla="*/ 296714 h 340052"/>
                    <a:gd name="connsiteX10" fmla="*/ 8007 w 747337"/>
                    <a:gd name="connsiteY10" fmla="*/ 340053 h 340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7337" h="340052">
                      <a:moveTo>
                        <a:pt x="8007" y="340053"/>
                      </a:moveTo>
                      <a:cubicBezTo>
                        <a:pt x="-5138" y="300143"/>
                        <a:pt x="-1709" y="255661"/>
                        <a:pt x="15436" y="213846"/>
                      </a:cubicBezTo>
                      <a:cubicBezTo>
                        <a:pt x="59156" y="107452"/>
                        <a:pt x="135832" y="36300"/>
                        <a:pt x="248608" y="6773"/>
                      </a:cubicBezTo>
                      <a:cubicBezTo>
                        <a:pt x="295948" y="-5609"/>
                        <a:pt x="341858" y="105"/>
                        <a:pt x="387959" y="14869"/>
                      </a:cubicBezTo>
                      <a:cubicBezTo>
                        <a:pt x="454634" y="36300"/>
                        <a:pt x="521595" y="57446"/>
                        <a:pt x="589127" y="76115"/>
                      </a:cubicBezTo>
                      <a:cubicBezTo>
                        <a:pt x="640371" y="90307"/>
                        <a:pt x="692854" y="90497"/>
                        <a:pt x="747337" y="77163"/>
                      </a:cubicBezTo>
                      <a:cubicBezTo>
                        <a:pt x="745908" y="82592"/>
                        <a:pt x="745813" y="86974"/>
                        <a:pt x="743813" y="90117"/>
                      </a:cubicBezTo>
                      <a:cubicBezTo>
                        <a:pt x="699427" y="160221"/>
                        <a:pt x="645991" y="221371"/>
                        <a:pt x="572363" y="262424"/>
                      </a:cubicBezTo>
                      <a:cubicBezTo>
                        <a:pt x="518737" y="292332"/>
                        <a:pt x="461682" y="298524"/>
                        <a:pt x="401675" y="289094"/>
                      </a:cubicBezTo>
                      <a:cubicBezTo>
                        <a:pt x="304329" y="273759"/>
                        <a:pt x="206698" y="268806"/>
                        <a:pt x="110877" y="296714"/>
                      </a:cubicBezTo>
                      <a:cubicBezTo>
                        <a:pt x="76301" y="306715"/>
                        <a:pt x="44011" y="324622"/>
                        <a:pt x="8007" y="340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399" name="任意多边形: 形状 325"/>
                <p:cNvSpPr/>
                <p:nvPr/>
              </p:nvSpPr>
              <p:spPr>
                <a:xfrm>
                  <a:off x="-199146" y="5740567"/>
                  <a:ext cx="58719" cy="109772"/>
                </a:xfrm>
                <a:custGeom>
                  <a:avLst/>
                  <a:gdLst>
                    <a:gd name="connsiteX0" fmla="*/ 62487 w 411017"/>
                    <a:gd name="connsiteY0" fmla="*/ 768382 h 768381"/>
                    <a:gd name="connsiteX1" fmla="*/ 4861 w 411017"/>
                    <a:gd name="connsiteY1" fmla="*/ 595789 h 768381"/>
                    <a:gd name="connsiteX2" fmla="*/ 23625 w 411017"/>
                    <a:gd name="connsiteY2" fmla="*/ 431006 h 768381"/>
                    <a:gd name="connsiteX3" fmla="*/ 79061 w 411017"/>
                    <a:gd name="connsiteY3" fmla="*/ 351092 h 768381"/>
                    <a:gd name="connsiteX4" fmla="*/ 230889 w 411017"/>
                    <a:gd name="connsiteY4" fmla="*/ 73438 h 768381"/>
                    <a:gd name="connsiteX5" fmla="*/ 236509 w 411017"/>
                    <a:gd name="connsiteY5" fmla="*/ 0 h 768381"/>
                    <a:gd name="connsiteX6" fmla="*/ 326139 w 411017"/>
                    <a:gd name="connsiteY6" fmla="*/ 64865 h 768381"/>
                    <a:gd name="connsiteX7" fmla="*/ 401673 w 411017"/>
                    <a:gd name="connsiteY7" fmla="*/ 371666 h 768381"/>
                    <a:gd name="connsiteX8" fmla="*/ 298612 w 411017"/>
                    <a:gd name="connsiteY8" fmla="*/ 505016 h 768381"/>
                    <a:gd name="connsiteX9" fmla="*/ 165357 w 411017"/>
                    <a:gd name="connsiteY9" fmla="*/ 617601 h 768381"/>
                    <a:gd name="connsiteX10" fmla="*/ 62487 w 411017"/>
                    <a:gd name="connsiteY10" fmla="*/ 768382 h 768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017" h="768381">
                      <a:moveTo>
                        <a:pt x="62487" y="768382"/>
                      </a:moveTo>
                      <a:cubicBezTo>
                        <a:pt x="32769" y="712280"/>
                        <a:pt x="14005" y="655796"/>
                        <a:pt x="4861" y="595789"/>
                      </a:cubicBezTo>
                      <a:cubicBezTo>
                        <a:pt x="-3807" y="538925"/>
                        <a:pt x="-2759" y="482822"/>
                        <a:pt x="23625" y="431006"/>
                      </a:cubicBezTo>
                      <a:cubicBezTo>
                        <a:pt x="38199" y="402336"/>
                        <a:pt x="58106" y="375761"/>
                        <a:pt x="79061" y="351092"/>
                      </a:cubicBezTo>
                      <a:cubicBezTo>
                        <a:pt x="148879" y="268796"/>
                        <a:pt x="208601" y="181166"/>
                        <a:pt x="230889" y="73438"/>
                      </a:cubicBezTo>
                      <a:cubicBezTo>
                        <a:pt x="235747" y="49911"/>
                        <a:pt x="234795" y="25241"/>
                        <a:pt x="236509" y="0"/>
                      </a:cubicBezTo>
                      <a:cubicBezTo>
                        <a:pt x="274228" y="9620"/>
                        <a:pt x="302613" y="34576"/>
                        <a:pt x="326139" y="64865"/>
                      </a:cubicBezTo>
                      <a:cubicBezTo>
                        <a:pt x="396624" y="155734"/>
                        <a:pt x="428247" y="256889"/>
                        <a:pt x="401673" y="371666"/>
                      </a:cubicBezTo>
                      <a:cubicBezTo>
                        <a:pt x="387766" y="431673"/>
                        <a:pt x="343761" y="468630"/>
                        <a:pt x="298612" y="505016"/>
                      </a:cubicBezTo>
                      <a:cubicBezTo>
                        <a:pt x="253368" y="541496"/>
                        <a:pt x="208315" y="578453"/>
                        <a:pt x="165357" y="617601"/>
                      </a:cubicBezTo>
                      <a:cubicBezTo>
                        <a:pt x="107064" y="670655"/>
                        <a:pt x="92967" y="693611"/>
                        <a:pt x="62487" y="76838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00" name="任意多边形: 形状 326"/>
                <p:cNvSpPr/>
                <p:nvPr/>
              </p:nvSpPr>
              <p:spPr>
                <a:xfrm>
                  <a:off x="-300345" y="6289479"/>
                  <a:ext cx="109405" cy="57455"/>
                </a:xfrm>
                <a:custGeom>
                  <a:avLst/>
                  <a:gdLst>
                    <a:gd name="connsiteX0" fmla="*/ 765810 w 765809"/>
                    <a:gd name="connsiteY0" fmla="*/ 338559 h 402173"/>
                    <a:gd name="connsiteX1" fmla="*/ 442913 w 765809"/>
                    <a:gd name="connsiteY1" fmla="*/ 383136 h 402173"/>
                    <a:gd name="connsiteX2" fmla="*/ 351282 w 765809"/>
                    <a:gd name="connsiteY2" fmla="*/ 324366 h 402173"/>
                    <a:gd name="connsiteX3" fmla="*/ 105251 w 765809"/>
                    <a:gd name="connsiteY3" fmla="*/ 190540 h 402173"/>
                    <a:gd name="connsiteX4" fmla="*/ 0 w 765809"/>
                    <a:gd name="connsiteY4" fmla="*/ 176634 h 402173"/>
                    <a:gd name="connsiteX5" fmla="*/ 56959 w 765809"/>
                    <a:gd name="connsiteY5" fmla="*/ 85003 h 402173"/>
                    <a:gd name="connsiteX6" fmla="*/ 314706 w 765809"/>
                    <a:gd name="connsiteY6" fmla="*/ 1088 h 402173"/>
                    <a:gd name="connsiteX7" fmla="*/ 499205 w 765809"/>
                    <a:gd name="connsiteY7" fmla="*/ 99386 h 402173"/>
                    <a:gd name="connsiteX8" fmla="*/ 663416 w 765809"/>
                    <a:gd name="connsiteY8" fmla="*/ 274455 h 402173"/>
                    <a:gd name="connsiteX9" fmla="*/ 765810 w 765809"/>
                    <a:gd name="connsiteY9" fmla="*/ 338559 h 40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5809" h="402173">
                      <a:moveTo>
                        <a:pt x="765810" y="338559"/>
                      </a:moveTo>
                      <a:cubicBezTo>
                        <a:pt x="664083" y="386660"/>
                        <a:pt x="558737" y="427522"/>
                        <a:pt x="442913" y="383136"/>
                      </a:cubicBezTo>
                      <a:cubicBezTo>
                        <a:pt x="409670" y="370372"/>
                        <a:pt x="379762" y="346750"/>
                        <a:pt x="351282" y="324366"/>
                      </a:cubicBezTo>
                      <a:cubicBezTo>
                        <a:pt x="276606" y="265883"/>
                        <a:pt x="198406" y="213781"/>
                        <a:pt x="105251" y="190540"/>
                      </a:cubicBezTo>
                      <a:cubicBezTo>
                        <a:pt x="71819" y="182158"/>
                        <a:pt x="36576" y="181205"/>
                        <a:pt x="0" y="176634"/>
                      </a:cubicBezTo>
                      <a:cubicBezTo>
                        <a:pt x="5239" y="141486"/>
                        <a:pt x="28480" y="110244"/>
                        <a:pt x="56959" y="85003"/>
                      </a:cubicBezTo>
                      <a:cubicBezTo>
                        <a:pt x="130207" y="20328"/>
                        <a:pt x="217837" y="-5865"/>
                        <a:pt x="314706" y="1088"/>
                      </a:cubicBezTo>
                      <a:cubicBezTo>
                        <a:pt x="390239" y="6517"/>
                        <a:pt x="449675" y="41950"/>
                        <a:pt x="499205" y="99386"/>
                      </a:cubicBezTo>
                      <a:cubicBezTo>
                        <a:pt x="551402" y="160060"/>
                        <a:pt x="605504" y="219401"/>
                        <a:pt x="663416" y="274455"/>
                      </a:cubicBezTo>
                      <a:cubicBezTo>
                        <a:pt x="691515" y="301125"/>
                        <a:pt x="730091" y="316746"/>
                        <a:pt x="765810" y="33855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01" name="任意多边形: 形状 327"/>
                <p:cNvSpPr/>
                <p:nvPr/>
              </p:nvSpPr>
              <p:spPr>
                <a:xfrm>
                  <a:off x="-340297" y="5928856"/>
                  <a:ext cx="49486" cy="107567"/>
                </a:xfrm>
                <a:custGeom>
                  <a:avLst/>
                  <a:gdLst>
                    <a:gd name="connsiteX0" fmla="*/ 0 w 346389"/>
                    <a:gd name="connsiteY0" fmla="*/ 10568 h 752946"/>
                    <a:gd name="connsiteX1" fmla="*/ 146209 w 346389"/>
                    <a:gd name="connsiteY1" fmla="*/ 21522 h 752946"/>
                    <a:gd name="connsiteX2" fmla="*/ 343186 w 346389"/>
                    <a:gd name="connsiteY2" fmla="*/ 269172 h 752946"/>
                    <a:gd name="connsiteX3" fmla="*/ 333566 w 346389"/>
                    <a:gd name="connsiteY3" fmla="*/ 377566 h 752946"/>
                    <a:gd name="connsiteX4" fmla="*/ 274320 w 346389"/>
                    <a:gd name="connsiteY4" fmla="*/ 567018 h 752946"/>
                    <a:gd name="connsiteX5" fmla="*/ 268700 w 346389"/>
                    <a:gd name="connsiteY5" fmla="*/ 752946 h 752946"/>
                    <a:gd name="connsiteX6" fmla="*/ 227743 w 346389"/>
                    <a:gd name="connsiteY6" fmla="*/ 726943 h 752946"/>
                    <a:gd name="connsiteX7" fmla="*/ 191072 w 346389"/>
                    <a:gd name="connsiteY7" fmla="*/ 699511 h 752946"/>
                    <a:gd name="connsiteX8" fmla="*/ 63532 w 346389"/>
                    <a:gd name="connsiteY8" fmla="*/ 529490 h 752946"/>
                    <a:gd name="connsiteX9" fmla="*/ 59150 w 346389"/>
                    <a:gd name="connsiteY9" fmla="*/ 384710 h 752946"/>
                    <a:gd name="connsiteX10" fmla="*/ 34671 w 346389"/>
                    <a:gd name="connsiteY10" fmla="*/ 66575 h 752946"/>
                    <a:gd name="connsiteX11" fmla="*/ 20193 w 346389"/>
                    <a:gd name="connsiteY11" fmla="*/ 38000 h 752946"/>
                    <a:gd name="connsiteX12" fmla="*/ 0 w 346389"/>
                    <a:gd name="connsiteY12" fmla="*/ 10568 h 752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389" h="752946">
                      <a:moveTo>
                        <a:pt x="0" y="10568"/>
                      </a:moveTo>
                      <a:cubicBezTo>
                        <a:pt x="52006" y="-8672"/>
                        <a:pt x="100775" y="376"/>
                        <a:pt x="146209" y="21522"/>
                      </a:cubicBezTo>
                      <a:cubicBezTo>
                        <a:pt x="252412" y="70957"/>
                        <a:pt x="321183" y="152776"/>
                        <a:pt x="343186" y="269172"/>
                      </a:cubicBezTo>
                      <a:cubicBezTo>
                        <a:pt x="349949" y="304986"/>
                        <a:pt x="345662" y="341752"/>
                        <a:pt x="333566" y="377566"/>
                      </a:cubicBezTo>
                      <a:cubicBezTo>
                        <a:pt x="312515" y="440336"/>
                        <a:pt x="292989" y="503582"/>
                        <a:pt x="274320" y="567018"/>
                      </a:cubicBezTo>
                      <a:cubicBezTo>
                        <a:pt x="256889" y="626264"/>
                        <a:pt x="249174" y="686367"/>
                        <a:pt x="268700" y="752946"/>
                      </a:cubicBezTo>
                      <a:cubicBezTo>
                        <a:pt x="252127" y="742469"/>
                        <a:pt x="239649" y="735135"/>
                        <a:pt x="227743" y="726943"/>
                      </a:cubicBezTo>
                      <a:cubicBezTo>
                        <a:pt x="215170" y="718275"/>
                        <a:pt x="202692" y="709417"/>
                        <a:pt x="191072" y="699511"/>
                      </a:cubicBezTo>
                      <a:cubicBezTo>
                        <a:pt x="135827" y="652458"/>
                        <a:pt x="86582" y="601023"/>
                        <a:pt x="63532" y="529490"/>
                      </a:cubicBezTo>
                      <a:cubicBezTo>
                        <a:pt x="48006" y="481389"/>
                        <a:pt x="52768" y="433573"/>
                        <a:pt x="59150" y="384710"/>
                      </a:cubicBezTo>
                      <a:cubicBezTo>
                        <a:pt x="73152" y="277268"/>
                        <a:pt x="76105" y="170016"/>
                        <a:pt x="34671" y="66575"/>
                      </a:cubicBezTo>
                      <a:cubicBezTo>
                        <a:pt x="30670" y="56669"/>
                        <a:pt x="25813" y="47049"/>
                        <a:pt x="20193" y="38000"/>
                      </a:cubicBezTo>
                      <a:cubicBezTo>
                        <a:pt x="14668" y="29046"/>
                        <a:pt x="7715" y="20950"/>
                        <a:pt x="0" y="1056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02" name="任意多边形: 形状 328"/>
                <p:cNvSpPr/>
                <p:nvPr/>
              </p:nvSpPr>
              <p:spPr>
                <a:xfrm>
                  <a:off x="-349115" y="6207553"/>
                  <a:ext cx="100043" cy="67861"/>
                </a:xfrm>
                <a:custGeom>
                  <a:avLst/>
                  <a:gdLst>
                    <a:gd name="connsiteX0" fmla="*/ 700278 w 700277"/>
                    <a:gd name="connsiteY0" fmla="*/ 459198 h 475011"/>
                    <a:gd name="connsiteX1" fmla="*/ 440722 w 700277"/>
                    <a:gd name="connsiteY1" fmla="*/ 455769 h 475011"/>
                    <a:gd name="connsiteX2" fmla="*/ 308610 w 700277"/>
                    <a:gd name="connsiteY2" fmla="*/ 352232 h 475011"/>
                    <a:gd name="connsiteX3" fmla="*/ 90392 w 700277"/>
                    <a:gd name="connsiteY3" fmla="*/ 146397 h 475011"/>
                    <a:gd name="connsiteX4" fmla="*/ 0 w 700277"/>
                    <a:gd name="connsiteY4" fmla="*/ 112488 h 475011"/>
                    <a:gd name="connsiteX5" fmla="*/ 61817 w 700277"/>
                    <a:gd name="connsiteY5" fmla="*/ 45432 h 475011"/>
                    <a:gd name="connsiteX6" fmla="*/ 448056 w 700277"/>
                    <a:gd name="connsiteY6" fmla="*/ 83627 h 475011"/>
                    <a:gd name="connsiteX7" fmla="*/ 494443 w 700277"/>
                    <a:gd name="connsiteY7" fmla="*/ 151064 h 475011"/>
                    <a:gd name="connsiteX8" fmla="*/ 615029 w 700277"/>
                    <a:gd name="connsiteY8" fmla="*/ 370710 h 475011"/>
                    <a:gd name="connsiteX9" fmla="*/ 700278 w 700277"/>
                    <a:gd name="connsiteY9" fmla="*/ 459198 h 47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0277" h="475011">
                      <a:moveTo>
                        <a:pt x="700278" y="459198"/>
                      </a:moveTo>
                      <a:cubicBezTo>
                        <a:pt x="615124" y="477295"/>
                        <a:pt x="527971" y="484344"/>
                        <a:pt x="440722" y="455769"/>
                      </a:cubicBezTo>
                      <a:cubicBezTo>
                        <a:pt x="383762" y="437195"/>
                        <a:pt x="342805" y="399952"/>
                        <a:pt x="308610" y="352232"/>
                      </a:cubicBezTo>
                      <a:cubicBezTo>
                        <a:pt x="249364" y="269650"/>
                        <a:pt x="181832" y="194689"/>
                        <a:pt x="90392" y="146397"/>
                      </a:cubicBezTo>
                      <a:cubicBezTo>
                        <a:pt x="62579" y="131728"/>
                        <a:pt x="31147" y="123918"/>
                        <a:pt x="0" y="112488"/>
                      </a:cubicBezTo>
                      <a:cubicBezTo>
                        <a:pt x="10858" y="85532"/>
                        <a:pt x="34576" y="63625"/>
                        <a:pt x="61817" y="45432"/>
                      </a:cubicBezTo>
                      <a:cubicBezTo>
                        <a:pt x="171926" y="-28006"/>
                        <a:pt x="356235" y="-10385"/>
                        <a:pt x="448056" y="83627"/>
                      </a:cubicBezTo>
                      <a:cubicBezTo>
                        <a:pt x="466820" y="102867"/>
                        <a:pt x="481298" y="127251"/>
                        <a:pt x="494443" y="151064"/>
                      </a:cubicBezTo>
                      <a:cubicBezTo>
                        <a:pt x="535019" y="224121"/>
                        <a:pt x="571024" y="299844"/>
                        <a:pt x="615029" y="370710"/>
                      </a:cubicBezTo>
                      <a:cubicBezTo>
                        <a:pt x="636080" y="404619"/>
                        <a:pt x="671132" y="429670"/>
                        <a:pt x="700278" y="45919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03" name="任意多边形: 形状 329"/>
                <p:cNvSpPr/>
                <p:nvPr/>
              </p:nvSpPr>
              <p:spPr>
                <a:xfrm>
                  <a:off x="-364845" y="6014958"/>
                  <a:ext cx="57683" cy="100023"/>
                </a:xfrm>
                <a:custGeom>
                  <a:avLst/>
                  <a:gdLst>
                    <a:gd name="connsiteX0" fmla="*/ 403765 w 403764"/>
                    <a:gd name="connsiteY0" fmla="*/ 700134 h 700134"/>
                    <a:gd name="connsiteX1" fmla="*/ 177927 w 403764"/>
                    <a:gd name="connsiteY1" fmla="*/ 549734 h 700134"/>
                    <a:gd name="connsiteX2" fmla="*/ 124587 w 403764"/>
                    <a:gd name="connsiteY2" fmla="*/ 366664 h 700134"/>
                    <a:gd name="connsiteX3" fmla="*/ 53912 w 403764"/>
                    <a:gd name="connsiteY3" fmla="*/ 92439 h 700134"/>
                    <a:gd name="connsiteX4" fmla="*/ 0 w 403764"/>
                    <a:gd name="connsiteY4" fmla="*/ 22145 h 700134"/>
                    <a:gd name="connsiteX5" fmla="*/ 148495 w 403764"/>
                    <a:gd name="connsiteY5" fmla="*/ 9095 h 700134"/>
                    <a:gd name="connsiteX6" fmla="*/ 388906 w 403764"/>
                    <a:gd name="connsiteY6" fmla="*/ 237029 h 700134"/>
                    <a:gd name="connsiteX7" fmla="*/ 390525 w 403764"/>
                    <a:gd name="connsiteY7" fmla="*/ 354758 h 700134"/>
                    <a:gd name="connsiteX8" fmla="*/ 371380 w 403764"/>
                    <a:gd name="connsiteY8" fmla="*/ 543924 h 700134"/>
                    <a:gd name="connsiteX9" fmla="*/ 403765 w 403764"/>
                    <a:gd name="connsiteY9" fmla="*/ 700134 h 70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764" h="700134">
                      <a:moveTo>
                        <a:pt x="403765" y="700134"/>
                      </a:moveTo>
                      <a:cubicBezTo>
                        <a:pt x="312706" y="665368"/>
                        <a:pt x="235458" y="622791"/>
                        <a:pt x="177927" y="549734"/>
                      </a:cubicBezTo>
                      <a:cubicBezTo>
                        <a:pt x="135160" y="495442"/>
                        <a:pt x="126778" y="432386"/>
                        <a:pt x="124587" y="366664"/>
                      </a:cubicBezTo>
                      <a:cubicBezTo>
                        <a:pt x="121349" y="270080"/>
                        <a:pt x="102013" y="177212"/>
                        <a:pt x="53912" y="92439"/>
                      </a:cubicBezTo>
                      <a:cubicBezTo>
                        <a:pt x="39529" y="67198"/>
                        <a:pt x="18383" y="45766"/>
                        <a:pt x="0" y="22145"/>
                      </a:cubicBezTo>
                      <a:cubicBezTo>
                        <a:pt x="44006" y="-3097"/>
                        <a:pt x="95917" y="-5764"/>
                        <a:pt x="148495" y="9095"/>
                      </a:cubicBezTo>
                      <a:cubicBezTo>
                        <a:pt x="268129" y="43004"/>
                        <a:pt x="356235" y="113299"/>
                        <a:pt x="388906" y="237029"/>
                      </a:cubicBezTo>
                      <a:cubicBezTo>
                        <a:pt x="398621" y="273890"/>
                        <a:pt x="393383" y="315610"/>
                        <a:pt x="390525" y="354758"/>
                      </a:cubicBezTo>
                      <a:cubicBezTo>
                        <a:pt x="385858" y="418004"/>
                        <a:pt x="375666" y="480773"/>
                        <a:pt x="371380" y="543924"/>
                      </a:cubicBezTo>
                      <a:cubicBezTo>
                        <a:pt x="367856" y="596216"/>
                        <a:pt x="376523" y="647461"/>
                        <a:pt x="403765" y="7001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04" name="任意多边形: 形状 330"/>
                <p:cNvSpPr/>
                <p:nvPr/>
              </p:nvSpPr>
              <p:spPr>
                <a:xfrm>
                  <a:off x="-299835" y="6050589"/>
                  <a:ext cx="54710" cy="98083"/>
                </a:xfrm>
                <a:custGeom>
                  <a:avLst/>
                  <a:gdLst>
                    <a:gd name="connsiteX0" fmla="*/ 382954 w 382954"/>
                    <a:gd name="connsiteY0" fmla="*/ 358997 h 686561"/>
                    <a:gd name="connsiteX1" fmla="*/ 84155 w 382954"/>
                    <a:gd name="connsiteY1" fmla="*/ 686562 h 686561"/>
                    <a:gd name="connsiteX2" fmla="*/ 27291 w 382954"/>
                    <a:gd name="connsiteY2" fmla="*/ 573405 h 686561"/>
                    <a:gd name="connsiteX3" fmla="*/ 56723 w 382954"/>
                    <a:gd name="connsiteY3" fmla="*/ 176213 h 686561"/>
                    <a:gd name="connsiteX4" fmla="*/ 233602 w 382954"/>
                    <a:gd name="connsiteY4" fmla="*/ 27527 h 686561"/>
                    <a:gd name="connsiteX5" fmla="*/ 378763 w 382954"/>
                    <a:gd name="connsiteY5" fmla="*/ 0 h 686561"/>
                    <a:gd name="connsiteX6" fmla="*/ 350474 w 382954"/>
                    <a:gd name="connsiteY6" fmla="*/ 182118 h 686561"/>
                    <a:gd name="connsiteX7" fmla="*/ 382954 w 382954"/>
                    <a:gd name="connsiteY7" fmla="*/ 358997 h 68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54" h="686561">
                      <a:moveTo>
                        <a:pt x="382954" y="358997"/>
                      </a:moveTo>
                      <a:cubicBezTo>
                        <a:pt x="235507" y="427101"/>
                        <a:pt x="112158" y="513016"/>
                        <a:pt x="84155" y="686562"/>
                      </a:cubicBezTo>
                      <a:cubicBezTo>
                        <a:pt x="58152" y="653605"/>
                        <a:pt x="40245" y="614553"/>
                        <a:pt x="27291" y="573405"/>
                      </a:cubicBezTo>
                      <a:cubicBezTo>
                        <a:pt x="-15477" y="437197"/>
                        <a:pt x="-9666" y="304038"/>
                        <a:pt x="56723" y="176213"/>
                      </a:cubicBezTo>
                      <a:cubicBezTo>
                        <a:pt x="94918" y="102775"/>
                        <a:pt x="157402" y="56769"/>
                        <a:pt x="233602" y="27527"/>
                      </a:cubicBezTo>
                      <a:cubicBezTo>
                        <a:pt x="281608" y="9144"/>
                        <a:pt x="331424" y="3238"/>
                        <a:pt x="378763" y="0"/>
                      </a:cubicBezTo>
                      <a:cubicBezTo>
                        <a:pt x="368857" y="62103"/>
                        <a:pt x="356189" y="121729"/>
                        <a:pt x="350474" y="182118"/>
                      </a:cubicBezTo>
                      <a:cubicBezTo>
                        <a:pt x="344854" y="242506"/>
                        <a:pt x="349045" y="302895"/>
                        <a:pt x="382954" y="35899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05" name="任意多边形: 形状 331"/>
                <p:cNvSpPr/>
                <p:nvPr/>
              </p:nvSpPr>
              <p:spPr>
                <a:xfrm>
                  <a:off x="-238934" y="5868549"/>
                  <a:ext cx="104343" cy="53897"/>
                </a:xfrm>
                <a:custGeom>
                  <a:avLst/>
                  <a:gdLst>
                    <a:gd name="connsiteX0" fmla="*/ 730377 w 730376"/>
                    <a:gd name="connsiteY0" fmla="*/ 161526 h 377267"/>
                    <a:gd name="connsiteX1" fmla="*/ 442436 w 730376"/>
                    <a:gd name="connsiteY1" fmla="*/ 377267 h 377267"/>
                    <a:gd name="connsiteX2" fmla="*/ 0 w 730376"/>
                    <a:gd name="connsiteY2" fmla="*/ 337453 h 377267"/>
                    <a:gd name="connsiteX3" fmla="*/ 17621 w 730376"/>
                    <a:gd name="connsiteY3" fmla="*/ 291828 h 377267"/>
                    <a:gd name="connsiteX4" fmla="*/ 379857 w 730376"/>
                    <a:gd name="connsiteY4" fmla="*/ 6935 h 377267"/>
                    <a:gd name="connsiteX5" fmla="*/ 654653 w 730376"/>
                    <a:gd name="connsiteY5" fmla="*/ 87231 h 377267"/>
                    <a:gd name="connsiteX6" fmla="*/ 730377 w 730376"/>
                    <a:gd name="connsiteY6" fmla="*/ 161526 h 377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0376" h="377267">
                      <a:moveTo>
                        <a:pt x="730377" y="161526"/>
                      </a:moveTo>
                      <a:cubicBezTo>
                        <a:pt x="549497" y="228010"/>
                        <a:pt x="472059" y="306877"/>
                        <a:pt x="442436" y="377267"/>
                      </a:cubicBezTo>
                      <a:cubicBezTo>
                        <a:pt x="301942" y="301829"/>
                        <a:pt x="158972" y="252775"/>
                        <a:pt x="0" y="337453"/>
                      </a:cubicBezTo>
                      <a:cubicBezTo>
                        <a:pt x="6096" y="321451"/>
                        <a:pt x="10763" y="306115"/>
                        <a:pt x="17621" y="291828"/>
                      </a:cubicBezTo>
                      <a:cubicBezTo>
                        <a:pt x="92297" y="138380"/>
                        <a:pt x="215455" y="43321"/>
                        <a:pt x="379857" y="6935"/>
                      </a:cubicBezTo>
                      <a:cubicBezTo>
                        <a:pt x="482537" y="-15830"/>
                        <a:pt x="575405" y="19127"/>
                        <a:pt x="654653" y="87231"/>
                      </a:cubicBezTo>
                      <a:cubicBezTo>
                        <a:pt x="680466" y="109329"/>
                        <a:pt x="703326" y="134856"/>
                        <a:pt x="730377" y="16152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06" name="任意多边形: 形状 332"/>
                <p:cNvSpPr/>
                <p:nvPr/>
              </p:nvSpPr>
              <p:spPr>
                <a:xfrm>
                  <a:off x="-253011" y="5784506"/>
                  <a:ext cx="50062" cy="112848"/>
                </a:xfrm>
                <a:custGeom>
                  <a:avLst/>
                  <a:gdLst>
                    <a:gd name="connsiteX0" fmla="*/ 115969 w 350420"/>
                    <a:gd name="connsiteY0" fmla="*/ 789908 h 789908"/>
                    <a:gd name="connsiteX1" fmla="*/ 3479 w 350420"/>
                    <a:gd name="connsiteY1" fmla="*/ 560451 h 789908"/>
                    <a:gd name="connsiteX2" fmla="*/ 42246 w 350420"/>
                    <a:gd name="connsiteY2" fmla="*/ 376619 h 789908"/>
                    <a:gd name="connsiteX3" fmla="*/ 130447 w 350420"/>
                    <a:gd name="connsiteY3" fmla="*/ 75057 h 789908"/>
                    <a:gd name="connsiteX4" fmla="*/ 125780 w 350420"/>
                    <a:gd name="connsiteY4" fmla="*/ 36671 h 789908"/>
                    <a:gd name="connsiteX5" fmla="*/ 114731 w 350420"/>
                    <a:gd name="connsiteY5" fmla="*/ 0 h 789908"/>
                    <a:gd name="connsiteX6" fmla="*/ 215791 w 350420"/>
                    <a:gd name="connsiteY6" fmla="*/ 42100 h 789908"/>
                    <a:gd name="connsiteX7" fmla="*/ 349617 w 350420"/>
                    <a:gd name="connsiteY7" fmla="*/ 350996 h 789908"/>
                    <a:gd name="connsiteX8" fmla="*/ 301326 w 350420"/>
                    <a:gd name="connsiteY8" fmla="*/ 467582 h 789908"/>
                    <a:gd name="connsiteX9" fmla="*/ 192836 w 350420"/>
                    <a:gd name="connsiteY9" fmla="*/ 604361 h 789908"/>
                    <a:gd name="connsiteX10" fmla="*/ 115969 w 350420"/>
                    <a:gd name="connsiteY10" fmla="*/ 789908 h 78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0420" h="789908">
                      <a:moveTo>
                        <a:pt x="115969" y="789908"/>
                      </a:moveTo>
                      <a:cubicBezTo>
                        <a:pt x="58343" y="717899"/>
                        <a:pt x="18052" y="645795"/>
                        <a:pt x="3479" y="560451"/>
                      </a:cubicBezTo>
                      <a:cubicBezTo>
                        <a:pt x="-7951" y="493586"/>
                        <a:pt x="9765" y="434626"/>
                        <a:pt x="42246" y="376619"/>
                      </a:cubicBezTo>
                      <a:cubicBezTo>
                        <a:pt x="94538" y="283273"/>
                        <a:pt x="130828" y="184213"/>
                        <a:pt x="130447" y="75057"/>
                      </a:cubicBezTo>
                      <a:cubicBezTo>
                        <a:pt x="130447" y="62198"/>
                        <a:pt x="128447" y="49244"/>
                        <a:pt x="125780" y="36671"/>
                      </a:cubicBezTo>
                      <a:cubicBezTo>
                        <a:pt x="123303" y="24860"/>
                        <a:pt x="118827" y="13525"/>
                        <a:pt x="114731" y="0"/>
                      </a:cubicBezTo>
                      <a:cubicBezTo>
                        <a:pt x="154831" y="286"/>
                        <a:pt x="187597" y="17526"/>
                        <a:pt x="215791" y="42100"/>
                      </a:cubicBezTo>
                      <a:cubicBezTo>
                        <a:pt x="309231" y="123539"/>
                        <a:pt x="357333" y="225933"/>
                        <a:pt x="349617" y="350996"/>
                      </a:cubicBezTo>
                      <a:cubicBezTo>
                        <a:pt x="346950" y="394335"/>
                        <a:pt x="329043" y="433388"/>
                        <a:pt x="301326" y="467582"/>
                      </a:cubicBezTo>
                      <a:cubicBezTo>
                        <a:pt x="264654" y="512731"/>
                        <a:pt x="227888" y="557879"/>
                        <a:pt x="192836" y="604361"/>
                      </a:cubicBezTo>
                      <a:cubicBezTo>
                        <a:pt x="152831" y="657415"/>
                        <a:pt x="120351" y="714375"/>
                        <a:pt x="115969" y="7899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07" name="任意多边形: 形状 333"/>
                <p:cNvSpPr/>
                <p:nvPr/>
              </p:nvSpPr>
              <p:spPr>
                <a:xfrm>
                  <a:off x="-285625" y="6118668"/>
                  <a:ext cx="53685" cy="107037"/>
                </a:xfrm>
                <a:custGeom>
                  <a:avLst/>
                  <a:gdLst>
                    <a:gd name="connsiteX0" fmla="*/ 222241 w 375783"/>
                    <a:gd name="connsiteY0" fmla="*/ 749237 h 749236"/>
                    <a:gd name="connsiteX1" fmla="*/ 83938 w 375783"/>
                    <a:gd name="connsiteY1" fmla="*/ 608266 h 749236"/>
                    <a:gd name="connsiteX2" fmla="*/ 2213 w 375783"/>
                    <a:gd name="connsiteY2" fmla="*/ 364236 h 749236"/>
                    <a:gd name="connsiteX3" fmla="*/ 99845 w 375783"/>
                    <a:gd name="connsiteY3" fmla="*/ 88868 h 749236"/>
                    <a:gd name="connsiteX4" fmla="*/ 240529 w 375783"/>
                    <a:gd name="connsiteY4" fmla="*/ 0 h 749236"/>
                    <a:gd name="connsiteX5" fmla="*/ 375784 w 375783"/>
                    <a:gd name="connsiteY5" fmla="*/ 332613 h 749236"/>
                    <a:gd name="connsiteX6" fmla="*/ 240529 w 375783"/>
                    <a:gd name="connsiteY6" fmla="*/ 518255 h 749236"/>
                    <a:gd name="connsiteX7" fmla="*/ 222241 w 375783"/>
                    <a:gd name="connsiteY7" fmla="*/ 749237 h 74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783" h="749236">
                      <a:moveTo>
                        <a:pt x="222241" y="749237"/>
                      </a:moveTo>
                      <a:cubicBezTo>
                        <a:pt x="161662" y="709994"/>
                        <a:pt x="118609" y="663035"/>
                        <a:pt x="83938" y="608266"/>
                      </a:cubicBezTo>
                      <a:cubicBezTo>
                        <a:pt x="36694" y="533781"/>
                        <a:pt x="11548" y="452056"/>
                        <a:pt x="2213" y="364236"/>
                      </a:cubicBezTo>
                      <a:cubicBezTo>
                        <a:pt x="-9312" y="255937"/>
                        <a:pt x="24311" y="164592"/>
                        <a:pt x="99845" y="88868"/>
                      </a:cubicBezTo>
                      <a:cubicBezTo>
                        <a:pt x="138707" y="49911"/>
                        <a:pt x="184617" y="19431"/>
                        <a:pt x="240529" y="0"/>
                      </a:cubicBezTo>
                      <a:cubicBezTo>
                        <a:pt x="255007" y="123063"/>
                        <a:pt x="275105" y="242697"/>
                        <a:pt x="375784" y="332613"/>
                      </a:cubicBezTo>
                      <a:cubicBezTo>
                        <a:pt x="317491" y="385286"/>
                        <a:pt x="271009" y="446246"/>
                        <a:pt x="240529" y="518255"/>
                      </a:cubicBezTo>
                      <a:cubicBezTo>
                        <a:pt x="209668" y="590836"/>
                        <a:pt x="194333" y="665036"/>
                        <a:pt x="222241" y="74923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08" name="任意多边形: 形状 334"/>
                <p:cNvSpPr/>
                <p:nvPr/>
              </p:nvSpPr>
              <p:spPr>
                <a:xfrm>
                  <a:off x="-131325" y="5801574"/>
                  <a:ext cx="102520" cy="53950"/>
                </a:xfrm>
                <a:custGeom>
                  <a:avLst/>
                  <a:gdLst>
                    <a:gd name="connsiteX0" fmla="*/ 354235 w 717613"/>
                    <a:gd name="connsiteY0" fmla="*/ 377635 h 377635"/>
                    <a:gd name="connsiteX1" fmla="*/ 211836 w 717613"/>
                    <a:gd name="connsiteY1" fmla="*/ 195708 h 377635"/>
                    <a:gd name="connsiteX2" fmla="*/ 0 w 717613"/>
                    <a:gd name="connsiteY2" fmla="*/ 112936 h 377635"/>
                    <a:gd name="connsiteX3" fmla="*/ 71056 w 717613"/>
                    <a:gd name="connsiteY3" fmla="*/ 64930 h 377635"/>
                    <a:gd name="connsiteX4" fmla="*/ 273367 w 717613"/>
                    <a:gd name="connsiteY4" fmla="*/ 2922 h 377635"/>
                    <a:gd name="connsiteX5" fmla="*/ 491014 w 717613"/>
                    <a:gd name="connsiteY5" fmla="*/ 28544 h 377635"/>
                    <a:gd name="connsiteX6" fmla="*/ 685133 w 717613"/>
                    <a:gd name="connsiteY6" fmla="*/ 229331 h 377635"/>
                    <a:gd name="connsiteX7" fmla="*/ 717613 w 717613"/>
                    <a:gd name="connsiteY7" fmla="*/ 343822 h 377635"/>
                    <a:gd name="connsiteX8" fmla="*/ 354235 w 717613"/>
                    <a:gd name="connsiteY8" fmla="*/ 377635 h 377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7613" h="377635">
                      <a:moveTo>
                        <a:pt x="354235" y="377635"/>
                      </a:moveTo>
                      <a:cubicBezTo>
                        <a:pt x="317278" y="307627"/>
                        <a:pt x="273082" y="244762"/>
                        <a:pt x="211836" y="195708"/>
                      </a:cubicBezTo>
                      <a:cubicBezTo>
                        <a:pt x="151067" y="147130"/>
                        <a:pt x="84677" y="112078"/>
                        <a:pt x="0" y="112936"/>
                      </a:cubicBezTo>
                      <a:cubicBezTo>
                        <a:pt x="23622" y="96838"/>
                        <a:pt x="46101" y="78550"/>
                        <a:pt x="71056" y="64930"/>
                      </a:cubicBezTo>
                      <a:cubicBezTo>
                        <a:pt x="134017" y="30544"/>
                        <a:pt x="201263" y="10351"/>
                        <a:pt x="273367" y="2922"/>
                      </a:cubicBezTo>
                      <a:cubicBezTo>
                        <a:pt x="348520" y="-4889"/>
                        <a:pt x="421100" y="2731"/>
                        <a:pt x="491014" y="28544"/>
                      </a:cubicBezTo>
                      <a:cubicBezTo>
                        <a:pt x="587026" y="63977"/>
                        <a:pt x="649986" y="134557"/>
                        <a:pt x="685133" y="229331"/>
                      </a:cubicBezTo>
                      <a:cubicBezTo>
                        <a:pt x="698373" y="265050"/>
                        <a:pt x="706184" y="302864"/>
                        <a:pt x="717613" y="343822"/>
                      </a:cubicBezTo>
                      <a:cubicBezTo>
                        <a:pt x="589407" y="322295"/>
                        <a:pt x="468916" y="307436"/>
                        <a:pt x="354235" y="3776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09" name="任意多边形: 形状 335"/>
                <p:cNvSpPr/>
                <p:nvPr/>
              </p:nvSpPr>
              <p:spPr>
                <a:xfrm>
                  <a:off x="-295090" y="5986357"/>
                  <a:ext cx="78731" cy="78901"/>
                </a:xfrm>
                <a:custGeom>
                  <a:avLst/>
                  <a:gdLst>
                    <a:gd name="connsiteX0" fmla="*/ 551096 w 551095"/>
                    <a:gd name="connsiteY0" fmla="*/ 33369 h 552290"/>
                    <a:gd name="connsiteX1" fmla="*/ 411555 w 551095"/>
                    <a:gd name="connsiteY1" fmla="*/ 364743 h 552290"/>
                    <a:gd name="connsiteX2" fmla="*/ 10933 w 551095"/>
                    <a:gd name="connsiteY2" fmla="*/ 552291 h 552290"/>
                    <a:gd name="connsiteX3" fmla="*/ 14743 w 551095"/>
                    <a:gd name="connsiteY3" fmla="*/ 343979 h 552290"/>
                    <a:gd name="connsiteX4" fmla="*/ 192575 w 551095"/>
                    <a:gd name="connsiteY4" fmla="*/ 61086 h 552290"/>
                    <a:gd name="connsiteX5" fmla="*/ 350595 w 551095"/>
                    <a:gd name="connsiteY5" fmla="*/ 2031 h 552290"/>
                    <a:gd name="connsiteX6" fmla="*/ 551096 w 551095"/>
                    <a:gd name="connsiteY6" fmla="*/ 33369 h 552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1095" h="552290">
                      <a:moveTo>
                        <a:pt x="551096" y="33369"/>
                      </a:moveTo>
                      <a:cubicBezTo>
                        <a:pt x="472610" y="133000"/>
                        <a:pt x="402982" y="232441"/>
                        <a:pt x="411555" y="364743"/>
                      </a:cubicBezTo>
                      <a:cubicBezTo>
                        <a:pt x="250582" y="369601"/>
                        <a:pt x="103421" y="401224"/>
                        <a:pt x="10933" y="552291"/>
                      </a:cubicBezTo>
                      <a:cubicBezTo>
                        <a:pt x="-5545" y="482567"/>
                        <a:pt x="-2688" y="412940"/>
                        <a:pt x="14743" y="343979"/>
                      </a:cubicBezTo>
                      <a:cubicBezTo>
                        <a:pt x="43318" y="230631"/>
                        <a:pt x="98658" y="133190"/>
                        <a:pt x="192575" y="61086"/>
                      </a:cubicBezTo>
                      <a:cubicBezTo>
                        <a:pt x="238771" y="25653"/>
                        <a:pt x="292302" y="8603"/>
                        <a:pt x="350595" y="2031"/>
                      </a:cubicBezTo>
                      <a:cubicBezTo>
                        <a:pt x="419937" y="-5779"/>
                        <a:pt x="484231" y="9842"/>
                        <a:pt x="551096" y="333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10" name="任意多边形: 形状 336"/>
                <p:cNvSpPr/>
                <p:nvPr/>
              </p:nvSpPr>
              <p:spPr>
                <a:xfrm>
                  <a:off x="-253102" y="6177398"/>
                  <a:ext cx="53249" cy="107241"/>
                </a:xfrm>
                <a:custGeom>
                  <a:avLst/>
                  <a:gdLst>
                    <a:gd name="connsiteX0" fmla="*/ 186612 w 372730"/>
                    <a:gd name="connsiteY0" fmla="*/ 0 h 750665"/>
                    <a:gd name="connsiteX1" fmla="*/ 372731 w 372730"/>
                    <a:gd name="connsiteY1" fmla="*/ 312706 h 750665"/>
                    <a:gd name="connsiteX2" fmla="*/ 286625 w 372730"/>
                    <a:gd name="connsiteY2" fmla="*/ 750665 h 750665"/>
                    <a:gd name="connsiteX3" fmla="*/ 198328 w 372730"/>
                    <a:gd name="connsiteY3" fmla="*/ 693801 h 750665"/>
                    <a:gd name="connsiteX4" fmla="*/ 6590 w 372730"/>
                    <a:gd name="connsiteY4" fmla="*/ 375190 h 750665"/>
                    <a:gd name="connsiteX5" fmla="*/ 89838 w 372730"/>
                    <a:gd name="connsiteY5" fmla="*/ 89630 h 750665"/>
                    <a:gd name="connsiteX6" fmla="*/ 186612 w 372730"/>
                    <a:gd name="connsiteY6" fmla="*/ 0 h 750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2730" h="750665">
                      <a:moveTo>
                        <a:pt x="186612" y="0"/>
                      </a:moveTo>
                      <a:cubicBezTo>
                        <a:pt x="222141" y="125730"/>
                        <a:pt x="261193" y="240982"/>
                        <a:pt x="372731" y="312706"/>
                      </a:cubicBezTo>
                      <a:cubicBezTo>
                        <a:pt x="283101" y="445198"/>
                        <a:pt x="221855" y="583025"/>
                        <a:pt x="286625" y="750665"/>
                      </a:cubicBezTo>
                      <a:cubicBezTo>
                        <a:pt x="257097" y="731806"/>
                        <a:pt x="225855" y="715232"/>
                        <a:pt x="198328" y="693801"/>
                      </a:cubicBezTo>
                      <a:cubicBezTo>
                        <a:pt x="94029" y="612267"/>
                        <a:pt x="31641" y="503968"/>
                        <a:pt x="6590" y="375190"/>
                      </a:cubicBezTo>
                      <a:cubicBezTo>
                        <a:pt x="-14460" y="266890"/>
                        <a:pt x="15353" y="170593"/>
                        <a:pt x="89838" y="89630"/>
                      </a:cubicBezTo>
                      <a:cubicBezTo>
                        <a:pt x="118509" y="58483"/>
                        <a:pt x="152037" y="31718"/>
                        <a:pt x="186612"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11" name="任意多边形: 形状 337"/>
                <p:cNvSpPr/>
                <p:nvPr/>
              </p:nvSpPr>
              <p:spPr>
                <a:xfrm>
                  <a:off x="-187389" y="5830785"/>
                  <a:ext cx="107078" cy="53247"/>
                </a:xfrm>
                <a:custGeom>
                  <a:avLst/>
                  <a:gdLst>
                    <a:gd name="connsiteX0" fmla="*/ 749522 w 749522"/>
                    <a:gd name="connsiteY0" fmla="*/ 253370 h 372718"/>
                    <a:gd name="connsiteX1" fmla="*/ 406908 w 749522"/>
                    <a:gd name="connsiteY1" fmla="*/ 372718 h 372718"/>
                    <a:gd name="connsiteX2" fmla="*/ 0 w 749522"/>
                    <a:gd name="connsiteY2" fmla="*/ 200220 h 372718"/>
                    <a:gd name="connsiteX3" fmla="*/ 69723 w 749522"/>
                    <a:gd name="connsiteY3" fmla="*/ 126782 h 372718"/>
                    <a:gd name="connsiteX4" fmla="*/ 301276 w 749522"/>
                    <a:gd name="connsiteY4" fmla="*/ 12578 h 372718"/>
                    <a:gd name="connsiteX5" fmla="*/ 550259 w 749522"/>
                    <a:gd name="connsiteY5" fmla="*/ 27913 h 372718"/>
                    <a:gd name="connsiteX6" fmla="*/ 704279 w 749522"/>
                    <a:gd name="connsiteY6" fmla="*/ 166407 h 372718"/>
                    <a:gd name="connsiteX7" fmla="*/ 749522 w 749522"/>
                    <a:gd name="connsiteY7" fmla="*/ 253370 h 37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9522" h="372718">
                      <a:moveTo>
                        <a:pt x="749522" y="253370"/>
                      </a:moveTo>
                      <a:cubicBezTo>
                        <a:pt x="621792" y="262037"/>
                        <a:pt x="502063" y="278325"/>
                        <a:pt x="406908" y="372718"/>
                      </a:cubicBezTo>
                      <a:cubicBezTo>
                        <a:pt x="297752" y="257465"/>
                        <a:pt x="175165" y="171550"/>
                        <a:pt x="0" y="200220"/>
                      </a:cubicBezTo>
                      <a:cubicBezTo>
                        <a:pt x="23146" y="175646"/>
                        <a:pt x="44482" y="148976"/>
                        <a:pt x="69723" y="126782"/>
                      </a:cubicBezTo>
                      <a:cubicBezTo>
                        <a:pt x="136493" y="68299"/>
                        <a:pt x="214408" y="30008"/>
                        <a:pt x="301276" y="12578"/>
                      </a:cubicBezTo>
                      <a:cubicBezTo>
                        <a:pt x="385096" y="-4186"/>
                        <a:pt x="469106" y="-8758"/>
                        <a:pt x="550259" y="27913"/>
                      </a:cubicBezTo>
                      <a:cubicBezTo>
                        <a:pt x="616363" y="57821"/>
                        <a:pt x="666560" y="105542"/>
                        <a:pt x="704279" y="166407"/>
                      </a:cubicBezTo>
                      <a:cubicBezTo>
                        <a:pt x="720947" y="193267"/>
                        <a:pt x="733711" y="222604"/>
                        <a:pt x="749522" y="2533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12" name="任意多边形: 形状 338"/>
                <p:cNvSpPr/>
                <p:nvPr/>
              </p:nvSpPr>
              <p:spPr>
                <a:xfrm>
                  <a:off x="-276656" y="5921039"/>
                  <a:ext cx="88070" cy="69473"/>
                </a:xfrm>
                <a:custGeom>
                  <a:avLst/>
                  <a:gdLst>
                    <a:gd name="connsiteX0" fmla="*/ 616471 w 616470"/>
                    <a:gd name="connsiteY0" fmla="*/ 67480 h 486294"/>
                    <a:gd name="connsiteX1" fmla="*/ 426447 w 616470"/>
                    <a:gd name="connsiteY1" fmla="*/ 367708 h 486294"/>
                    <a:gd name="connsiteX2" fmla="*/ 870 w 616470"/>
                    <a:gd name="connsiteY2" fmla="*/ 486294 h 486294"/>
                    <a:gd name="connsiteX3" fmla="*/ 1251 w 616470"/>
                    <a:gd name="connsiteY3" fmla="*/ 421429 h 486294"/>
                    <a:gd name="connsiteX4" fmla="*/ 143364 w 616470"/>
                    <a:gd name="connsiteY4" fmla="*/ 124058 h 486294"/>
                    <a:gd name="connsiteX5" fmla="*/ 392443 w 616470"/>
                    <a:gd name="connsiteY5" fmla="*/ 138 h 486294"/>
                    <a:gd name="connsiteX6" fmla="*/ 616471 w 616470"/>
                    <a:gd name="connsiteY6" fmla="*/ 67480 h 48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6470" h="486294">
                      <a:moveTo>
                        <a:pt x="616471" y="67480"/>
                      </a:moveTo>
                      <a:cubicBezTo>
                        <a:pt x="524840" y="150252"/>
                        <a:pt x="441211" y="235405"/>
                        <a:pt x="426447" y="367708"/>
                      </a:cubicBezTo>
                      <a:cubicBezTo>
                        <a:pt x="270523" y="348372"/>
                        <a:pt x="119361" y="353039"/>
                        <a:pt x="870" y="486294"/>
                      </a:cubicBezTo>
                      <a:cubicBezTo>
                        <a:pt x="870" y="464101"/>
                        <a:pt x="-1321" y="442479"/>
                        <a:pt x="1251" y="421429"/>
                      </a:cubicBezTo>
                      <a:cubicBezTo>
                        <a:pt x="15062" y="306462"/>
                        <a:pt x="65259" y="208069"/>
                        <a:pt x="143364" y="124058"/>
                      </a:cubicBezTo>
                      <a:cubicBezTo>
                        <a:pt x="210515" y="51859"/>
                        <a:pt x="291382" y="3567"/>
                        <a:pt x="392443" y="138"/>
                      </a:cubicBezTo>
                      <a:cubicBezTo>
                        <a:pt x="453117" y="-1862"/>
                        <a:pt x="547605" y="17759"/>
                        <a:pt x="616471" y="6748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13" name="任意多边形: 形状 339"/>
                <p:cNvSpPr/>
                <p:nvPr/>
              </p:nvSpPr>
              <p:spPr>
                <a:xfrm>
                  <a:off x="-205686" y="6239980"/>
                  <a:ext cx="47513" cy="90463"/>
                </a:xfrm>
                <a:custGeom>
                  <a:avLst/>
                  <a:gdLst>
                    <a:gd name="connsiteX0" fmla="*/ 121221 w 332580"/>
                    <a:gd name="connsiteY0" fmla="*/ 0 h 633222"/>
                    <a:gd name="connsiteX1" fmla="*/ 332580 w 332580"/>
                    <a:gd name="connsiteY1" fmla="*/ 242316 h 633222"/>
                    <a:gd name="connsiteX2" fmla="*/ 276669 w 332580"/>
                    <a:gd name="connsiteY2" fmla="*/ 437293 h 633222"/>
                    <a:gd name="connsiteX3" fmla="*/ 327437 w 332580"/>
                    <a:gd name="connsiteY3" fmla="*/ 633222 h 633222"/>
                    <a:gd name="connsiteX4" fmla="*/ 303815 w 332580"/>
                    <a:gd name="connsiteY4" fmla="*/ 629698 h 633222"/>
                    <a:gd name="connsiteX5" fmla="*/ 51212 w 332580"/>
                    <a:gd name="connsiteY5" fmla="*/ 421862 h 633222"/>
                    <a:gd name="connsiteX6" fmla="*/ 63 w 332580"/>
                    <a:gd name="connsiteY6" fmla="*/ 244412 h 633222"/>
                    <a:gd name="connsiteX7" fmla="*/ 78263 w 332580"/>
                    <a:gd name="connsiteY7" fmla="*/ 47625 h 633222"/>
                    <a:gd name="connsiteX8" fmla="*/ 121221 w 332580"/>
                    <a:gd name="connsiteY8" fmla="*/ 0 h 633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2580" h="633222">
                      <a:moveTo>
                        <a:pt x="121221" y="0"/>
                      </a:moveTo>
                      <a:cubicBezTo>
                        <a:pt x="172274" y="102299"/>
                        <a:pt x="223328" y="196596"/>
                        <a:pt x="332580" y="242316"/>
                      </a:cubicBezTo>
                      <a:cubicBezTo>
                        <a:pt x="300767" y="304038"/>
                        <a:pt x="281526" y="368999"/>
                        <a:pt x="276669" y="437293"/>
                      </a:cubicBezTo>
                      <a:cubicBezTo>
                        <a:pt x="271811" y="505873"/>
                        <a:pt x="281812" y="571595"/>
                        <a:pt x="327437" y="633222"/>
                      </a:cubicBezTo>
                      <a:cubicBezTo>
                        <a:pt x="317531" y="631793"/>
                        <a:pt x="310387" y="631793"/>
                        <a:pt x="303815" y="629698"/>
                      </a:cubicBezTo>
                      <a:cubicBezTo>
                        <a:pt x="191706" y="594360"/>
                        <a:pt x="110267" y="521684"/>
                        <a:pt x="51212" y="421862"/>
                      </a:cubicBezTo>
                      <a:cubicBezTo>
                        <a:pt x="18827" y="367189"/>
                        <a:pt x="-1271" y="309372"/>
                        <a:pt x="63" y="244412"/>
                      </a:cubicBezTo>
                      <a:cubicBezTo>
                        <a:pt x="1682" y="168593"/>
                        <a:pt x="32162" y="105156"/>
                        <a:pt x="78263" y="47625"/>
                      </a:cubicBezTo>
                      <a:cubicBezTo>
                        <a:pt x="91026" y="31813"/>
                        <a:pt x="105409" y="17431"/>
                        <a:pt x="121221"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14" name="任意多边形: 形状 340"/>
                <p:cNvSpPr/>
                <p:nvPr/>
              </p:nvSpPr>
              <p:spPr>
                <a:xfrm>
                  <a:off x="-158068" y="6285443"/>
                  <a:ext cx="59224" cy="79326"/>
                </a:xfrm>
                <a:custGeom>
                  <a:avLst/>
                  <a:gdLst>
                    <a:gd name="connsiteX0" fmla="*/ 414557 w 414556"/>
                    <a:gd name="connsiteY0" fmla="*/ 554927 h 555265"/>
                    <a:gd name="connsiteX1" fmla="*/ 262252 w 414556"/>
                    <a:gd name="connsiteY1" fmla="*/ 526352 h 555265"/>
                    <a:gd name="connsiteX2" fmla="*/ 35557 w 414556"/>
                    <a:gd name="connsiteY2" fmla="*/ 332137 h 555265"/>
                    <a:gd name="connsiteX3" fmla="*/ 28889 w 414556"/>
                    <a:gd name="connsiteY3" fmla="*/ 67532 h 555265"/>
                    <a:gd name="connsiteX4" fmla="*/ 62989 w 414556"/>
                    <a:gd name="connsiteY4" fmla="*/ 0 h 555265"/>
                    <a:gd name="connsiteX5" fmla="*/ 322355 w 414556"/>
                    <a:gd name="connsiteY5" fmla="*/ 179832 h 555265"/>
                    <a:gd name="connsiteX6" fmla="*/ 414557 w 414556"/>
                    <a:gd name="connsiteY6" fmla="*/ 554927 h 55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556" h="555265">
                      <a:moveTo>
                        <a:pt x="414557" y="554927"/>
                      </a:moveTo>
                      <a:cubicBezTo>
                        <a:pt x="360550" y="557403"/>
                        <a:pt x="310353" y="546163"/>
                        <a:pt x="262252" y="526352"/>
                      </a:cubicBezTo>
                      <a:cubicBezTo>
                        <a:pt x="165573" y="486537"/>
                        <a:pt x="87182" y="424244"/>
                        <a:pt x="35557" y="332137"/>
                      </a:cubicBezTo>
                      <a:cubicBezTo>
                        <a:pt x="-13021" y="245554"/>
                        <a:pt x="-8449" y="156496"/>
                        <a:pt x="28889" y="67532"/>
                      </a:cubicBezTo>
                      <a:cubicBezTo>
                        <a:pt x="38224" y="45148"/>
                        <a:pt x="50702" y="24098"/>
                        <a:pt x="62989" y="0"/>
                      </a:cubicBezTo>
                      <a:cubicBezTo>
                        <a:pt x="135284" y="84582"/>
                        <a:pt x="207864" y="162878"/>
                        <a:pt x="322355" y="179832"/>
                      </a:cubicBezTo>
                      <a:cubicBezTo>
                        <a:pt x="299590" y="317278"/>
                        <a:pt x="302162" y="447961"/>
                        <a:pt x="414557" y="55492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15" name="任意多边形: 形状 341"/>
                <p:cNvSpPr/>
                <p:nvPr/>
              </p:nvSpPr>
              <p:spPr>
                <a:xfrm>
                  <a:off x="-102796" y="6317829"/>
                  <a:ext cx="64887" cy="67614"/>
                </a:xfrm>
                <a:custGeom>
                  <a:avLst/>
                  <a:gdLst>
                    <a:gd name="connsiteX0" fmla="*/ 305699 w 454193"/>
                    <a:gd name="connsiteY0" fmla="*/ 123920 h 473285"/>
                    <a:gd name="connsiteX1" fmla="*/ 454194 w 454193"/>
                    <a:gd name="connsiteY1" fmla="*/ 469964 h 473285"/>
                    <a:gd name="connsiteX2" fmla="*/ 356658 w 454193"/>
                    <a:gd name="connsiteY2" fmla="*/ 472345 h 473285"/>
                    <a:gd name="connsiteX3" fmla="*/ 106627 w 454193"/>
                    <a:gd name="connsiteY3" fmla="*/ 368332 h 473285"/>
                    <a:gd name="connsiteX4" fmla="*/ 1280 w 454193"/>
                    <a:gd name="connsiteY4" fmla="*/ 174879 h 473285"/>
                    <a:gd name="connsiteX5" fmla="*/ 32141 w 454193"/>
                    <a:gd name="connsiteY5" fmla="*/ 0 h 473285"/>
                    <a:gd name="connsiteX6" fmla="*/ 305699 w 454193"/>
                    <a:gd name="connsiteY6" fmla="*/ 123920 h 473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4193" h="473285">
                      <a:moveTo>
                        <a:pt x="305699" y="123920"/>
                      </a:moveTo>
                      <a:cubicBezTo>
                        <a:pt x="309509" y="257366"/>
                        <a:pt x="332369" y="381953"/>
                        <a:pt x="454194" y="469964"/>
                      </a:cubicBezTo>
                      <a:cubicBezTo>
                        <a:pt x="421618" y="471011"/>
                        <a:pt x="388852" y="475107"/>
                        <a:pt x="356658" y="472345"/>
                      </a:cubicBezTo>
                      <a:cubicBezTo>
                        <a:pt x="262646" y="464439"/>
                        <a:pt x="178921" y="429006"/>
                        <a:pt x="106627" y="368332"/>
                      </a:cubicBezTo>
                      <a:cubicBezTo>
                        <a:pt x="46524" y="317945"/>
                        <a:pt x="7852" y="255175"/>
                        <a:pt x="1280" y="174879"/>
                      </a:cubicBezTo>
                      <a:cubicBezTo>
                        <a:pt x="-3673" y="114586"/>
                        <a:pt x="5566" y="57245"/>
                        <a:pt x="32141" y="0"/>
                      </a:cubicBezTo>
                      <a:cubicBezTo>
                        <a:pt x="113199" y="64866"/>
                        <a:pt x="194161" y="127159"/>
                        <a:pt x="305699" y="1239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nvGrpSpPr>
              <p:cNvPr id="416" name="组合 415"/>
              <p:cNvGrpSpPr/>
              <p:nvPr/>
            </p:nvGrpSpPr>
            <p:grpSpPr>
              <a:xfrm>
                <a:off x="3934" y="3051"/>
                <a:ext cx="526" cy="122"/>
                <a:chOff x="4134" y="3051"/>
                <a:chExt cx="526" cy="122"/>
              </a:xfrm>
            </p:grpSpPr>
            <p:sp>
              <p:nvSpPr>
                <p:cNvPr id="417" name="任意多边形: 形状 316"/>
                <p:cNvSpPr/>
                <p:nvPr/>
              </p:nvSpPr>
              <p:spPr>
                <a:xfrm>
                  <a:off x="41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18" name="任意多边形: 形状 316"/>
                <p:cNvSpPr/>
                <p:nvPr/>
              </p:nvSpPr>
              <p:spPr>
                <a:xfrm>
                  <a:off x="43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19" name="任意多边形: 形状 316"/>
                <p:cNvSpPr/>
                <p:nvPr/>
              </p:nvSpPr>
              <p:spPr>
                <a:xfrm>
                  <a:off x="45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grpSp>
          <p:nvGrpSpPr>
            <p:cNvPr id="420" name="组合 419"/>
            <p:cNvGrpSpPr>
              <a:grpSpLocks noChangeAspect="1"/>
            </p:cNvGrpSpPr>
            <p:nvPr/>
          </p:nvGrpSpPr>
          <p:grpSpPr>
            <a:xfrm rot="0">
              <a:off x="8175" y="1577"/>
              <a:ext cx="3401" cy="1046"/>
              <a:chOff x="2324" y="3051"/>
              <a:chExt cx="3746" cy="1152"/>
            </a:xfrm>
          </p:grpSpPr>
          <p:grpSp>
            <p:nvGrpSpPr>
              <p:cNvPr id="421" name="组合 420"/>
              <p:cNvGrpSpPr/>
              <p:nvPr/>
            </p:nvGrpSpPr>
            <p:grpSpPr>
              <a:xfrm rot="0">
                <a:off x="5448" y="3051"/>
                <a:ext cx="622" cy="1153"/>
                <a:chOff x="161382" y="5709773"/>
                <a:chExt cx="394870" cy="732742"/>
              </a:xfrm>
              <a:gradFill>
                <a:gsLst>
                  <a:gs pos="65000">
                    <a:srgbClr val="FFCD69"/>
                  </a:gs>
                  <a:gs pos="0">
                    <a:srgbClr val="FFCD69">
                      <a:lumMod val="60000"/>
                      <a:lumOff val="40000"/>
                    </a:srgbClr>
                  </a:gs>
                </a:gsLst>
                <a:lin ang="16200000" scaled="1"/>
              </a:gradFill>
            </p:grpSpPr>
            <p:sp>
              <p:nvSpPr>
                <p:cNvPr id="422" name="任意多边形: 形状 342"/>
                <p:cNvSpPr/>
                <p:nvPr/>
              </p:nvSpPr>
              <p:spPr>
                <a:xfrm>
                  <a:off x="161382" y="5741166"/>
                  <a:ext cx="94563" cy="59022"/>
                </a:xfrm>
                <a:custGeom>
                  <a:avLst/>
                  <a:gdLst>
                    <a:gd name="connsiteX0" fmla="*/ 661919 w 661918"/>
                    <a:gd name="connsiteY0" fmla="*/ 323183 h 413139"/>
                    <a:gd name="connsiteX1" fmla="*/ 532665 w 661918"/>
                    <a:gd name="connsiteY1" fmla="*/ 342900 h 413139"/>
                    <a:gd name="connsiteX2" fmla="*/ 361786 w 661918"/>
                    <a:gd name="connsiteY2" fmla="*/ 406432 h 413139"/>
                    <a:gd name="connsiteX3" fmla="*/ 110040 w 661918"/>
                    <a:gd name="connsiteY3" fmla="*/ 360331 h 413139"/>
                    <a:gd name="connsiteX4" fmla="*/ 21458 w 661918"/>
                    <a:gd name="connsiteY4" fmla="*/ 227171 h 413139"/>
                    <a:gd name="connsiteX5" fmla="*/ 4980 w 661918"/>
                    <a:gd name="connsiteY5" fmla="*/ 0 h 413139"/>
                    <a:gd name="connsiteX6" fmla="*/ 186717 w 661918"/>
                    <a:gd name="connsiteY6" fmla="*/ 99632 h 413139"/>
                    <a:gd name="connsiteX7" fmla="*/ 337307 w 661918"/>
                    <a:gd name="connsiteY7" fmla="*/ 103727 h 413139"/>
                    <a:gd name="connsiteX8" fmla="*/ 457608 w 661918"/>
                    <a:gd name="connsiteY8" fmla="*/ 125159 h 413139"/>
                    <a:gd name="connsiteX9" fmla="*/ 661919 w 661918"/>
                    <a:gd name="connsiteY9" fmla="*/ 323183 h 41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1918" h="413139">
                      <a:moveTo>
                        <a:pt x="661919" y="323183"/>
                      </a:moveTo>
                      <a:cubicBezTo>
                        <a:pt x="611151" y="308324"/>
                        <a:pt x="571527" y="324136"/>
                        <a:pt x="532665" y="342900"/>
                      </a:cubicBezTo>
                      <a:cubicBezTo>
                        <a:pt x="477705" y="369570"/>
                        <a:pt x="423032" y="397002"/>
                        <a:pt x="361786" y="406432"/>
                      </a:cubicBezTo>
                      <a:cubicBezTo>
                        <a:pt x="272728" y="420053"/>
                        <a:pt x="186336" y="416719"/>
                        <a:pt x="110040" y="360331"/>
                      </a:cubicBezTo>
                      <a:cubicBezTo>
                        <a:pt x="64606" y="326708"/>
                        <a:pt x="37746" y="280130"/>
                        <a:pt x="21458" y="227171"/>
                      </a:cubicBezTo>
                      <a:cubicBezTo>
                        <a:pt x="-1116" y="154019"/>
                        <a:pt x="-4545" y="79153"/>
                        <a:pt x="4980" y="0"/>
                      </a:cubicBezTo>
                      <a:cubicBezTo>
                        <a:pt x="52890" y="59722"/>
                        <a:pt x="115184" y="90868"/>
                        <a:pt x="186717" y="99632"/>
                      </a:cubicBezTo>
                      <a:cubicBezTo>
                        <a:pt x="236342" y="105728"/>
                        <a:pt x="287015" y="103346"/>
                        <a:pt x="337307" y="103727"/>
                      </a:cubicBezTo>
                      <a:cubicBezTo>
                        <a:pt x="378741" y="104108"/>
                        <a:pt x="419031" y="109538"/>
                        <a:pt x="457608" y="125159"/>
                      </a:cubicBezTo>
                      <a:cubicBezTo>
                        <a:pt x="550477" y="162878"/>
                        <a:pt x="613722" y="231267"/>
                        <a:pt x="661919" y="3231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23" name="任意多边形: 形状 343"/>
                <p:cNvSpPr/>
                <p:nvPr/>
              </p:nvSpPr>
              <p:spPr>
                <a:xfrm>
                  <a:off x="247888" y="5709773"/>
                  <a:ext cx="71274" cy="98083"/>
                </a:xfrm>
                <a:custGeom>
                  <a:avLst/>
                  <a:gdLst>
                    <a:gd name="connsiteX0" fmla="*/ 102025 w 498901"/>
                    <a:gd name="connsiteY0" fmla="*/ 0 h 686561"/>
                    <a:gd name="connsiteX1" fmla="*/ 239947 w 498901"/>
                    <a:gd name="connsiteY1" fmla="*/ 210217 h 686561"/>
                    <a:gd name="connsiteX2" fmla="*/ 371964 w 498901"/>
                    <a:gd name="connsiteY2" fmla="*/ 304705 h 686561"/>
                    <a:gd name="connsiteX3" fmla="*/ 485883 w 498901"/>
                    <a:gd name="connsiteY3" fmla="*/ 467392 h 686561"/>
                    <a:gd name="connsiteX4" fmla="*/ 491407 w 498901"/>
                    <a:gd name="connsiteY4" fmla="*/ 674275 h 686561"/>
                    <a:gd name="connsiteX5" fmla="*/ 486645 w 498901"/>
                    <a:gd name="connsiteY5" fmla="*/ 686562 h 686561"/>
                    <a:gd name="connsiteX6" fmla="*/ 207276 w 498901"/>
                    <a:gd name="connsiteY6" fmla="*/ 514541 h 686561"/>
                    <a:gd name="connsiteX7" fmla="*/ 124599 w 498901"/>
                    <a:gd name="connsiteY7" fmla="*/ 480917 h 686561"/>
                    <a:gd name="connsiteX8" fmla="*/ 7537 w 498901"/>
                    <a:gd name="connsiteY8" fmla="*/ 327184 h 686561"/>
                    <a:gd name="connsiteX9" fmla="*/ 58020 w 498901"/>
                    <a:gd name="connsiteY9" fmla="*/ 45434 h 686561"/>
                    <a:gd name="connsiteX10" fmla="*/ 80213 w 498901"/>
                    <a:gd name="connsiteY10" fmla="*/ 16478 h 686561"/>
                    <a:gd name="connsiteX11" fmla="*/ 102025 w 498901"/>
                    <a:gd name="connsiteY11" fmla="*/ 0 h 68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8901" h="686561">
                      <a:moveTo>
                        <a:pt x="102025" y="0"/>
                      </a:moveTo>
                      <a:cubicBezTo>
                        <a:pt x="119266" y="90678"/>
                        <a:pt x="175082" y="154400"/>
                        <a:pt x="239947" y="210217"/>
                      </a:cubicBezTo>
                      <a:cubicBezTo>
                        <a:pt x="280809" y="245364"/>
                        <a:pt x="326625" y="275177"/>
                        <a:pt x="371964" y="304705"/>
                      </a:cubicBezTo>
                      <a:cubicBezTo>
                        <a:pt x="432352" y="343948"/>
                        <a:pt x="468547" y="399098"/>
                        <a:pt x="485883" y="467392"/>
                      </a:cubicBezTo>
                      <a:cubicBezTo>
                        <a:pt x="503314" y="535781"/>
                        <a:pt x="501218" y="605028"/>
                        <a:pt x="491407" y="674275"/>
                      </a:cubicBezTo>
                      <a:cubicBezTo>
                        <a:pt x="490931" y="677894"/>
                        <a:pt x="488740" y="681228"/>
                        <a:pt x="486645" y="686562"/>
                      </a:cubicBezTo>
                      <a:cubicBezTo>
                        <a:pt x="414731" y="593693"/>
                        <a:pt x="308051" y="558832"/>
                        <a:pt x="207276" y="514541"/>
                      </a:cubicBezTo>
                      <a:cubicBezTo>
                        <a:pt x="180035" y="502539"/>
                        <a:pt x="151841" y="492824"/>
                        <a:pt x="124599" y="480917"/>
                      </a:cubicBezTo>
                      <a:cubicBezTo>
                        <a:pt x="57353" y="451390"/>
                        <a:pt x="20967" y="397955"/>
                        <a:pt x="7537" y="327184"/>
                      </a:cubicBezTo>
                      <a:cubicBezTo>
                        <a:pt x="-11513" y="226886"/>
                        <a:pt x="5632" y="132874"/>
                        <a:pt x="58020" y="45434"/>
                      </a:cubicBezTo>
                      <a:cubicBezTo>
                        <a:pt x="64211" y="35052"/>
                        <a:pt x="72022" y="25337"/>
                        <a:pt x="80213" y="16478"/>
                      </a:cubicBezTo>
                      <a:cubicBezTo>
                        <a:pt x="85738" y="10382"/>
                        <a:pt x="93453" y="6287"/>
                        <a:pt x="102025"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24" name="任意多边形: 形状 344"/>
                <p:cNvSpPr/>
                <p:nvPr/>
              </p:nvSpPr>
              <p:spPr>
                <a:xfrm>
                  <a:off x="436641" y="5848557"/>
                  <a:ext cx="47246" cy="112303"/>
                </a:xfrm>
                <a:custGeom>
                  <a:avLst/>
                  <a:gdLst>
                    <a:gd name="connsiteX0" fmla="*/ 284228 w 330709"/>
                    <a:gd name="connsiteY0" fmla="*/ 0 h 786098"/>
                    <a:gd name="connsiteX1" fmla="*/ 270226 w 330709"/>
                    <a:gd name="connsiteY1" fmla="*/ 274796 h 786098"/>
                    <a:gd name="connsiteX2" fmla="*/ 308135 w 330709"/>
                    <a:gd name="connsiteY2" fmla="*/ 394145 h 786098"/>
                    <a:gd name="connsiteX3" fmla="*/ 295277 w 330709"/>
                    <a:gd name="connsiteY3" fmla="*/ 638937 h 786098"/>
                    <a:gd name="connsiteX4" fmla="*/ 182500 w 330709"/>
                    <a:gd name="connsiteY4" fmla="*/ 786098 h 786098"/>
                    <a:gd name="connsiteX5" fmla="*/ 172785 w 330709"/>
                    <a:gd name="connsiteY5" fmla="*/ 712470 h 786098"/>
                    <a:gd name="connsiteX6" fmla="*/ 83726 w 330709"/>
                    <a:gd name="connsiteY6" fmla="*/ 522637 h 786098"/>
                    <a:gd name="connsiteX7" fmla="*/ 37911 w 330709"/>
                    <a:gd name="connsiteY7" fmla="*/ 445961 h 786098"/>
                    <a:gd name="connsiteX8" fmla="*/ 23338 w 330709"/>
                    <a:gd name="connsiteY8" fmla="*/ 202406 h 786098"/>
                    <a:gd name="connsiteX9" fmla="*/ 203551 w 330709"/>
                    <a:gd name="connsiteY9" fmla="*/ 15907 h 786098"/>
                    <a:gd name="connsiteX10" fmla="*/ 284228 w 330709"/>
                    <a:gd name="connsiteY10" fmla="*/ 0 h 78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709" h="786098">
                      <a:moveTo>
                        <a:pt x="284228" y="0"/>
                      </a:moveTo>
                      <a:cubicBezTo>
                        <a:pt x="237555" y="95440"/>
                        <a:pt x="251462" y="185452"/>
                        <a:pt x="270226" y="274796"/>
                      </a:cubicBezTo>
                      <a:cubicBezTo>
                        <a:pt x="278799" y="315468"/>
                        <a:pt x="292038" y="355759"/>
                        <a:pt x="308135" y="394145"/>
                      </a:cubicBezTo>
                      <a:cubicBezTo>
                        <a:pt x="343378" y="478441"/>
                        <a:pt x="336043" y="559118"/>
                        <a:pt x="295277" y="638937"/>
                      </a:cubicBezTo>
                      <a:cubicBezTo>
                        <a:pt x="267082" y="693992"/>
                        <a:pt x="229554" y="741617"/>
                        <a:pt x="182500" y="786098"/>
                      </a:cubicBezTo>
                      <a:cubicBezTo>
                        <a:pt x="179167" y="759524"/>
                        <a:pt x="178024" y="735521"/>
                        <a:pt x="172785" y="712470"/>
                      </a:cubicBezTo>
                      <a:cubicBezTo>
                        <a:pt x="157069" y="642842"/>
                        <a:pt x="118969" y="583311"/>
                        <a:pt x="83726" y="522637"/>
                      </a:cubicBezTo>
                      <a:cubicBezTo>
                        <a:pt x="68772" y="496919"/>
                        <a:pt x="53341" y="471392"/>
                        <a:pt x="37911" y="445961"/>
                      </a:cubicBezTo>
                      <a:cubicBezTo>
                        <a:pt x="-9619" y="367284"/>
                        <a:pt x="-10095" y="285845"/>
                        <a:pt x="23338" y="202406"/>
                      </a:cubicBezTo>
                      <a:cubicBezTo>
                        <a:pt x="58009" y="115729"/>
                        <a:pt x="114873" y="49721"/>
                        <a:pt x="203551" y="15907"/>
                      </a:cubicBezTo>
                      <a:cubicBezTo>
                        <a:pt x="226792" y="6858"/>
                        <a:pt x="253176" y="5810"/>
                        <a:pt x="284228"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25" name="任意多边形: 形状 345"/>
                <p:cNvSpPr/>
                <p:nvPr/>
              </p:nvSpPr>
              <p:spPr>
                <a:xfrm>
                  <a:off x="306784" y="6354415"/>
                  <a:ext cx="111339" cy="46622"/>
                </a:xfrm>
                <a:custGeom>
                  <a:avLst/>
                  <a:gdLst>
                    <a:gd name="connsiteX0" fmla="*/ 775430 w 779345"/>
                    <a:gd name="connsiteY0" fmla="*/ 292072 h 326343"/>
                    <a:gd name="connsiteX1" fmla="*/ 544163 w 779345"/>
                    <a:gd name="connsiteY1" fmla="*/ 266450 h 326343"/>
                    <a:gd name="connsiteX2" fmla="*/ 380429 w 779345"/>
                    <a:gd name="connsiteY2" fmla="*/ 309598 h 326343"/>
                    <a:gd name="connsiteX3" fmla="*/ 134112 w 779345"/>
                    <a:gd name="connsiteY3" fmla="*/ 280928 h 326343"/>
                    <a:gd name="connsiteX4" fmla="*/ 0 w 779345"/>
                    <a:gd name="connsiteY4" fmla="*/ 169390 h 326343"/>
                    <a:gd name="connsiteX5" fmla="*/ 58198 w 779345"/>
                    <a:gd name="connsiteY5" fmla="*/ 163866 h 326343"/>
                    <a:gd name="connsiteX6" fmla="*/ 227647 w 779345"/>
                    <a:gd name="connsiteY6" fmla="*/ 98715 h 326343"/>
                    <a:gd name="connsiteX7" fmla="*/ 355378 w 779345"/>
                    <a:gd name="connsiteY7" fmla="*/ 27087 h 326343"/>
                    <a:gd name="connsiteX8" fmla="*/ 577977 w 779345"/>
                    <a:gd name="connsiteY8" fmla="*/ 22991 h 326343"/>
                    <a:gd name="connsiteX9" fmla="*/ 744760 w 779345"/>
                    <a:gd name="connsiteY9" fmla="*/ 162247 h 326343"/>
                    <a:gd name="connsiteX10" fmla="*/ 778859 w 779345"/>
                    <a:gd name="connsiteY10" fmla="*/ 267593 h 326343"/>
                    <a:gd name="connsiteX11" fmla="*/ 775430 w 779345"/>
                    <a:gd name="connsiteY11" fmla="*/ 292072 h 3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9345" h="326343">
                      <a:moveTo>
                        <a:pt x="775430" y="292072"/>
                      </a:moveTo>
                      <a:cubicBezTo>
                        <a:pt x="699421" y="250829"/>
                        <a:pt x="621506" y="252924"/>
                        <a:pt x="544163" y="266450"/>
                      </a:cubicBezTo>
                      <a:cubicBezTo>
                        <a:pt x="488728" y="276165"/>
                        <a:pt x="433483" y="290644"/>
                        <a:pt x="380429" y="309598"/>
                      </a:cubicBezTo>
                      <a:cubicBezTo>
                        <a:pt x="292417" y="340936"/>
                        <a:pt x="211741" y="326553"/>
                        <a:pt x="134112" y="280928"/>
                      </a:cubicBezTo>
                      <a:cubicBezTo>
                        <a:pt x="84582" y="251781"/>
                        <a:pt x="40672" y="215396"/>
                        <a:pt x="0" y="169390"/>
                      </a:cubicBezTo>
                      <a:cubicBezTo>
                        <a:pt x="21622" y="167390"/>
                        <a:pt x="39910" y="165961"/>
                        <a:pt x="58198" y="163866"/>
                      </a:cubicBezTo>
                      <a:cubicBezTo>
                        <a:pt x="120396" y="157008"/>
                        <a:pt x="174212" y="128052"/>
                        <a:pt x="227647" y="98715"/>
                      </a:cubicBezTo>
                      <a:cubicBezTo>
                        <a:pt x="270415" y="75188"/>
                        <a:pt x="311944" y="49280"/>
                        <a:pt x="355378" y="27087"/>
                      </a:cubicBezTo>
                      <a:cubicBezTo>
                        <a:pt x="428434" y="-10251"/>
                        <a:pt x="503777" y="-6441"/>
                        <a:pt x="577977" y="22991"/>
                      </a:cubicBezTo>
                      <a:cubicBezTo>
                        <a:pt x="648462" y="50995"/>
                        <a:pt x="708088" y="94905"/>
                        <a:pt x="744760" y="162247"/>
                      </a:cubicBezTo>
                      <a:cubicBezTo>
                        <a:pt x="762095" y="194155"/>
                        <a:pt x="768572" y="232065"/>
                        <a:pt x="778859" y="267593"/>
                      </a:cubicBezTo>
                      <a:cubicBezTo>
                        <a:pt x="780669" y="274070"/>
                        <a:pt x="776954" y="282166"/>
                        <a:pt x="775430" y="29207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26" name="任意多边形: 形状 346"/>
                <p:cNvSpPr/>
                <p:nvPr/>
              </p:nvSpPr>
              <p:spPr>
                <a:xfrm>
                  <a:off x="474520" y="5928904"/>
                  <a:ext cx="49387" cy="107369"/>
                </a:xfrm>
                <a:custGeom>
                  <a:avLst/>
                  <a:gdLst>
                    <a:gd name="connsiteX0" fmla="*/ 78806 w 345696"/>
                    <a:gd name="connsiteY0" fmla="*/ 751560 h 751560"/>
                    <a:gd name="connsiteX1" fmla="*/ 88046 w 345696"/>
                    <a:gd name="connsiteY1" fmla="*/ 688124 h 751560"/>
                    <a:gd name="connsiteX2" fmla="*/ 66519 w 345696"/>
                    <a:gd name="connsiteY2" fmla="*/ 551249 h 751560"/>
                    <a:gd name="connsiteX3" fmla="*/ 16703 w 345696"/>
                    <a:gd name="connsiteY3" fmla="*/ 395230 h 751560"/>
                    <a:gd name="connsiteX4" fmla="*/ 44612 w 345696"/>
                    <a:gd name="connsiteY4" fmla="*/ 157105 h 751560"/>
                    <a:gd name="connsiteX5" fmla="*/ 240160 w 345696"/>
                    <a:gd name="connsiteY5" fmla="*/ 7277 h 751560"/>
                    <a:gd name="connsiteX6" fmla="*/ 345697 w 345696"/>
                    <a:gd name="connsiteY6" fmla="*/ 9658 h 751560"/>
                    <a:gd name="connsiteX7" fmla="*/ 280355 w 345696"/>
                    <a:gd name="connsiteY7" fmla="*/ 316649 h 751560"/>
                    <a:gd name="connsiteX8" fmla="*/ 292833 w 345696"/>
                    <a:gd name="connsiteY8" fmla="*/ 444188 h 751560"/>
                    <a:gd name="connsiteX9" fmla="*/ 271687 w 345696"/>
                    <a:gd name="connsiteY9" fmla="*/ 553154 h 751560"/>
                    <a:gd name="connsiteX10" fmla="*/ 78806 w 345696"/>
                    <a:gd name="connsiteY10" fmla="*/ 751560 h 7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5696" h="751560">
                      <a:moveTo>
                        <a:pt x="78806" y="751560"/>
                      </a:moveTo>
                      <a:cubicBezTo>
                        <a:pt x="82712" y="726700"/>
                        <a:pt x="89950" y="706983"/>
                        <a:pt x="88046" y="688124"/>
                      </a:cubicBezTo>
                      <a:cubicBezTo>
                        <a:pt x="83378" y="642213"/>
                        <a:pt x="77758" y="595922"/>
                        <a:pt x="66519" y="551249"/>
                      </a:cubicBezTo>
                      <a:cubicBezTo>
                        <a:pt x="53279" y="498386"/>
                        <a:pt x="34991" y="446665"/>
                        <a:pt x="16703" y="395230"/>
                      </a:cubicBezTo>
                      <a:cubicBezTo>
                        <a:pt x="-13396" y="310838"/>
                        <a:pt x="-2061" y="230733"/>
                        <a:pt x="44612" y="157105"/>
                      </a:cubicBezTo>
                      <a:cubicBezTo>
                        <a:pt x="90808" y="84143"/>
                        <a:pt x="154054" y="29851"/>
                        <a:pt x="240160" y="7277"/>
                      </a:cubicBezTo>
                      <a:cubicBezTo>
                        <a:pt x="275402" y="-1963"/>
                        <a:pt x="310550" y="-3677"/>
                        <a:pt x="345697" y="9658"/>
                      </a:cubicBezTo>
                      <a:cubicBezTo>
                        <a:pt x="278355" y="102908"/>
                        <a:pt x="271878" y="208349"/>
                        <a:pt x="280355" y="316649"/>
                      </a:cubicBezTo>
                      <a:cubicBezTo>
                        <a:pt x="283689" y="359225"/>
                        <a:pt x="293785" y="401802"/>
                        <a:pt x="292833" y="444188"/>
                      </a:cubicBezTo>
                      <a:cubicBezTo>
                        <a:pt x="291976" y="480764"/>
                        <a:pt x="285975" y="519722"/>
                        <a:pt x="271687" y="553154"/>
                      </a:cubicBezTo>
                      <a:cubicBezTo>
                        <a:pt x="234063" y="640784"/>
                        <a:pt x="163674" y="699458"/>
                        <a:pt x="78806" y="75156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27" name="任意多边形: 形状 347"/>
                <p:cNvSpPr/>
                <p:nvPr/>
              </p:nvSpPr>
              <p:spPr>
                <a:xfrm>
                  <a:off x="229166" y="6393357"/>
                  <a:ext cx="106681" cy="49158"/>
                </a:xfrm>
                <a:custGeom>
                  <a:avLst/>
                  <a:gdLst>
                    <a:gd name="connsiteX0" fmla="*/ 743998 w 746743"/>
                    <a:gd name="connsiteY0" fmla="*/ 344095 h 344094"/>
                    <a:gd name="connsiteX1" fmla="*/ 509969 w 746743"/>
                    <a:gd name="connsiteY1" fmla="*/ 278373 h 344094"/>
                    <a:gd name="connsiteX2" fmla="*/ 343281 w 746743"/>
                    <a:gd name="connsiteY2" fmla="*/ 290850 h 344094"/>
                    <a:gd name="connsiteX3" fmla="*/ 155162 w 746743"/>
                    <a:gd name="connsiteY3" fmla="*/ 249036 h 344094"/>
                    <a:gd name="connsiteX4" fmla="*/ 0 w 746743"/>
                    <a:gd name="connsiteY4" fmla="*/ 77681 h 344094"/>
                    <a:gd name="connsiteX5" fmla="*/ 51911 w 746743"/>
                    <a:gd name="connsiteY5" fmla="*/ 85301 h 344094"/>
                    <a:gd name="connsiteX6" fmla="*/ 225076 w 746743"/>
                    <a:gd name="connsiteY6" fmla="*/ 59107 h 344094"/>
                    <a:gd name="connsiteX7" fmla="*/ 347186 w 746743"/>
                    <a:gd name="connsiteY7" fmla="*/ 19769 h 344094"/>
                    <a:gd name="connsiteX8" fmla="*/ 589979 w 746743"/>
                    <a:gd name="connsiteY8" fmla="*/ 44248 h 344094"/>
                    <a:gd name="connsiteX9" fmla="*/ 744950 w 746743"/>
                    <a:gd name="connsiteY9" fmla="*/ 263323 h 344094"/>
                    <a:gd name="connsiteX10" fmla="*/ 743998 w 746743"/>
                    <a:gd name="connsiteY10" fmla="*/ 344095 h 344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6743" h="344094">
                      <a:moveTo>
                        <a:pt x="743998" y="344095"/>
                      </a:moveTo>
                      <a:cubicBezTo>
                        <a:pt x="670084" y="290755"/>
                        <a:pt x="590550" y="279610"/>
                        <a:pt x="509969" y="278373"/>
                      </a:cubicBezTo>
                      <a:cubicBezTo>
                        <a:pt x="454438" y="277515"/>
                        <a:pt x="398716" y="284754"/>
                        <a:pt x="343281" y="290850"/>
                      </a:cubicBezTo>
                      <a:cubicBezTo>
                        <a:pt x="275463" y="298280"/>
                        <a:pt x="212407" y="287802"/>
                        <a:pt x="155162" y="249036"/>
                      </a:cubicBezTo>
                      <a:cubicBezTo>
                        <a:pt x="90773" y="205411"/>
                        <a:pt x="41243" y="148356"/>
                        <a:pt x="0" y="77681"/>
                      </a:cubicBezTo>
                      <a:cubicBezTo>
                        <a:pt x="20003" y="80729"/>
                        <a:pt x="35909" y="84062"/>
                        <a:pt x="51911" y="85301"/>
                      </a:cubicBezTo>
                      <a:cubicBezTo>
                        <a:pt x="111633" y="90063"/>
                        <a:pt x="168688" y="77109"/>
                        <a:pt x="225076" y="59107"/>
                      </a:cubicBezTo>
                      <a:cubicBezTo>
                        <a:pt x="265843" y="46058"/>
                        <a:pt x="307467" y="35485"/>
                        <a:pt x="347186" y="19769"/>
                      </a:cubicBezTo>
                      <a:cubicBezTo>
                        <a:pt x="433006" y="-14236"/>
                        <a:pt x="513969" y="-3282"/>
                        <a:pt x="589979" y="44248"/>
                      </a:cubicBezTo>
                      <a:cubicBezTo>
                        <a:pt x="671608" y="95207"/>
                        <a:pt x="729234" y="165692"/>
                        <a:pt x="744950" y="263323"/>
                      </a:cubicBezTo>
                      <a:cubicBezTo>
                        <a:pt x="749237" y="289517"/>
                        <a:pt x="744569" y="317139"/>
                        <a:pt x="743998" y="34409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28" name="任意多边形: 形状 348"/>
                <p:cNvSpPr/>
                <p:nvPr/>
              </p:nvSpPr>
              <p:spPr>
                <a:xfrm>
                  <a:off x="373897" y="6289458"/>
                  <a:ext cx="110072" cy="57380"/>
                </a:xfrm>
                <a:custGeom>
                  <a:avLst/>
                  <a:gdLst>
                    <a:gd name="connsiteX0" fmla="*/ 770477 w 770477"/>
                    <a:gd name="connsiteY0" fmla="*/ 180869 h 401643"/>
                    <a:gd name="connsiteX1" fmla="*/ 476631 w 770477"/>
                    <a:gd name="connsiteY1" fmla="*/ 281643 h 401643"/>
                    <a:gd name="connsiteX2" fmla="*/ 387477 w 770477"/>
                    <a:gd name="connsiteY2" fmla="*/ 350223 h 401643"/>
                    <a:gd name="connsiteX3" fmla="*/ 190690 w 770477"/>
                    <a:gd name="connsiteY3" fmla="*/ 398896 h 401643"/>
                    <a:gd name="connsiteX4" fmla="*/ 0 w 770477"/>
                    <a:gd name="connsiteY4" fmla="*/ 334602 h 401643"/>
                    <a:gd name="connsiteX5" fmla="*/ 40196 w 770477"/>
                    <a:gd name="connsiteY5" fmla="*/ 319077 h 401643"/>
                    <a:gd name="connsiteX6" fmla="*/ 161449 w 770477"/>
                    <a:gd name="connsiteY6" fmla="*/ 224112 h 401643"/>
                    <a:gd name="connsiteX7" fmla="*/ 299562 w 770477"/>
                    <a:gd name="connsiteY7" fmla="*/ 70855 h 401643"/>
                    <a:gd name="connsiteX8" fmla="*/ 452438 w 770477"/>
                    <a:gd name="connsiteY8" fmla="*/ 1418 h 401643"/>
                    <a:gd name="connsiteX9" fmla="*/ 691991 w 770477"/>
                    <a:gd name="connsiteY9" fmla="*/ 68188 h 401643"/>
                    <a:gd name="connsiteX10" fmla="*/ 770477 w 770477"/>
                    <a:gd name="connsiteY10" fmla="*/ 180869 h 40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0477" h="401643">
                      <a:moveTo>
                        <a:pt x="770477" y="180869"/>
                      </a:moveTo>
                      <a:cubicBezTo>
                        <a:pt x="655987" y="172391"/>
                        <a:pt x="564737" y="223064"/>
                        <a:pt x="476631" y="281643"/>
                      </a:cubicBezTo>
                      <a:cubicBezTo>
                        <a:pt x="445484" y="302312"/>
                        <a:pt x="417100" y="327268"/>
                        <a:pt x="387477" y="350223"/>
                      </a:cubicBezTo>
                      <a:cubicBezTo>
                        <a:pt x="328994" y="395372"/>
                        <a:pt x="262890" y="407945"/>
                        <a:pt x="190690" y="398896"/>
                      </a:cubicBezTo>
                      <a:cubicBezTo>
                        <a:pt x="124016" y="390514"/>
                        <a:pt x="62103" y="369273"/>
                        <a:pt x="0" y="334602"/>
                      </a:cubicBezTo>
                      <a:cubicBezTo>
                        <a:pt x="15716" y="328602"/>
                        <a:pt x="28385" y="324696"/>
                        <a:pt x="40196" y="319077"/>
                      </a:cubicBezTo>
                      <a:cubicBezTo>
                        <a:pt x="87535" y="296312"/>
                        <a:pt x="126968" y="263736"/>
                        <a:pt x="161449" y="224112"/>
                      </a:cubicBezTo>
                      <a:cubicBezTo>
                        <a:pt x="206598" y="172296"/>
                        <a:pt x="252984" y="121433"/>
                        <a:pt x="299562" y="70855"/>
                      </a:cubicBezTo>
                      <a:cubicBezTo>
                        <a:pt x="340519" y="26278"/>
                        <a:pt x="394145" y="6371"/>
                        <a:pt x="452438" y="1418"/>
                      </a:cubicBezTo>
                      <a:cubicBezTo>
                        <a:pt x="539877" y="-5916"/>
                        <a:pt x="621030" y="15038"/>
                        <a:pt x="691991" y="68188"/>
                      </a:cubicBezTo>
                      <a:cubicBezTo>
                        <a:pt x="729806" y="96668"/>
                        <a:pt x="758857" y="132196"/>
                        <a:pt x="770477" y="1808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29" name="任意多边形: 形状 349"/>
                <p:cNvSpPr/>
                <p:nvPr/>
              </p:nvSpPr>
              <p:spPr>
                <a:xfrm>
                  <a:off x="323941" y="5739655"/>
                  <a:ext cx="58777" cy="110997"/>
                </a:xfrm>
                <a:custGeom>
                  <a:avLst/>
                  <a:gdLst>
                    <a:gd name="connsiteX0" fmla="*/ 349961 w 411427"/>
                    <a:gd name="connsiteY0" fmla="*/ 776954 h 776954"/>
                    <a:gd name="connsiteX1" fmla="*/ 203848 w 411427"/>
                    <a:gd name="connsiteY1" fmla="*/ 586169 h 776954"/>
                    <a:gd name="connsiteX2" fmla="*/ 74213 w 411427"/>
                    <a:gd name="connsiteY2" fmla="*/ 480346 h 776954"/>
                    <a:gd name="connsiteX3" fmla="*/ 108 w 411427"/>
                    <a:gd name="connsiteY3" fmla="*/ 319278 h 776954"/>
                    <a:gd name="connsiteX4" fmla="*/ 106121 w 411427"/>
                    <a:gd name="connsiteY4" fmla="*/ 48292 h 776954"/>
                    <a:gd name="connsiteX5" fmla="*/ 175844 w 411427"/>
                    <a:gd name="connsiteY5" fmla="*/ 0 h 776954"/>
                    <a:gd name="connsiteX6" fmla="*/ 296336 w 411427"/>
                    <a:gd name="connsiteY6" fmla="*/ 314516 h 776954"/>
                    <a:gd name="connsiteX7" fmla="*/ 378727 w 411427"/>
                    <a:gd name="connsiteY7" fmla="*/ 421005 h 776954"/>
                    <a:gd name="connsiteX8" fmla="*/ 410159 w 411427"/>
                    <a:gd name="connsiteY8" fmla="*/ 574929 h 776954"/>
                    <a:gd name="connsiteX9" fmla="*/ 365773 w 411427"/>
                    <a:gd name="connsiteY9" fmla="*/ 744379 h 776954"/>
                    <a:gd name="connsiteX10" fmla="*/ 349961 w 411427"/>
                    <a:gd name="connsiteY10" fmla="*/ 776954 h 776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427" h="776954">
                      <a:moveTo>
                        <a:pt x="349961" y="776954"/>
                      </a:moveTo>
                      <a:cubicBezTo>
                        <a:pt x="323767" y="691134"/>
                        <a:pt x="264236" y="638080"/>
                        <a:pt x="203848" y="586169"/>
                      </a:cubicBezTo>
                      <a:cubicBezTo>
                        <a:pt x="161557" y="549878"/>
                        <a:pt x="116694" y="516446"/>
                        <a:pt x="74213" y="480346"/>
                      </a:cubicBezTo>
                      <a:cubicBezTo>
                        <a:pt x="24968" y="438436"/>
                        <a:pt x="1537" y="383381"/>
                        <a:pt x="108" y="319278"/>
                      </a:cubicBezTo>
                      <a:cubicBezTo>
                        <a:pt x="-2178" y="214313"/>
                        <a:pt x="31731" y="122777"/>
                        <a:pt x="106121" y="48292"/>
                      </a:cubicBezTo>
                      <a:cubicBezTo>
                        <a:pt x="124886" y="29528"/>
                        <a:pt x="150222" y="17336"/>
                        <a:pt x="175844" y="0"/>
                      </a:cubicBezTo>
                      <a:cubicBezTo>
                        <a:pt x="169939" y="127444"/>
                        <a:pt x="228803" y="222885"/>
                        <a:pt x="296336" y="314516"/>
                      </a:cubicBezTo>
                      <a:cubicBezTo>
                        <a:pt x="323006" y="350615"/>
                        <a:pt x="354819" y="383286"/>
                        <a:pt x="378727" y="421005"/>
                      </a:cubicBezTo>
                      <a:cubicBezTo>
                        <a:pt x="407969" y="467201"/>
                        <a:pt x="414636" y="520351"/>
                        <a:pt x="410159" y="574929"/>
                      </a:cubicBezTo>
                      <a:cubicBezTo>
                        <a:pt x="405397" y="634175"/>
                        <a:pt x="389490" y="690277"/>
                        <a:pt x="365773" y="744379"/>
                      </a:cubicBezTo>
                      <a:cubicBezTo>
                        <a:pt x="361772" y="753904"/>
                        <a:pt x="356724" y="763238"/>
                        <a:pt x="349961" y="776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30" name="任意多边形: 形状 350"/>
                <p:cNvSpPr/>
                <p:nvPr/>
              </p:nvSpPr>
              <p:spPr>
                <a:xfrm>
                  <a:off x="491112" y="6015111"/>
                  <a:ext cx="57723" cy="99706"/>
                </a:xfrm>
                <a:custGeom>
                  <a:avLst/>
                  <a:gdLst>
                    <a:gd name="connsiteX0" fmla="*/ 0 w 404050"/>
                    <a:gd name="connsiteY0" fmla="*/ 692012 h 697917"/>
                    <a:gd name="connsiteX1" fmla="*/ 24003 w 404050"/>
                    <a:gd name="connsiteY1" fmla="*/ 481319 h 697917"/>
                    <a:gd name="connsiteX2" fmla="*/ 4477 w 404050"/>
                    <a:gd name="connsiteY2" fmla="*/ 299677 h 697917"/>
                    <a:gd name="connsiteX3" fmla="*/ 59150 w 404050"/>
                    <a:gd name="connsiteY3" fmla="*/ 134133 h 697917"/>
                    <a:gd name="connsiteX4" fmla="*/ 237363 w 404050"/>
                    <a:gd name="connsiteY4" fmla="*/ 11451 h 697917"/>
                    <a:gd name="connsiteX5" fmla="*/ 404051 w 404050"/>
                    <a:gd name="connsiteY5" fmla="*/ 22119 h 697917"/>
                    <a:gd name="connsiteX6" fmla="*/ 278035 w 404050"/>
                    <a:gd name="connsiteY6" fmla="*/ 331110 h 697917"/>
                    <a:gd name="connsiteX7" fmla="*/ 259080 w 404050"/>
                    <a:gd name="connsiteY7" fmla="*/ 478271 h 697917"/>
                    <a:gd name="connsiteX8" fmla="*/ 100108 w 404050"/>
                    <a:gd name="connsiteY8" fmla="*/ 651626 h 697917"/>
                    <a:gd name="connsiteX9" fmla="*/ 4001 w 404050"/>
                    <a:gd name="connsiteY9" fmla="*/ 697918 h 697917"/>
                    <a:gd name="connsiteX10" fmla="*/ 0 w 404050"/>
                    <a:gd name="connsiteY10" fmla="*/ 692012 h 69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4050" h="697917">
                      <a:moveTo>
                        <a:pt x="0" y="692012"/>
                      </a:moveTo>
                      <a:cubicBezTo>
                        <a:pt x="34386" y="624670"/>
                        <a:pt x="31338" y="553137"/>
                        <a:pt x="24003" y="481319"/>
                      </a:cubicBezTo>
                      <a:cubicBezTo>
                        <a:pt x="17812" y="420740"/>
                        <a:pt x="9716" y="360352"/>
                        <a:pt x="4477" y="299677"/>
                      </a:cubicBezTo>
                      <a:cubicBezTo>
                        <a:pt x="-952" y="237193"/>
                        <a:pt x="21336" y="181758"/>
                        <a:pt x="59150" y="134133"/>
                      </a:cubicBezTo>
                      <a:cubicBezTo>
                        <a:pt x="105633" y="75744"/>
                        <a:pt x="164021" y="32215"/>
                        <a:pt x="237363" y="11451"/>
                      </a:cubicBezTo>
                      <a:cubicBezTo>
                        <a:pt x="294132" y="-4551"/>
                        <a:pt x="349663" y="-6171"/>
                        <a:pt x="404051" y="22119"/>
                      </a:cubicBezTo>
                      <a:cubicBezTo>
                        <a:pt x="312230" y="105939"/>
                        <a:pt x="292418" y="217476"/>
                        <a:pt x="278035" y="331110"/>
                      </a:cubicBezTo>
                      <a:cubicBezTo>
                        <a:pt x="271844" y="380259"/>
                        <a:pt x="272796" y="431408"/>
                        <a:pt x="259080" y="478271"/>
                      </a:cubicBezTo>
                      <a:cubicBezTo>
                        <a:pt x="235172" y="559995"/>
                        <a:pt x="171641" y="611145"/>
                        <a:pt x="100108" y="651626"/>
                      </a:cubicBezTo>
                      <a:cubicBezTo>
                        <a:pt x="69247" y="669057"/>
                        <a:pt x="36100" y="682678"/>
                        <a:pt x="4001" y="697918"/>
                      </a:cubicBezTo>
                      <a:cubicBezTo>
                        <a:pt x="2763" y="696012"/>
                        <a:pt x="1429" y="694012"/>
                        <a:pt x="0" y="6920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31" name="任意多边形: 形状 351"/>
                <p:cNvSpPr/>
                <p:nvPr/>
              </p:nvSpPr>
              <p:spPr>
                <a:xfrm>
                  <a:off x="431688" y="6207551"/>
                  <a:ext cx="101268" cy="67868"/>
                </a:xfrm>
                <a:custGeom>
                  <a:avLst/>
                  <a:gdLst>
                    <a:gd name="connsiteX0" fmla="*/ 708850 w 708850"/>
                    <a:gd name="connsiteY0" fmla="*/ 116791 h 475062"/>
                    <a:gd name="connsiteX1" fmla="*/ 496443 w 708850"/>
                    <a:gd name="connsiteY1" fmla="*/ 237283 h 475062"/>
                    <a:gd name="connsiteX2" fmla="*/ 380143 w 708850"/>
                    <a:gd name="connsiteY2" fmla="*/ 375871 h 475062"/>
                    <a:gd name="connsiteX3" fmla="*/ 214503 w 708850"/>
                    <a:gd name="connsiteY3" fmla="*/ 468930 h 475062"/>
                    <a:gd name="connsiteX4" fmla="*/ 0 w 708850"/>
                    <a:gd name="connsiteY4" fmla="*/ 457310 h 475062"/>
                    <a:gd name="connsiteX5" fmla="*/ 30766 w 708850"/>
                    <a:gd name="connsiteY5" fmla="*/ 435688 h 475062"/>
                    <a:gd name="connsiteX6" fmla="*/ 137065 w 708850"/>
                    <a:gd name="connsiteY6" fmla="*/ 297861 h 475062"/>
                    <a:gd name="connsiteX7" fmla="*/ 221932 w 708850"/>
                    <a:gd name="connsiteY7" fmla="*/ 133460 h 475062"/>
                    <a:gd name="connsiteX8" fmla="*/ 386525 w 708850"/>
                    <a:gd name="connsiteY8" fmla="*/ 12492 h 475062"/>
                    <a:gd name="connsiteX9" fmla="*/ 608457 w 708850"/>
                    <a:gd name="connsiteY9" fmla="*/ 26304 h 475062"/>
                    <a:gd name="connsiteX10" fmla="*/ 708850 w 708850"/>
                    <a:gd name="connsiteY10" fmla="*/ 116791 h 47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8850" h="475062">
                      <a:moveTo>
                        <a:pt x="708850" y="116791"/>
                      </a:moveTo>
                      <a:cubicBezTo>
                        <a:pt x="618649" y="127650"/>
                        <a:pt x="554355" y="178799"/>
                        <a:pt x="496443" y="237283"/>
                      </a:cubicBezTo>
                      <a:cubicBezTo>
                        <a:pt x="454152" y="280050"/>
                        <a:pt x="417672" y="328627"/>
                        <a:pt x="380143" y="375871"/>
                      </a:cubicBezTo>
                      <a:cubicBezTo>
                        <a:pt x="337375" y="429783"/>
                        <a:pt x="280607" y="458262"/>
                        <a:pt x="214503" y="468930"/>
                      </a:cubicBezTo>
                      <a:cubicBezTo>
                        <a:pt x="144304" y="480265"/>
                        <a:pt x="74390" y="475598"/>
                        <a:pt x="0" y="457310"/>
                      </a:cubicBezTo>
                      <a:cubicBezTo>
                        <a:pt x="12288" y="448642"/>
                        <a:pt x="21622" y="442260"/>
                        <a:pt x="30766" y="435688"/>
                      </a:cubicBezTo>
                      <a:cubicBezTo>
                        <a:pt x="80010" y="400446"/>
                        <a:pt x="109442" y="349677"/>
                        <a:pt x="137065" y="297861"/>
                      </a:cubicBezTo>
                      <a:cubicBezTo>
                        <a:pt x="166116" y="243474"/>
                        <a:pt x="193357" y="188133"/>
                        <a:pt x="221932" y="133460"/>
                      </a:cubicBezTo>
                      <a:cubicBezTo>
                        <a:pt x="256985" y="66499"/>
                        <a:pt x="316325" y="30971"/>
                        <a:pt x="386525" y="12492"/>
                      </a:cubicBezTo>
                      <a:cubicBezTo>
                        <a:pt x="461582" y="-7320"/>
                        <a:pt x="536163" y="-4176"/>
                        <a:pt x="608457" y="26304"/>
                      </a:cubicBezTo>
                      <a:cubicBezTo>
                        <a:pt x="651224" y="44401"/>
                        <a:pt x="685229" y="72500"/>
                        <a:pt x="708850" y="11679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32" name="任意多边形: 形状 352"/>
                <p:cNvSpPr/>
                <p:nvPr/>
              </p:nvSpPr>
              <p:spPr>
                <a:xfrm>
                  <a:off x="472170" y="6113307"/>
                  <a:ext cx="84082" cy="83088"/>
                </a:xfrm>
                <a:custGeom>
                  <a:avLst/>
                  <a:gdLst>
                    <a:gd name="connsiteX0" fmla="*/ 588550 w 588550"/>
                    <a:gd name="connsiteY0" fmla="*/ 61627 h 581596"/>
                    <a:gd name="connsiteX1" fmla="*/ 403479 w 588550"/>
                    <a:gd name="connsiteY1" fmla="*/ 256985 h 581596"/>
                    <a:gd name="connsiteX2" fmla="*/ 353092 w 588550"/>
                    <a:gd name="connsiteY2" fmla="*/ 372523 h 581596"/>
                    <a:gd name="connsiteX3" fmla="*/ 214217 w 588550"/>
                    <a:gd name="connsiteY3" fmla="*/ 532353 h 581596"/>
                    <a:gd name="connsiteX4" fmla="*/ 0 w 588550"/>
                    <a:gd name="connsiteY4" fmla="*/ 581597 h 581596"/>
                    <a:gd name="connsiteX5" fmla="*/ 5810 w 588550"/>
                    <a:gd name="connsiteY5" fmla="*/ 568738 h 581596"/>
                    <a:gd name="connsiteX6" fmla="*/ 91345 w 588550"/>
                    <a:gd name="connsiteY6" fmla="*/ 366427 h 581596"/>
                    <a:gd name="connsiteX7" fmla="*/ 121158 w 588550"/>
                    <a:gd name="connsiteY7" fmla="*/ 215075 h 581596"/>
                    <a:gd name="connsiteX8" fmla="*/ 263462 w 588550"/>
                    <a:gd name="connsiteY8" fmla="*/ 40386 h 581596"/>
                    <a:gd name="connsiteX9" fmla="*/ 500920 w 588550"/>
                    <a:gd name="connsiteY9" fmla="*/ 10192 h 581596"/>
                    <a:gd name="connsiteX10" fmla="*/ 588550 w 588550"/>
                    <a:gd name="connsiteY10" fmla="*/ 61627 h 581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8550" h="581596">
                      <a:moveTo>
                        <a:pt x="588550" y="61627"/>
                      </a:moveTo>
                      <a:cubicBezTo>
                        <a:pt x="496824" y="100394"/>
                        <a:pt x="447199" y="176499"/>
                        <a:pt x="403479" y="256985"/>
                      </a:cubicBezTo>
                      <a:cubicBezTo>
                        <a:pt x="383477" y="293751"/>
                        <a:pt x="366617" y="332804"/>
                        <a:pt x="353092" y="372523"/>
                      </a:cubicBezTo>
                      <a:cubicBezTo>
                        <a:pt x="328327" y="445294"/>
                        <a:pt x="283083" y="498444"/>
                        <a:pt x="214217" y="532353"/>
                      </a:cubicBezTo>
                      <a:cubicBezTo>
                        <a:pt x="147447" y="565309"/>
                        <a:pt x="76867" y="579501"/>
                        <a:pt x="0" y="581597"/>
                      </a:cubicBezTo>
                      <a:cubicBezTo>
                        <a:pt x="2763" y="575215"/>
                        <a:pt x="3429" y="571215"/>
                        <a:pt x="5810" y="568738"/>
                      </a:cubicBezTo>
                      <a:cubicBezTo>
                        <a:pt x="60389" y="512255"/>
                        <a:pt x="75343" y="439008"/>
                        <a:pt x="91345" y="366427"/>
                      </a:cubicBezTo>
                      <a:cubicBezTo>
                        <a:pt x="102394" y="316231"/>
                        <a:pt x="109824" y="265176"/>
                        <a:pt x="121158" y="215075"/>
                      </a:cubicBezTo>
                      <a:cubicBezTo>
                        <a:pt x="139541" y="133732"/>
                        <a:pt x="191071" y="77534"/>
                        <a:pt x="263462" y="40386"/>
                      </a:cubicBezTo>
                      <a:cubicBezTo>
                        <a:pt x="338519" y="1810"/>
                        <a:pt x="417957" y="-11049"/>
                        <a:pt x="500920" y="10192"/>
                      </a:cubicBezTo>
                      <a:cubicBezTo>
                        <a:pt x="533876" y="18669"/>
                        <a:pt x="563594" y="34195"/>
                        <a:pt x="588550" y="6162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33" name="任意多边形: 形状 353"/>
                <p:cNvSpPr/>
                <p:nvPr/>
              </p:nvSpPr>
              <p:spPr>
                <a:xfrm>
                  <a:off x="386291" y="5784565"/>
                  <a:ext cx="50284" cy="112231"/>
                </a:xfrm>
                <a:custGeom>
                  <a:avLst/>
                  <a:gdLst>
                    <a:gd name="connsiteX0" fmla="*/ 236327 w 351976"/>
                    <a:gd name="connsiteY0" fmla="*/ 63 h 785589"/>
                    <a:gd name="connsiteX1" fmla="*/ 248233 w 351976"/>
                    <a:gd name="connsiteY1" fmla="*/ 234759 h 785589"/>
                    <a:gd name="connsiteX2" fmla="*/ 317385 w 351976"/>
                    <a:gd name="connsiteY2" fmla="*/ 389159 h 785589"/>
                    <a:gd name="connsiteX3" fmla="*/ 323100 w 351976"/>
                    <a:gd name="connsiteY3" fmla="*/ 645381 h 785589"/>
                    <a:gd name="connsiteX4" fmla="*/ 247471 w 351976"/>
                    <a:gd name="connsiteY4" fmla="*/ 776064 h 785589"/>
                    <a:gd name="connsiteX5" fmla="*/ 236232 w 351976"/>
                    <a:gd name="connsiteY5" fmla="*/ 785589 h 785589"/>
                    <a:gd name="connsiteX6" fmla="*/ 186416 w 351976"/>
                    <a:gd name="connsiteY6" fmla="*/ 644334 h 785589"/>
                    <a:gd name="connsiteX7" fmla="*/ 79736 w 351976"/>
                    <a:gd name="connsiteY7" fmla="*/ 503649 h 785589"/>
                    <a:gd name="connsiteX8" fmla="*/ 7155 w 351976"/>
                    <a:gd name="connsiteY8" fmla="*/ 380682 h 785589"/>
                    <a:gd name="connsiteX9" fmla="*/ 28682 w 351976"/>
                    <a:gd name="connsiteY9" fmla="*/ 187229 h 785589"/>
                    <a:gd name="connsiteX10" fmla="*/ 148030 w 351976"/>
                    <a:gd name="connsiteY10" fmla="*/ 31686 h 785589"/>
                    <a:gd name="connsiteX11" fmla="*/ 236327 w 351976"/>
                    <a:gd name="connsiteY11" fmla="*/ 63 h 78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1976" h="785589">
                      <a:moveTo>
                        <a:pt x="236327" y="63"/>
                      </a:moveTo>
                      <a:cubicBezTo>
                        <a:pt x="205942" y="81597"/>
                        <a:pt x="222992" y="159416"/>
                        <a:pt x="248233" y="234759"/>
                      </a:cubicBezTo>
                      <a:cubicBezTo>
                        <a:pt x="266045" y="288003"/>
                        <a:pt x="290620" y="339629"/>
                        <a:pt x="317385" y="389159"/>
                      </a:cubicBezTo>
                      <a:cubicBezTo>
                        <a:pt x="363485" y="474598"/>
                        <a:pt x="361581" y="560228"/>
                        <a:pt x="323100" y="645381"/>
                      </a:cubicBezTo>
                      <a:cubicBezTo>
                        <a:pt x="302430" y="691006"/>
                        <a:pt x="273093" y="732726"/>
                        <a:pt x="247471" y="776064"/>
                      </a:cubicBezTo>
                      <a:cubicBezTo>
                        <a:pt x="245757" y="779017"/>
                        <a:pt x="242042" y="780732"/>
                        <a:pt x="236232" y="785589"/>
                      </a:cubicBezTo>
                      <a:cubicBezTo>
                        <a:pt x="231945" y="732059"/>
                        <a:pt x="214991" y="685386"/>
                        <a:pt x="186416" y="644334"/>
                      </a:cubicBezTo>
                      <a:cubicBezTo>
                        <a:pt x="152793" y="596042"/>
                        <a:pt x="116312" y="549750"/>
                        <a:pt x="79736" y="503649"/>
                      </a:cubicBezTo>
                      <a:cubicBezTo>
                        <a:pt x="49827" y="465835"/>
                        <a:pt x="18681" y="429735"/>
                        <a:pt x="7155" y="380682"/>
                      </a:cubicBezTo>
                      <a:cubicBezTo>
                        <a:pt x="-8656" y="313245"/>
                        <a:pt x="3155" y="249332"/>
                        <a:pt x="28682" y="187229"/>
                      </a:cubicBezTo>
                      <a:cubicBezTo>
                        <a:pt x="54304" y="124935"/>
                        <a:pt x="92690" y="71119"/>
                        <a:pt x="148030" y="31686"/>
                      </a:cubicBezTo>
                      <a:cubicBezTo>
                        <a:pt x="173462" y="13588"/>
                        <a:pt x="201942" y="-1080"/>
                        <a:pt x="236327" y="6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34" name="任意多边形: 形状 354"/>
                <p:cNvSpPr/>
                <p:nvPr/>
              </p:nvSpPr>
              <p:spPr>
                <a:xfrm>
                  <a:off x="318568" y="5868720"/>
                  <a:ext cx="103717" cy="53631"/>
                </a:xfrm>
                <a:custGeom>
                  <a:avLst/>
                  <a:gdLst>
                    <a:gd name="connsiteX0" fmla="*/ 0 w 725995"/>
                    <a:gd name="connsiteY0" fmla="*/ 161662 h 375403"/>
                    <a:gd name="connsiteX1" fmla="*/ 185356 w 725995"/>
                    <a:gd name="connsiteY1" fmla="*/ 19550 h 375403"/>
                    <a:gd name="connsiteX2" fmla="*/ 414623 w 725995"/>
                    <a:gd name="connsiteY2" fmla="*/ 23645 h 375403"/>
                    <a:gd name="connsiteX3" fmla="*/ 622268 w 725995"/>
                    <a:gd name="connsiteY3" fmla="*/ 160996 h 375403"/>
                    <a:gd name="connsiteX4" fmla="*/ 725996 w 725995"/>
                    <a:gd name="connsiteY4" fmla="*/ 335399 h 375403"/>
                    <a:gd name="connsiteX5" fmla="*/ 288226 w 725995"/>
                    <a:gd name="connsiteY5" fmla="*/ 375403 h 375403"/>
                    <a:gd name="connsiteX6" fmla="*/ 0 w 725995"/>
                    <a:gd name="connsiteY6" fmla="*/ 161662 h 375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5995" h="375403">
                      <a:moveTo>
                        <a:pt x="0" y="161662"/>
                      </a:moveTo>
                      <a:cubicBezTo>
                        <a:pt x="49244" y="96702"/>
                        <a:pt x="109252" y="47648"/>
                        <a:pt x="185356" y="19550"/>
                      </a:cubicBezTo>
                      <a:cubicBezTo>
                        <a:pt x="262318" y="-8835"/>
                        <a:pt x="339471" y="-5311"/>
                        <a:pt x="414623" y="23645"/>
                      </a:cubicBezTo>
                      <a:cubicBezTo>
                        <a:pt x="493490" y="53935"/>
                        <a:pt x="564642" y="98036"/>
                        <a:pt x="622268" y="160996"/>
                      </a:cubicBezTo>
                      <a:cubicBezTo>
                        <a:pt x="668369" y="211383"/>
                        <a:pt x="705993" y="267295"/>
                        <a:pt x="725996" y="335399"/>
                      </a:cubicBezTo>
                      <a:cubicBezTo>
                        <a:pt x="570357" y="252436"/>
                        <a:pt x="428625" y="299299"/>
                        <a:pt x="288226" y="375403"/>
                      </a:cubicBezTo>
                      <a:cubicBezTo>
                        <a:pt x="226409" y="258341"/>
                        <a:pt x="116586" y="206525"/>
                        <a:pt x="0" y="16166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35" name="任意多边形: 形状 355"/>
                <p:cNvSpPr/>
                <p:nvPr/>
              </p:nvSpPr>
              <p:spPr>
                <a:xfrm>
                  <a:off x="428409" y="6050358"/>
                  <a:ext cx="54864" cy="98709"/>
                </a:xfrm>
                <a:custGeom>
                  <a:avLst/>
                  <a:gdLst>
                    <a:gd name="connsiteX0" fmla="*/ 0 w 384032"/>
                    <a:gd name="connsiteY0" fmla="*/ 0 h 690943"/>
                    <a:gd name="connsiteX1" fmla="*/ 94488 w 384032"/>
                    <a:gd name="connsiteY1" fmla="*/ 12763 h 690943"/>
                    <a:gd name="connsiteX2" fmla="*/ 269462 w 384032"/>
                    <a:gd name="connsiteY2" fmla="*/ 101156 h 690943"/>
                    <a:gd name="connsiteX3" fmla="*/ 363093 w 384032"/>
                    <a:gd name="connsiteY3" fmla="*/ 263271 h 690943"/>
                    <a:gd name="connsiteX4" fmla="*/ 338423 w 384032"/>
                    <a:gd name="connsiteY4" fmla="*/ 623126 h 690943"/>
                    <a:gd name="connsiteX5" fmla="*/ 301276 w 384032"/>
                    <a:gd name="connsiteY5" fmla="*/ 690943 h 690943"/>
                    <a:gd name="connsiteX6" fmla="*/ 4000 w 384032"/>
                    <a:gd name="connsiteY6" fmla="*/ 362045 h 690943"/>
                    <a:gd name="connsiteX7" fmla="*/ 0 w 384032"/>
                    <a:gd name="connsiteY7" fmla="*/ 0 h 690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32" h="690943">
                      <a:moveTo>
                        <a:pt x="0" y="0"/>
                      </a:moveTo>
                      <a:cubicBezTo>
                        <a:pt x="33718" y="4381"/>
                        <a:pt x="64484" y="6572"/>
                        <a:pt x="94488" y="12763"/>
                      </a:cubicBezTo>
                      <a:cubicBezTo>
                        <a:pt x="160591" y="26384"/>
                        <a:pt x="220503" y="54578"/>
                        <a:pt x="269462" y="101156"/>
                      </a:cubicBezTo>
                      <a:cubicBezTo>
                        <a:pt x="316230" y="145542"/>
                        <a:pt x="345948" y="200882"/>
                        <a:pt x="363093" y="263271"/>
                      </a:cubicBezTo>
                      <a:cubicBezTo>
                        <a:pt x="396907" y="386239"/>
                        <a:pt x="390525" y="506349"/>
                        <a:pt x="338423" y="623126"/>
                      </a:cubicBezTo>
                      <a:cubicBezTo>
                        <a:pt x="328613" y="645224"/>
                        <a:pt x="315182" y="665702"/>
                        <a:pt x="301276" y="690943"/>
                      </a:cubicBezTo>
                      <a:cubicBezTo>
                        <a:pt x="273177" y="513302"/>
                        <a:pt x="149066" y="429292"/>
                        <a:pt x="4000" y="362045"/>
                      </a:cubicBezTo>
                      <a:cubicBezTo>
                        <a:pt x="60770" y="242887"/>
                        <a:pt x="34290" y="124016"/>
                        <a:pt x="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36" name="任意多边形: 形状 356"/>
                <p:cNvSpPr/>
                <p:nvPr/>
              </p:nvSpPr>
              <p:spPr>
                <a:xfrm>
                  <a:off x="383326" y="6178174"/>
                  <a:ext cx="53259" cy="106057"/>
                </a:xfrm>
                <a:custGeom>
                  <a:avLst/>
                  <a:gdLst>
                    <a:gd name="connsiteX0" fmla="*/ 79915 w 372803"/>
                    <a:gd name="connsiteY0" fmla="*/ 742188 h 742373"/>
                    <a:gd name="connsiteX1" fmla="*/ 107918 w 372803"/>
                    <a:gd name="connsiteY1" fmla="*/ 556736 h 742373"/>
                    <a:gd name="connsiteX2" fmla="*/ 4667 w 372803"/>
                    <a:gd name="connsiteY2" fmla="*/ 315944 h 742373"/>
                    <a:gd name="connsiteX3" fmla="*/ 0 w 372803"/>
                    <a:gd name="connsiteY3" fmla="*/ 307562 h 742373"/>
                    <a:gd name="connsiteX4" fmla="*/ 184785 w 372803"/>
                    <a:gd name="connsiteY4" fmla="*/ 0 h 742373"/>
                    <a:gd name="connsiteX5" fmla="*/ 365570 w 372803"/>
                    <a:gd name="connsiteY5" fmla="*/ 241459 h 742373"/>
                    <a:gd name="connsiteX6" fmla="*/ 313754 w 372803"/>
                    <a:gd name="connsiteY6" fmla="*/ 520065 h 742373"/>
                    <a:gd name="connsiteX7" fmla="*/ 103346 w 372803"/>
                    <a:gd name="connsiteY7" fmla="*/ 734187 h 742373"/>
                    <a:gd name="connsiteX8" fmla="*/ 86773 w 372803"/>
                    <a:gd name="connsiteY8" fmla="*/ 742093 h 742373"/>
                    <a:gd name="connsiteX9" fmla="*/ 79915 w 372803"/>
                    <a:gd name="connsiteY9" fmla="*/ 742188 h 74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803" h="742373">
                      <a:moveTo>
                        <a:pt x="79915" y="742188"/>
                      </a:moveTo>
                      <a:cubicBezTo>
                        <a:pt x="115157" y="683133"/>
                        <a:pt x="115919" y="620173"/>
                        <a:pt x="107918" y="556736"/>
                      </a:cubicBezTo>
                      <a:cubicBezTo>
                        <a:pt x="96678" y="466915"/>
                        <a:pt x="57912" y="388144"/>
                        <a:pt x="4667" y="315944"/>
                      </a:cubicBezTo>
                      <a:cubicBezTo>
                        <a:pt x="2953" y="313658"/>
                        <a:pt x="1810" y="310896"/>
                        <a:pt x="0" y="307562"/>
                      </a:cubicBezTo>
                      <a:cubicBezTo>
                        <a:pt x="110776" y="235458"/>
                        <a:pt x="150209" y="120587"/>
                        <a:pt x="184785" y="0"/>
                      </a:cubicBezTo>
                      <a:cubicBezTo>
                        <a:pt x="276606" y="59912"/>
                        <a:pt x="342900" y="134969"/>
                        <a:pt x="365570" y="241459"/>
                      </a:cubicBezTo>
                      <a:cubicBezTo>
                        <a:pt x="386810" y="340900"/>
                        <a:pt x="358807" y="432435"/>
                        <a:pt x="313754" y="520065"/>
                      </a:cubicBezTo>
                      <a:cubicBezTo>
                        <a:pt x="265843" y="613124"/>
                        <a:pt x="196596" y="685514"/>
                        <a:pt x="103346" y="734187"/>
                      </a:cubicBezTo>
                      <a:cubicBezTo>
                        <a:pt x="97917" y="737044"/>
                        <a:pt x="92393" y="739616"/>
                        <a:pt x="86773" y="742093"/>
                      </a:cubicBezTo>
                      <a:cubicBezTo>
                        <a:pt x="85630" y="742664"/>
                        <a:pt x="84011" y="742188"/>
                        <a:pt x="79915" y="742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37" name="任意多边形: 形状 357"/>
                <p:cNvSpPr/>
                <p:nvPr/>
              </p:nvSpPr>
              <p:spPr>
                <a:xfrm>
                  <a:off x="399737" y="5986267"/>
                  <a:ext cx="78908" cy="78515"/>
                </a:xfrm>
                <a:custGeom>
                  <a:avLst/>
                  <a:gdLst>
                    <a:gd name="connsiteX0" fmla="*/ 543782 w 552338"/>
                    <a:gd name="connsiteY0" fmla="*/ 549589 h 549588"/>
                    <a:gd name="connsiteX1" fmla="*/ 141637 w 552338"/>
                    <a:gd name="connsiteY1" fmla="*/ 366423 h 549588"/>
                    <a:gd name="connsiteX2" fmla="*/ 0 w 552338"/>
                    <a:gd name="connsiteY2" fmla="*/ 33715 h 549588"/>
                    <a:gd name="connsiteX3" fmla="*/ 80582 w 552338"/>
                    <a:gd name="connsiteY3" fmla="*/ 9616 h 549588"/>
                    <a:gd name="connsiteX4" fmla="*/ 375571 w 552338"/>
                    <a:gd name="connsiteY4" fmla="*/ 73148 h 549588"/>
                    <a:gd name="connsiteX5" fmla="*/ 511493 w 552338"/>
                    <a:gd name="connsiteY5" fmla="*/ 263839 h 549588"/>
                    <a:gd name="connsiteX6" fmla="*/ 552259 w 552338"/>
                    <a:gd name="connsiteY6" fmla="*/ 457101 h 549588"/>
                    <a:gd name="connsiteX7" fmla="*/ 543782 w 552338"/>
                    <a:gd name="connsiteY7" fmla="*/ 549589 h 54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338" h="549588">
                      <a:moveTo>
                        <a:pt x="543782" y="549589"/>
                      </a:moveTo>
                      <a:cubicBezTo>
                        <a:pt x="480060" y="430812"/>
                        <a:pt x="309086" y="360136"/>
                        <a:pt x="141637" y="366423"/>
                      </a:cubicBezTo>
                      <a:cubicBezTo>
                        <a:pt x="148304" y="234978"/>
                        <a:pt x="80867" y="134489"/>
                        <a:pt x="0" y="33715"/>
                      </a:cubicBezTo>
                      <a:cubicBezTo>
                        <a:pt x="28384" y="25142"/>
                        <a:pt x="54102" y="15236"/>
                        <a:pt x="80582" y="9616"/>
                      </a:cubicBezTo>
                      <a:cubicBezTo>
                        <a:pt x="188119" y="-13148"/>
                        <a:pt x="288607" y="3139"/>
                        <a:pt x="375571" y="73148"/>
                      </a:cubicBezTo>
                      <a:cubicBezTo>
                        <a:pt x="438150" y="123535"/>
                        <a:pt x="479203" y="191068"/>
                        <a:pt x="511493" y="263839"/>
                      </a:cubicBezTo>
                      <a:cubicBezTo>
                        <a:pt x="538734" y="325275"/>
                        <a:pt x="550164" y="390521"/>
                        <a:pt x="552259" y="457101"/>
                      </a:cubicBezTo>
                      <a:cubicBezTo>
                        <a:pt x="553117" y="487676"/>
                        <a:pt x="546830" y="518632"/>
                        <a:pt x="543782" y="5495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38" name="任意多边形: 形状 358"/>
                <p:cNvSpPr/>
                <p:nvPr/>
              </p:nvSpPr>
              <p:spPr>
                <a:xfrm>
                  <a:off x="212347" y="5801627"/>
                  <a:ext cx="102656" cy="53829"/>
                </a:xfrm>
                <a:custGeom>
                  <a:avLst/>
                  <a:gdLst>
                    <a:gd name="connsiteX0" fmla="*/ 715899 w 718566"/>
                    <a:gd name="connsiteY0" fmla="*/ 117235 h 376791"/>
                    <a:gd name="connsiteX1" fmla="*/ 485775 w 718566"/>
                    <a:gd name="connsiteY1" fmla="*/ 212485 h 376791"/>
                    <a:gd name="connsiteX2" fmla="*/ 373094 w 718566"/>
                    <a:gd name="connsiteY2" fmla="*/ 359551 h 376791"/>
                    <a:gd name="connsiteX3" fmla="*/ 362808 w 718566"/>
                    <a:gd name="connsiteY3" fmla="*/ 376791 h 376791"/>
                    <a:gd name="connsiteX4" fmla="*/ 0 w 718566"/>
                    <a:gd name="connsiteY4" fmla="*/ 343644 h 376791"/>
                    <a:gd name="connsiteX5" fmla="*/ 31718 w 718566"/>
                    <a:gd name="connsiteY5" fmla="*/ 228487 h 376791"/>
                    <a:gd name="connsiteX6" fmla="*/ 232696 w 718566"/>
                    <a:gd name="connsiteY6" fmla="*/ 25985 h 376791"/>
                    <a:gd name="connsiteX7" fmla="*/ 443770 w 718566"/>
                    <a:gd name="connsiteY7" fmla="*/ 2744 h 376791"/>
                    <a:gd name="connsiteX8" fmla="*/ 626269 w 718566"/>
                    <a:gd name="connsiteY8" fmla="*/ 54465 h 376791"/>
                    <a:gd name="connsiteX9" fmla="*/ 718566 w 718566"/>
                    <a:gd name="connsiteY9" fmla="*/ 111425 h 376791"/>
                    <a:gd name="connsiteX10" fmla="*/ 715899 w 718566"/>
                    <a:gd name="connsiteY10" fmla="*/ 117235 h 376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8566" h="376791">
                      <a:moveTo>
                        <a:pt x="715899" y="117235"/>
                      </a:moveTo>
                      <a:cubicBezTo>
                        <a:pt x="623792" y="111710"/>
                        <a:pt x="551307" y="154097"/>
                        <a:pt x="485775" y="212485"/>
                      </a:cubicBezTo>
                      <a:cubicBezTo>
                        <a:pt x="439008" y="254204"/>
                        <a:pt x="402622" y="304401"/>
                        <a:pt x="373094" y="359551"/>
                      </a:cubicBezTo>
                      <a:cubicBezTo>
                        <a:pt x="369951" y="365456"/>
                        <a:pt x="366236" y="371076"/>
                        <a:pt x="362808" y="376791"/>
                      </a:cubicBezTo>
                      <a:cubicBezTo>
                        <a:pt x="249460" y="307163"/>
                        <a:pt x="128874" y="322118"/>
                        <a:pt x="0" y="343644"/>
                      </a:cubicBezTo>
                      <a:cubicBezTo>
                        <a:pt x="11240" y="301925"/>
                        <a:pt x="18193" y="263920"/>
                        <a:pt x="31718" y="228487"/>
                      </a:cubicBezTo>
                      <a:cubicBezTo>
                        <a:pt x="68675" y="131999"/>
                        <a:pt x="133160" y="60371"/>
                        <a:pt x="232696" y="25985"/>
                      </a:cubicBezTo>
                      <a:cubicBezTo>
                        <a:pt x="300990" y="2363"/>
                        <a:pt x="371285" y="-4495"/>
                        <a:pt x="443770" y="2744"/>
                      </a:cubicBezTo>
                      <a:cubicBezTo>
                        <a:pt x="508159" y="9221"/>
                        <a:pt x="569214" y="25128"/>
                        <a:pt x="626269" y="54465"/>
                      </a:cubicBezTo>
                      <a:cubicBezTo>
                        <a:pt x="658368" y="70943"/>
                        <a:pt x="687896" y="92279"/>
                        <a:pt x="718566" y="111425"/>
                      </a:cubicBezTo>
                      <a:cubicBezTo>
                        <a:pt x="717804" y="113234"/>
                        <a:pt x="716852" y="115235"/>
                        <a:pt x="715899" y="1172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39" name="任意多边形: 形状 359"/>
                <p:cNvSpPr/>
                <p:nvPr/>
              </p:nvSpPr>
              <p:spPr>
                <a:xfrm>
                  <a:off x="415223" y="6118736"/>
                  <a:ext cx="53907" cy="106534"/>
                </a:xfrm>
                <a:custGeom>
                  <a:avLst/>
                  <a:gdLst>
                    <a:gd name="connsiteX0" fmla="*/ 159544 w 377338"/>
                    <a:gd name="connsiteY0" fmla="*/ 745712 h 745712"/>
                    <a:gd name="connsiteX1" fmla="*/ 33718 w 377338"/>
                    <a:gd name="connsiteY1" fmla="*/ 362617 h 745712"/>
                    <a:gd name="connsiteX2" fmla="*/ 0 w 377338"/>
                    <a:gd name="connsiteY2" fmla="*/ 336423 h 745712"/>
                    <a:gd name="connsiteX3" fmla="*/ 136112 w 377338"/>
                    <a:gd name="connsiteY3" fmla="*/ 0 h 745712"/>
                    <a:gd name="connsiteX4" fmla="*/ 236029 w 377338"/>
                    <a:gd name="connsiteY4" fmla="*/ 53435 h 745712"/>
                    <a:gd name="connsiteX5" fmla="*/ 373666 w 377338"/>
                    <a:gd name="connsiteY5" fmla="*/ 274511 h 745712"/>
                    <a:gd name="connsiteX6" fmla="*/ 346043 w 377338"/>
                    <a:gd name="connsiteY6" fmla="*/ 499682 h 745712"/>
                    <a:gd name="connsiteX7" fmla="*/ 178594 w 377338"/>
                    <a:gd name="connsiteY7" fmla="*/ 733044 h 745712"/>
                    <a:gd name="connsiteX8" fmla="*/ 159544 w 377338"/>
                    <a:gd name="connsiteY8" fmla="*/ 745712 h 74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338" h="745712">
                      <a:moveTo>
                        <a:pt x="159544" y="745712"/>
                      </a:moveTo>
                      <a:cubicBezTo>
                        <a:pt x="195167" y="591408"/>
                        <a:pt x="132207" y="471011"/>
                        <a:pt x="33718" y="362617"/>
                      </a:cubicBezTo>
                      <a:cubicBezTo>
                        <a:pt x="24669" y="352616"/>
                        <a:pt x="12192" y="345758"/>
                        <a:pt x="0" y="336423"/>
                      </a:cubicBezTo>
                      <a:cubicBezTo>
                        <a:pt x="101346" y="242030"/>
                        <a:pt x="123349" y="123920"/>
                        <a:pt x="136112" y="0"/>
                      </a:cubicBezTo>
                      <a:cubicBezTo>
                        <a:pt x="174117" y="9811"/>
                        <a:pt x="205644" y="30956"/>
                        <a:pt x="236029" y="53435"/>
                      </a:cubicBezTo>
                      <a:cubicBezTo>
                        <a:pt x="310801" y="108871"/>
                        <a:pt x="361093" y="180880"/>
                        <a:pt x="373666" y="274511"/>
                      </a:cubicBezTo>
                      <a:cubicBezTo>
                        <a:pt x="384048" y="351473"/>
                        <a:pt x="371665" y="426720"/>
                        <a:pt x="346043" y="499682"/>
                      </a:cubicBezTo>
                      <a:cubicBezTo>
                        <a:pt x="312991" y="593598"/>
                        <a:pt x="258223" y="672370"/>
                        <a:pt x="178594" y="733044"/>
                      </a:cubicBezTo>
                      <a:cubicBezTo>
                        <a:pt x="172688" y="737616"/>
                        <a:pt x="166211" y="741331"/>
                        <a:pt x="159544" y="7457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40" name="任意多边形: 形状 360"/>
                <p:cNvSpPr/>
                <p:nvPr/>
              </p:nvSpPr>
              <p:spPr>
                <a:xfrm>
                  <a:off x="264001" y="5830889"/>
                  <a:ext cx="106901" cy="53183"/>
                </a:xfrm>
                <a:custGeom>
                  <a:avLst/>
                  <a:gdLst>
                    <a:gd name="connsiteX0" fmla="*/ 0 w 748283"/>
                    <a:gd name="connsiteY0" fmla="*/ 252924 h 372272"/>
                    <a:gd name="connsiteX1" fmla="*/ 217361 w 748283"/>
                    <a:gd name="connsiteY1" fmla="*/ 19276 h 372272"/>
                    <a:gd name="connsiteX2" fmla="*/ 390715 w 748283"/>
                    <a:gd name="connsiteY2" fmla="*/ 3369 h 372272"/>
                    <a:gd name="connsiteX3" fmla="*/ 553212 w 748283"/>
                    <a:gd name="connsiteY3" fmla="*/ 46327 h 372272"/>
                    <a:gd name="connsiteX4" fmla="*/ 748284 w 748283"/>
                    <a:gd name="connsiteY4" fmla="*/ 203013 h 372272"/>
                    <a:gd name="connsiteX5" fmla="*/ 340519 w 748283"/>
                    <a:gd name="connsiteY5" fmla="*/ 372272 h 372272"/>
                    <a:gd name="connsiteX6" fmla="*/ 0 w 748283"/>
                    <a:gd name="connsiteY6" fmla="*/ 252924 h 37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8283" h="372272">
                      <a:moveTo>
                        <a:pt x="0" y="252924"/>
                      </a:moveTo>
                      <a:cubicBezTo>
                        <a:pt x="43434" y="145482"/>
                        <a:pt x="107442" y="60710"/>
                        <a:pt x="217361" y="19276"/>
                      </a:cubicBezTo>
                      <a:cubicBezTo>
                        <a:pt x="273463" y="-1870"/>
                        <a:pt x="331565" y="-2917"/>
                        <a:pt x="390715" y="3369"/>
                      </a:cubicBezTo>
                      <a:cubicBezTo>
                        <a:pt x="447294" y="9370"/>
                        <a:pt x="501396" y="23372"/>
                        <a:pt x="553212" y="46327"/>
                      </a:cubicBezTo>
                      <a:cubicBezTo>
                        <a:pt x="631603" y="80998"/>
                        <a:pt x="696182" y="133195"/>
                        <a:pt x="748284" y="203013"/>
                      </a:cubicBezTo>
                      <a:cubicBezTo>
                        <a:pt x="574262" y="170533"/>
                        <a:pt x="451199" y="255686"/>
                        <a:pt x="340519" y="372272"/>
                      </a:cubicBezTo>
                      <a:cubicBezTo>
                        <a:pt x="248412" y="277403"/>
                        <a:pt x="127159" y="261497"/>
                        <a:pt x="0" y="25292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41" name="任意多边形: 形状 361"/>
                <p:cNvSpPr/>
                <p:nvPr/>
              </p:nvSpPr>
              <p:spPr>
                <a:xfrm>
                  <a:off x="372549" y="5921215"/>
                  <a:ext cx="87816" cy="69310"/>
                </a:xfrm>
                <a:custGeom>
                  <a:avLst/>
                  <a:gdLst>
                    <a:gd name="connsiteX0" fmla="*/ 611886 w 614691"/>
                    <a:gd name="connsiteY0" fmla="*/ 485154 h 485153"/>
                    <a:gd name="connsiteX1" fmla="*/ 235458 w 614691"/>
                    <a:gd name="connsiteY1" fmla="*/ 362186 h 485153"/>
                    <a:gd name="connsiteX2" fmla="*/ 187738 w 614691"/>
                    <a:gd name="connsiteY2" fmla="*/ 367520 h 485153"/>
                    <a:gd name="connsiteX3" fmla="*/ 120301 w 614691"/>
                    <a:gd name="connsiteY3" fmla="*/ 198642 h 485153"/>
                    <a:gd name="connsiteX4" fmla="*/ 0 w 614691"/>
                    <a:gd name="connsiteY4" fmla="*/ 62530 h 485153"/>
                    <a:gd name="connsiteX5" fmla="*/ 138208 w 614691"/>
                    <a:gd name="connsiteY5" fmla="*/ 7475 h 485153"/>
                    <a:gd name="connsiteX6" fmla="*/ 450247 w 614691"/>
                    <a:gd name="connsiteY6" fmla="*/ 102725 h 485153"/>
                    <a:gd name="connsiteX7" fmla="*/ 614648 w 614691"/>
                    <a:gd name="connsiteY7" fmla="*/ 464199 h 485153"/>
                    <a:gd name="connsiteX8" fmla="*/ 613886 w 614691"/>
                    <a:gd name="connsiteY8" fmla="*/ 482487 h 485153"/>
                    <a:gd name="connsiteX9" fmla="*/ 611886 w 614691"/>
                    <a:gd name="connsiteY9" fmla="*/ 485154 h 485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4691" h="485153">
                      <a:moveTo>
                        <a:pt x="611886" y="485154"/>
                      </a:moveTo>
                      <a:cubicBezTo>
                        <a:pt x="511016" y="367901"/>
                        <a:pt x="378524" y="348946"/>
                        <a:pt x="235458" y="362186"/>
                      </a:cubicBezTo>
                      <a:cubicBezTo>
                        <a:pt x="219742" y="363615"/>
                        <a:pt x="204216" y="365710"/>
                        <a:pt x="187738" y="367520"/>
                      </a:cubicBezTo>
                      <a:cubicBezTo>
                        <a:pt x="183928" y="302369"/>
                        <a:pt x="158115" y="247029"/>
                        <a:pt x="120301" y="198642"/>
                      </a:cubicBezTo>
                      <a:cubicBezTo>
                        <a:pt x="83344" y="151398"/>
                        <a:pt x="40958" y="108440"/>
                        <a:pt x="0" y="62530"/>
                      </a:cubicBezTo>
                      <a:cubicBezTo>
                        <a:pt x="41529" y="37479"/>
                        <a:pt x="87630" y="17476"/>
                        <a:pt x="138208" y="7475"/>
                      </a:cubicBezTo>
                      <a:cubicBezTo>
                        <a:pt x="259271" y="-16337"/>
                        <a:pt x="361950" y="17095"/>
                        <a:pt x="450247" y="102725"/>
                      </a:cubicBezTo>
                      <a:cubicBezTo>
                        <a:pt x="552640" y="202071"/>
                        <a:pt x="609219" y="321324"/>
                        <a:pt x="614648" y="464199"/>
                      </a:cubicBezTo>
                      <a:cubicBezTo>
                        <a:pt x="614839" y="470295"/>
                        <a:pt x="614363" y="476391"/>
                        <a:pt x="613886" y="482487"/>
                      </a:cubicBezTo>
                      <a:cubicBezTo>
                        <a:pt x="613981" y="483630"/>
                        <a:pt x="612362" y="484678"/>
                        <a:pt x="611886" y="4851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42" name="任意多边形: 形状 362"/>
                <p:cNvSpPr/>
                <p:nvPr/>
              </p:nvSpPr>
              <p:spPr>
                <a:xfrm>
                  <a:off x="341905" y="6240306"/>
                  <a:ext cx="47499" cy="90423"/>
                </a:xfrm>
                <a:custGeom>
                  <a:avLst/>
                  <a:gdLst>
                    <a:gd name="connsiteX0" fmla="*/ 5620 w 332481"/>
                    <a:gd name="connsiteY0" fmla="*/ 632936 h 632936"/>
                    <a:gd name="connsiteX1" fmla="*/ 0 w 332481"/>
                    <a:gd name="connsiteY1" fmla="*/ 239649 h 632936"/>
                    <a:gd name="connsiteX2" fmla="*/ 207454 w 332481"/>
                    <a:gd name="connsiteY2" fmla="*/ 0 h 632936"/>
                    <a:gd name="connsiteX3" fmla="*/ 304609 w 332481"/>
                    <a:gd name="connsiteY3" fmla="*/ 125444 h 632936"/>
                    <a:gd name="connsiteX4" fmla="*/ 249460 w 332481"/>
                    <a:gd name="connsiteY4" fmla="*/ 465772 h 632936"/>
                    <a:gd name="connsiteX5" fmla="*/ 37909 w 332481"/>
                    <a:gd name="connsiteY5" fmla="*/ 624554 h 632936"/>
                    <a:gd name="connsiteX6" fmla="*/ 5620 w 332481"/>
                    <a:gd name="connsiteY6" fmla="*/ 632936 h 632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2481" h="632936">
                      <a:moveTo>
                        <a:pt x="5620" y="632936"/>
                      </a:moveTo>
                      <a:cubicBezTo>
                        <a:pt x="86582" y="499205"/>
                        <a:pt x="55816" y="370046"/>
                        <a:pt x="0" y="239649"/>
                      </a:cubicBezTo>
                      <a:cubicBezTo>
                        <a:pt x="106108" y="193453"/>
                        <a:pt x="159734" y="100774"/>
                        <a:pt x="207454" y="0"/>
                      </a:cubicBezTo>
                      <a:cubicBezTo>
                        <a:pt x="250031" y="35147"/>
                        <a:pt x="282416" y="76581"/>
                        <a:pt x="304609" y="125444"/>
                      </a:cubicBezTo>
                      <a:cubicBezTo>
                        <a:pt x="361569" y="250793"/>
                        <a:pt x="325279" y="361950"/>
                        <a:pt x="249460" y="465772"/>
                      </a:cubicBezTo>
                      <a:cubicBezTo>
                        <a:pt x="195263" y="539972"/>
                        <a:pt x="125254" y="594169"/>
                        <a:pt x="37909" y="624554"/>
                      </a:cubicBezTo>
                      <a:cubicBezTo>
                        <a:pt x="28099" y="627983"/>
                        <a:pt x="17716" y="629793"/>
                        <a:pt x="5620" y="63293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43" name="任意多边形: 形状 363"/>
                <p:cNvSpPr/>
                <p:nvPr/>
              </p:nvSpPr>
              <p:spPr>
                <a:xfrm>
                  <a:off x="282154" y="6285824"/>
                  <a:ext cx="59293" cy="79047"/>
                </a:xfrm>
                <a:custGeom>
                  <a:avLst/>
                  <a:gdLst>
                    <a:gd name="connsiteX0" fmla="*/ 0 w 415039"/>
                    <a:gd name="connsiteY0" fmla="*/ 553307 h 553307"/>
                    <a:gd name="connsiteX1" fmla="*/ 102965 w 415039"/>
                    <a:gd name="connsiteY1" fmla="*/ 331280 h 553307"/>
                    <a:gd name="connsiteX2" fmla="*/ 94583 w 415039"/>
                    <a:gd name="connsiteY2" fmla="*/ 193167 h 553307"/>
                    <a:gd name="connsiteX3" fmla="*/ 103822 w 415039"/>
                    <a:gd name="connsiteY3" fmla="*/ 175641 h 553307"/>
                    <a:gd name="connsiteX4" fmla="*/ 344805 w 415039"/>
                    <a:gd name="connsiteY4" fmla="*/ 4953 h 553307"/>
                    <a:gd name="connsiteX5" fmla="*/ 351854 w 415039"/>
                    <a:gd name="connsiteY5" fmla="*/ 0 h 553307"/>
                    <a:gd name="connsiteX6" fmla="*/ 414338 w 415039"/>
                    <a:gd name="connsiteY6" fmla="*/ 215837 h 553307"/>
                    <a:gd name="connsiteX7" fmla="*/ 315944 w 415039"/>
                    <a:gd name="connsiteY7" fmla="*/ 414814 h 553307"/>
                    <a:gd name="connsiteX8" fmla="*/ 58960 w 415039"/>
                    <a:gd name="connsiteY8" fmla="*/ 550259 h 553307"/>
                    <a:gd name="connsiteX9" fmla="*/ 0 w 415039"/>
                    <a:gd name="connsiteY9" fmla="*/ 553307 h 553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5039" h="553307">
                      <a:moveTo>
                        <a:pt x="0" y="553307"/>
                      </a:moveTo>
                      <a:cubicBezTo>
                        <a:pt x="70580" y="492347"/>
                        <a:pt x="94774" y="416338"/>
                        <a:pt x="102965" y="331280"/>
                      </a:cubicBezTo>
                      <a:cubicBezTo>
                        <a:pt x="107442" y="284131"/>
                        <a:pt x="103251" y="238887"/>
                        <a:pt x="94583" y="193167"/>
                      </a:cubicBezTo>
                      <a:cubicBezTo>
                        <a:pt x="93536" y="187833"/>
                        <a:pt x="99536" y="176498"/>
                        <a:pt x="103822" y="175641"/>
                      </a:cubicBezTo>
                      <a:cubicBezTo>
                        <a:pt x="209645" y="154496"/>
                        <a:pt x="280321" y="84296"/>
                        <a:pt x="344805" y="4953"/>
                      </a:cubicBezTo>
                      <a:cubicBezTo>
                        <a:pt x="346138" y="3334"/>
                        <a:pt x="348424" y="2381"/>
                        <a:pt x="351854" y="0"/>
                      </a:cubicBezTo>
                      <a:cubicBezTo>
                        <a:pt x="395192" y="66008"/>
                        <a:pt x="419576" y="136493"/>
                        <a:pt x="414338" y="215837"/>
                      </a:cubicBezTo>
                      <a:cubicBezTo>
                        <a:pt x="409099" y="295751"/>
                        <a:pt x="370713" y="359093"/>
                        <a:pt x="315944" y="414814"/>
                      </a:cubicBezTo>
                      <a:cubicBezTo>
                        <a:pt x="244602" y="487489"/>
                        <a:pt x="159448" y="533400"/>
                        <a:pt x="58960" y="550259"/>
                      </a:cubicBezTo>
                      <a:cubicBezTo>
                        <a:pt x="41243" y="553212"/>
                        <a:pt x="22955" y="552260"/>
                        <a:pt x="0" y="55330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44" name="任意多边形: 形状 364"/>
                <p:cNvSpPr/>
                <p:nvPr/>
              </p:nvSpPr>
              <p:spPr>
                <a:xfrm>
                  <a:off x="220702" y="6317788"/>
                  <a:ext cx="65756" cy="67727"/>
                </a:xfrm>
                <a:custGeom>
                  <a:avLst/>
                  <a:gdLst>
                    <a:gd name="connsiteX0" fmla="*/ 152305 w 460274"/>
                    <a:gd name="connsiteY0" fmla="*/ 123635 h 474076"/>
                    <a:gd name="connsiteX1" fmla="*/ 429101 w 460274"/>
                    <a:gd name="connsiteY1" fmla="*/ 0 h 474076"/>
                    <a:gd name="connsiteX2" fmla="*/ 459962 w 460274"/>
                    <a:gd name="connsiteY2" fmla="*/ 158782 h 474076"/>
                    <a:gd name="connsiteX3" fmla="*/ 289274 w 460274"/>
                    <a:gd name="connsiteY3" fmla="*/ 413100 h 474076"/>
                    <a:gd name="connsiteX4" fmla="*/ 52959 w 460274"/>
                    <a:gd name="connsiteY4" fmla="*/ 473678 h 474076"/>
                    <a:gd name="connsiteX5" fmla="*/ 0 w 460274"/>
                    <a:gd name="connsiteY5" fmla="*/ 467678 h 474076"/>
                    <a:gd name="connsiteX6" fmla="*/ 152305 w 460274"/>
                    <a:gd name="connsiteY6" fmla="*/ 123635 h 47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274" h="474076">
                      <a:moveTo>
                        <a:pt x="152305" y="123635"/>
                      </a:moveTo>
                      <a:cubicBezTo>
                        <a:pt x="264986" y="128016"/>
                        <a:pt x="346996" y="66961"/>
                        <a:pt x="429101" y="0"/>
                      </a:cubicBezTo>
                      <a:cubicBezTo>
                        <a:pt x="452914" y="50768"/>
                        <a:pt x="462153" y="103632"/>
                        <a:pt x="459962" y="158782"/>
                      </a:cubicBezTo>
                      <a:cubicBezTo>
                        <a:pt x="455105" y="278416"/>
                        <a:pt x="386048" y="355664"/>
                        <a:pt x="289274" y="413100"/>
                      </a:cubicBezTo>
                      <a:cubicBezTo>
                        <a:pt x="216789" y="456152"/>
                        <a:pt x="137731" y="477298"/>
                        <a:pt x="52959" y="473678"/>
                      </a:cubicBezTo>
                      <a:cubicBezTo>
                        <a:pt x="36576" y="473012"/>
                        <a:pt x="20193" y="470059"/>
                        <a:pt x="0" y="467678"/>
                      </a:cubicBezTo>
                      <a:cubicBezTo>
                        <a:pt x="126492" y="383286"/>
                        <a:pt x="150495" y="258128"/>
                        <a:pt x="152305" y="1236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nvGrpSpPr>
              <p:cNvPr id="445" name="组合 444"/>
              <p:cNvGrpSpPr/>
              <p:nvPr/>
            </p:nvGrpSpPr>
            <p:grpSpPr>
              <a:xfrm rot="0">
                <a:off x="2324" y="3051"/>
                <a:ext cx="622" cy="1153"/>
                <a:chOff x="-373187" y="5709433"/>
                <a:chExt cx="395237" cy="732484"/>
              </a:xfrm>
              <a:gradFill>
                <a:gsLst>
                  <a:gs pos="65000">
                    <a:srgbClr val="FFCD69"/>
                  </a:gs>
                  <a:gs pos="0">
                    <a:srgbClr val="FFCD69">
                      <a:lumMod val="60000"/>
                      <a:lumOff val="40000"/>
                    </a:srgbClr>
                  </a:gs>
                </a:gsLst>
                <a:lin ang="16200000" scaled="1"/>
              </a:gradFill>
            </p:grpSpPr>
            <p:sp>
              <p:nvSpPr>
                <p:cNvPr id="446" name="任意多边形: 形状 319"/>
                <p:cNvSpPr/>
                <p:nvPr/>
              </p:nvSpPr>
              <p:spPr>
                <a:xfrm>
                  <a:off x="-373187" y="6113394"/>
                  <a:ext cx="84571" cy="83409"/>
                </a:xfrm>
                <a:custGeom>
                  <a:avLst/>
                  <a:gdLst>
                    <a:gd name="connsiteX0" fmla="*/ 0 w 591978"/>
                    <a:gd name="connsiteY0" fmla="*/ 56729 h 583842"/>
                    <a:gd name="connsiteX1" fmla="*/ 13716 w 591978"/>
                    <a:gd name="connsiteY1" fmla="*/ 51014 h 583842"/>
                    <a:gd name="connsiteX2" fmla="*/ 209360 w 591978"/>
                    <a:gd name="connsiteY2" fmla="*/ 3008 h 583842"/>
                    <a:gd name="connsiteX3" fmla="*/ 384524 w 591978"/>
                    <a:gd name="connsiteY3" fmla="*/ 76731 h 583842"/>
                    <a:gd name="connsiteX4" fmla="*/ 479203 w 591978"/>
                    <a:gd name="connsiteY4" fmla="*/ 256658 h 583842"/>
                    <a:gd name="connsiteX5" fmla="*/ 516636 w 591978"/>
                    <a:gd name="connsiteY5" fmla="*/ 435252 h 583842"/>
                    <a:gd name="connsiteX6" fmla="*/ 591979 w 591978"/>
                    <a:gd name="connsiteY6" fmla="*/ 576889 h 583842"/>
                    <a:gd name="connsiteX7" fmla="*/ 589883 w 591978"/>
                    <a:gd name="connsiteY7" fmla="*/ 583842 h 583842"/>
                    <a:gd name="connsiteX8" fmla="*/ 474536 w 591978"/>
                    <a:gd name="connsiteY8" fmla="*/ 566126 h 583842"/>
                    <a:gd name="connsiteX9" fmla="*/ 294608 w 591978"/>
                    <a:gd name="connsiteY9" fmla="*/ 468780 h 583842"/>
                    <a:gd name="connsiteX10" fmla="*/ 237839 w 591978"/>
                    <a:gd name="connsiteY10" fmla="*/ 365434 h 583842"/>
                    <a:gd name="connsiteX11" fmla="*/ 76962 w 591978"/>
                    <a:gd name="connsiteY11" fmla="*/ 106830 h 583842"/>
                    <a:gd name="connsiteX12" fmla="*/ 0 w 591978"/>
                    <a:gd name="connsiteY12" fmla="*/ 65873 h 583842"/>
                    <a:gd name="connsiteX13" fmla="*/ 0 w 591978"/>
                    <a:gd name="connsiteY13" fmla="*/ 56729 h 583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978" h="583842">
                      <a:moveTo>
                        <a:pt x="0" y="56729"/>
                      </a:moveTo>
                      <a:cubicBezTo>
                        <a:pt x="4667" y="54919"/>
                        <a:pt x="10287" y="54157"/>
                        <a:pt x="13716" y="51014"/>
                      </a:cubicBezTo>
                      <a:cubicBezTo>
                        <a:pt x="70580" y="722"/>
                        <a:pt x="138303" y="-5089"/>
                        <a:pt x="209360" y="3008"/>
                      </a:cubicBezTo>
                      <a:cubicBezTo>
                        <a:pt x="274892" y="10533"/>
                        <a:pt x="333280" y="35869"/>
                        <a:pt x="384524" y="76731"/>
                      </a:cubicBezTo>
                      <a:cubicBezTo>
                        <a:pt x="442150" y="122737"/>
                        <a:pt x="467392" y="185602"/>
                        <a:pt x="479203" y="256658"/>
                      </a:cubicBezTo>
                      <a:cubicBezTo>
                        <a:pt x="489204" y="316571"/>
                        <a:pt x="502063" y="376197"/>
                        <a:pt x="516636" y="435252"/>
                      </a:cubicBezTo>
                      <a:cubicBezTo>
                        <a:pt x="529685" y="488211"/>
                        <a:pt x="552831" y="536979"/>
                        <a:pt x="591979" y="576889"/>
                      </a:cubicBezTo>
                      <a:cubicBezTo>
                        <a:pt x="591312" y="579175"/>
                        <a:pt x="590550" y="581556"/>
                        <a:pt x="589883" y="583842"/>
                      </a:cubicBezTo>
                      <a:cubicBezTo>
                        <a:pt x="551402" y="578127"/>
                        <a:pt x="512445" y="574412"/>
                        <a:pt x="474536" y="566126"/>
                      </a:cubicBezTo>
                      <a:cubicBezTo>
                        <a:pt x="405575" y="550981"/>
                        <a:pt x="340138" y="524978"/>
                        <a:pt x="294608" y="468780"/>
                      </a:cubicBezTo>
                      <a:cubicBezTo>
                        <a:pt x="270224" y="438681"/>
                        <a:pt x="252317" y="401819"/>
                        <a:pt x="237839" y="365434"/>
                      </a:cubicBezTo>
                      <a:cubicBezTo>
                        <a:pt x="199644" y="269232"/>
                        <a:pt x="154591" y="177982"/>
                        <a:pt x="76962" y="106830"/>
                      </a:cubicBezTo>
                      <a:cubicBezTo>
                        <a:pt x="55150" y="86828"/>
                        <a:pt x="32480" y="66539"/>
                        <a:pt x="0" y="65873"/>
                      </a:cubicBezTo>
                      <a:cubicBezTo>
                        <a:pt x="0" y="62920"/>
                        <a:pt x="0" y="59777"/>
                        <a:pt x="0" y="567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47" name="任意多边形: 形状 320"/>
                <p:cNvSpPr/>
                <p:nvPr/>
              </p:nvSpPr>
              <p:spPr>
                <a:xfrm>
                  <a:off x="-135358" y="5709433"/>
                  <a:ext cx="71034" cy="98846"/>
                </a:xfrm>
                <a:custGeom>
                  <a:avLst/>
                  <a:gdLst>
                    <a:gd name="connsiteX0" fmla="*/ 11086 w 497218"/>
                    <a:gd name="connsiteY0" fmla="*/ 691896 h 691896"/>
                    <a:gd name="connsiteX1" fmla="*/ 1466 w 497218"/>
                    <a:gd name="connsiteY1" fmla="*/ 639699 h 691896"/>
                    <a:gd name="connsiteX2" fmla="*/ 41947 w 497218"/>
                    <a:gd name="connsiteY2" fmla="*/ 392906 h 691896"/>
                    <a:gd name="connsiteX3" fmla="*/ 145770 w 497218"/>
                    <a:gd name="connsiteY3" fmla="*/ 295942 h 691896"/>
                    <a:gd name="connsiteX4" fmla="*/ 350557 w 497218"/>
                    <a:gd name="connsiteY4" fmla="*/ 108966 h 691896"/>
                    <a:gd name="connsiteX5" fmla="*/ 396277 w 497218"/>
                    <a:gd name="connsiteY5" fmla="*/ 0 h 691896"/>
                    <a:gd name="connsiteX6" fmla="*/ 442759 w 497218"/>
                    <a:gd name="connsiteY6" fmla="*/ 53531 h 691896"/>
                    <a:gd name="connsiteX7" fmla="*/ 481812 w 497218"/>
                    <a:gd name="connsiteY7" fmla="*/ 358711 h 691896"/>
                    <a:gd name="connsiteX8" fmla="*/ 359320 w 497218"/>
                    <a:gd name="connsiteY8" fmla="*/ 488918 h 691896"/>
                    <a:gd name="connsiteX9" fmla="*/ 207397 w 497218"/>
                    <a:gd name="connsiteY9" fmla="*/ 552450 h 691896"/>
                    <a:gd name="connsiteX10" fmla="*/ 11086 w 497218"/>
                    <a:gd name="connsiteY10" fmla="*/ 691896 h 691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7218" h="691896">
                      <a:moveTo>
                        <a:pt x="11086" y="691896"/>
                      </a:moveTo>
                      <a:cubicBezTo>
                        <a:pt x="7181" y="671608"/>
                        <a:pt x="2133" y="655796"/>
                        <a:pt x="1466" y="639699"/>
                      </a:cubicBezTo>
                      <a:cubicBezTo>
                        <a:pt x="-2153" y="554736"/>
                        <a:pt x="-2439" y="470345"/>
                        <a:pt x="41947" y="392906"/>
                      </a:cubicBezTo>
                      <a:cubicBezTo>
                        <a:pt x="66712" y="349568"/>
                        <a:pt x="104241" y="321278"/>
                        <a:pt x="145770" y="295942"/>
                      </a:cubicBezTo>
                      <a:cubicBezTo>
                        <a:pt x="226065" y="246983"/>
                        <a:pt x="296074" y="186023"/>
                        <a:pt x="350557" y="108966"/>
                      </a:cubicBezTo>
                      <a:cubicBezTo>
                        <a:pt x="372560" y="77819"/>
                        <a:pt x="389991" y="43720"/>
                        <a:pt x="396277" y="0"/>
                      </a:cubicBezTo>
                      <a:cubicBezTo>
                        <a:pt x="411994" y="17717"/>
                        <a:pt x="431520" y="33338"/>
                        <a:pt x="442759" y="53531"/>
                      </a:cubicBezTo>
                      <a:cubicBezTo>
                        <a:pt x="496290" y="149638"/>
                        <a:pt x="512482" y="251651"/>
                        <a:pt x="481812" y="358711"/>
                      </a:cubicBezTo>
                      <a:cubicBezTo>
                        <a:pt x="463524" y="422720"/>
                        <a:pt x="421042" y="464630"/>
                        <a:pt x="359320" y="488918"/>
                      </a:cubicBezTo>
                      <a:cubicBezTo>
                        <a:pt x="308266" y="509016"/>
                        <a:pt x="257307" y="529685"/>
                        <a:pt x="207397" y="552450"/>
                      </a:cubicBezTo>
                      <a:cubicBezTo>
                        <a:pt x="134435" y="585597"/>
                        <a:pt x="61378" y="619316"/>
                        <a:pt x="11086" y="6918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64" name="任意多边形: 形状 321"/>
                <p:cNvSpPr/>
                <p:nvPr/>
              </p:nvSpPr>
              <p:spPr>
                <a:xfrm>
                  <a:off x="-72132" y="5741833"/>
                  <a:ext cx="94182" cy="58296"/>
                </a:xfrm>
                <a:custGeom>
                  <a:avLst/>
                  <a:gdLst>
                    <a:gd name="connsiteX0" fmla="*/ 0 w 659249"/>
                    <a:gd name="connsiteY0" fmla="*/ 315087 h 408057"/>
                    <a:gd name="connsiteX1" fmla="*/ 134207 w 659249"/>
                    <a:gd name="connsiteY1" fmla="*/ 156877 h 408057"/>
                    <a:gd name="connsiteX2" fmla="*/ 304705 w 659249"/>
                    <a:gd name="connsiteY2" fmla="*/ 98870 h 408057"/>
                    <a:gd name="connsiteX3" fmla="*/ 412242 w 659249"/>
                    <a:gd name="connsiteY3" fmla="*/ 102108 h 408057"/>
                    <a:gd name="connsiteX4" fmla="*/ 598646 w 659249"/>
                    <a:gd name="connsiteY4" fmla="*/ 47720 h 408057"/>
                    <a:gd name="connsiteX5" fmla="*/ 654463 w 659249"/>
                    <a:gd name="connsiteY5" fmla="*/ 0 h 408057"/>
                    <a:gd name="connsiteX6" fmla="*/ 658368 w 659249"/>
                    <a:gd name="connsiteY6" fmla="*/ 21050 h 408057"/>
                    <a:gd name="connsiteX7" fmla="*/ 627888 w 659249"/>
                    <a:gd name="connsiteY7" fmla="*/ 251079 h 408057"/>
                    <a:gd name="connsiteX8" fmla="*/ 422624 w 659249"/>
                    <a:gd name="connsiteY8" fmla="*/ 404908 h 408057"/>
                    <a:gd name="connsiteX9" fmla="*/ 157639 w 659249"/>
                    <a:gd name="connsiteY9" fmla="*/ 353473 h 408057"/>
                    <a:gd name="connsiteX10" fmla="*/ 46577 w 659249"/>
                    <a:gd name="connsiteY10" fmla="*/ 313087 h 408057"/>
                    <a:gd name="connsiteX11" fmla="*/ 0 w 659249"/>
                    <a:gd name="connsiteY11" fmla="*/ 315087 h 40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9249" h="408057">
                      <a:moveTo>
                        <a:pt x="0" y="315087"/>
                      </a:moveTo>
                      <a:cubicBezTo>
                        <a:pt x="31432" y="249365"/>
                        <a:pt x="77819" y="198882"/>
                        <a:pt x="134207" y="156877"/>
                      </a:cubicBezTo>
                      <a:cubicBezTo>
                        <a:pt x="184785" y="119158"/>
                        <a:pt x="243268" y="102870"/>
                        <a:pt x="304705" y="98870"/>
                      </a:cubicBezTo>
                      <a:cubicBezTo>
                        <a:pt x="340328" y="96583"/>
                        <a:pt x="376428" y="103346"/>
                        <a:pt x="412242" y="102108"/>
                      </a:cubicBezTo>
                      <a:cubicBezTo>
                        <a:pt x="478726" y="99917"/>
                        <a:pt x="542830" y="86487"/>
                        <a:pt x="598646" y="47720"/>
                      </a:cubicBezTo>
                      <a:cubicBezTo>
                        <a:pt x="617792" y="34481"/>
                        <a:pt x="634270" y="17431"/>
                        <a:pt x="654463" y="0"/>
                      </a:cubicBezTo>
                      <a:cubicBezTo>
                        <a:pt x="655892" y="7239"/>
                        <a:pt x="658177" y="14097"/>
                        <a:pt x="658368" y="21050"/>
                      </a:cubicBezTo>
                      <a:cubicBezTo>
                        <a:pt x="661035" y="99441"/>
                        <a:pt x="659416" y="177451"/>
                        <a:pt x="627888" y="251079"/>
                      </a:cubicBezTo>
                      <a:cubicBezTo>
                        <a:pt x="589121" y="341567"/>
                        <a:pt x="521208" y="392430"/>
                        <a:pt x="422624" y="404908"/>
                      </a:cubicBezTo>
                      <a:cubicBezTo>
                        <a:pt x="328041" y="416814"/>
                        <a:pt x="241840" y="393954"/>
                        <a:pt x="157639" y="353473"/>
                      </a:cubicBezTo>
                      <a:cubicBezTo>
                        <a:pt x="122301" y="336423"/>
                        <a:pt x="84296" y="324422"/>
                        <a:pt x="46577" y="313087"/>
                      </a:cubicBezTo>
                      <a:cubicBezTo>
                        <a:pt x="33623" y="309086"/>
                        <a:pt x="18193" y="313944"/>
                        <a:pt x="0" y="3150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65" name="任意多边形: 形状 322"/>
                <p:cNvSpPr/>
                <p:nvPr/>
              </p:nvSpPr>
              <p:spPr>
                <a:xfrm>
                  <a:off x="-300517" y="5849072"/>
                  <a:ext cx="47425" cy="111571"/>
                </a:xfrm>
                <a:custGeom>
                  <a:avLst/>
                  <a:gdLst>
                    <a:gd name="connsiteX0" fmla="*/ 146652 w 331967"/>
                    <a:gd name="connsiteY0" fmla="*/ 780973 h 780972"/>
                    <a:gd name="connsiteX1" fmla="*/ 3205 w 331967"/>
                    <a:gd name="connsiteY1" fmla="*/ 538656 h 780972"/>
                    <a:gd name="connsiteX2" fmla="*/ 32542 w 331967"/>
                    <a:gd name="connsiteY2" fmla="*/ 367968 h 780972"/>
                    <a:gd name="connsiteX3" fmla="*/ 75024 w 331967"/>
                    <a:gd name="connsiteY3" fmla="*/ 175945 h 780972"/>
                    <a:gd name="connsiteX4" fmla="*/ 70071 w 331967"/>
                    <a:gd name="connsiteY4" fmla="*/ 58025 h 780972"/>
                    <a:gd name="connsiteX5" fmla="*/ 51021 w 331967"/>
                    <a:gd name="connsiteY5" fmla="*/ 1923 h 780972"/>
                    <a:gd name="connsiteX6" fmla="*/ 141413 w 331967"/>
                    <a:gd name="connsiteY6" fmla="*/ 17734 h 780972"/>
                    <a:gd name="connsiteX7" fmla="*/ 326770 w 331967"/>
                    <a:gd name="connsiteY7" fmla="*/ 261289 h 780972"/>
                    <a:gd name="connsiteX8" fmla="*/ 288479 w 331967"/>
                    <a:gd name="connsiteY8" fmla="*/ 451693 h 780972"/>
                    <a:gd name="connsiteX9" fmla="*/ 175227 w 331967"/>
                    <a:gd name="connsiteY9" fmla="*/ 663720 h 780972"/>
                    <a:gd name="connsiteX10" fmla="*/ 146652 w 331967"/>
                    <a:gd name="connsiteY10" fmla="*/ 780973 h 780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1967" h="780972">
                      <a:moveTo>
                        <a:pt x="146652" y="780973"/>
                      </a:moveTo>
                      <a:cubicBezTo>
                        <a:pt x="78739" y="714869"/>
                        <a:pt x="21303" y="637717"/>
                        <a:pt x="3205" y="538656"/>
                      </a:cubicBezTo>
                      <a:cubicBezTo>
                        <a:pt x="-7558" y="479506"/>
                        <a:pt x="10444" y="423404"/>
                        <a:pt x="32542" y="367968"/>
                      </a:cubicBezTo>
                      <a:cubicBezTo>
                        <a:pt x="57022" y="306723"/>
                        <a:pt x="73976" y="242620"/>
                        <a:pt x="75024" y="175945"/>
                      </a:cubicBezTo>
                      <a:cubicBezTo>
                        <a:pt x="75691" y="136606"/>
                        <a:pt x="74071" y="97078"/>
                        <a:pt x="70071" y="58025"/>
                      </a:cubicBezTo>
                      <a:cubicBezTo>
                        <a:pt x="68166" y="39642"/>
                        <a:pt x="58165" y="22211"/>
                        <a:pt x="51021" y="1923"/>
                      </a:cubicBezTo>
                      <a:cubicBezTo>
                        <a:pt x="82549" y="-3983"/>
                        <a:pt x="112933" y="4399"/>
                        <a:pt x="141413" y="17734"/>
                      </a:cubicBezTo>
                      <a:cubicBezTo>
                        <a:pt x="245617" y="66217"/>
                        <a:pt x="303052" y="151561"/>
                        <a:pt x="326770" y="261289"/>
                      </a:cubicBezTo>
                      <a:cubicBezTo>
                        <a:pt x="341533" y="329773"/>
                        <a:pt x="323626" y="391781"/>
                        <a:pt x="288479" y="451693"/>
                      </a:cubicBezTo>
                      <a:cubicBezTo>
                        <a:pt x="247903" y="520750"/>
                        <a:pt x="208945" y="591139"/>
                        <a:pt x="175227" y="663720"/>
                      </a:cubicBezTo>
                      <a:cubicBezTo>
                        <a:pt x="158939" y="699248"/>
                        <a:pt x="155986" y="740968"/>
                        <a:pt x="146652" y="78097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66" name="任意多边形: 形状 323"/>
                <p:cNvSpPr/>
                <p:nvPr/>
              </p:nvSpPr>
              <p:spPr>
                <a:xfrm>
                  <a:off x="-234415" y="6354448"/>
                  <a:ext cx="110737" cy="46489"/>
                </a:xfrm>
                <a:custGeom>
                  <a:avLst/>
                  <a:gdLst>
                    <a:gd name="connsiteX0" fmla="*/ 775136 w 775136"/>
                    <a:gd name="connsiteY0" fmla="*/ 172682 h 325408"/>
                    <a:gd name="connsiteX1" fmla="*/ 481100 w 775136"/>
                    <a:gd name="connsiteY1" fmla="*/ 325273 h 325408"/>
                    <a:gd name="connsiteX2" fmla="*/ 394232 w 775136"/>
                    <a:gd name="connsiteY2" fmla="*/ 306318 h 325408"/>
                    <a:gd name="connsiteX3" fmla="*/ 127055 w 775136"/>
                    <a:gd name="connsiteY3" fmla="*/ 259074 h 325408"/>
                    <a:gd name="connsiteX4" fmla="*/ 2087 w 775136"/>
                    <a:gd name="connsiteY4" fmla="*/ 291650 h 325408"/>
                    <a:gd name="connsiteX5" fmla="*/ 31710 w 775136"/>
                    <a:gd name="connsiteY5" fmla="*/ 161443 h 325408"/>
                    <a:gd name="connsiteX6" fmla="*/ 270407 w 775136"/>
                    <a:gd name="connsiteY6" fmla="*/ 3137 h 325408"/>
                    <a:gd name="connsiteX7" fmla="*/ 459954 w 775136"/>
                    <a:gd name="connsiteY7" fmla="*/ 46476 h 325408"/>
                    <a:gd name="connsiteX8" fmla="*/ 661979 w 775136"/>
                    <a:gd name="connsiteY8" fmla="*/ 148775 h 325408"/>
                    <a:gd name="connsiteX9" fmla="*/ 775136 w 775136"/>
                    <a:gd name="connsiteY9" fmla="*/ 172682 h 325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5136" h="325408">
                      <a:moveTo>
                        <a:pt x="775136" y="172682"/>
                      </a:moveTo>
                      <a:cubicBezTo>
                        <a:pt x="694555" y="255550"/>
                        <a:pt x="607592" y="328988"/>
                        <a:pt x="481100" y="325273"/>
                      </a:cubicBezTo>
                      <a:cubicBezTo>
                        <a:pt x="451953" y="324415"/>
                        <a:pt x="422235" y="315843"/>
                        <a:pt x="394232" y="306318"/>
                      </a:cubicBezTo>
                      <a:cubicBezTo>
                        <a:pt x="307459" y="276695"/>
                        <a:pt x="219353" y="256026"/>
                        <a:pt x="127055" y="259074"/>
                      </a:cubicBezTo>
                      <a:cubicBezTo>
                        <a:pt x="78002" y="260693"/>
                        <a:pt x="51713" y="267647"/>
                        <a:pt x="2087" y="291650"/>
                      </a:cubicBezTo>
                      <a:cubicBezTo>
                        <a:pt x="-5152" y="243644"/>
                        <a:pt x="6850" y="200114"/>
                        <a:pt x="31710" y="161443"/>
                      </a:cubicBezTo>
                      <a:cubicBezTo>
                        <a:pt x="87717" y="74098"/>
                        <a:pt x="168203" y="20092"/>
                        <a:pt x="270407" y="3137"/>
                      </a:cubicBezTo>
                      <a:cubicBezTo>
                        <a:pt x="338225" y="-8102"/>
                        <a:pt x="400328" y="11900"/>
                        <a:pt x="459954" y="46476"/>
                      </a:cubicBezTo>
                      <a:cubicBezTo>
                        <a:pt x="525200" y="84195"/>
                        <a:pt x="592828" y="118771"/>
                        <a:pt x="661979" y="148775"/>
                      </a:cubicBezTo>
                      <a:cubicBezTo>
                        <a:pt x="695888" y="163538"/>
                        <a:pt x="735512" y="164777"/>
                        <a:pt x="775136" y="17268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68" name="任意多边形: 形状 324"/>
                <p:cNvSpPr/>
                <p:nvPr/>
              </p:nvSpPr>
              <p:spPr>
                <a:xfrm>
                  <a:off x="-152663" y="6393336"/>
                  <a:ext cx="106766" cy="48581"/>
                </a:xfrm>
                <a:custGeom>
                  <a:avLst/>
                  <a:gdLst>
                    <a:gd name="connsiteX0" fmla="*/ 8007 w 747337"/>
                    <a:gd name="connsiteY0" fmla="*/ 340053 h 340052"/>
                    <a:gd name="connsiteX1" fmla="*/ 15436 w 747337"/>
                    <a:gd name="connsiteY1" fmla="*/ 213846 h 340052"/>
                    <a:gd name="connsiteX2" fmla="*/ 248608 w 747337"/>
                    <a:gd name="connsiteY2" fmla="*/ 6773 h 340052"/>
                    <a:gd name="connsiteX3" fmla="*/ 387959 w 747337"/>
                    <a:gd name="connsiteY3" fmla="*/ 14869 h 340052"/>
                    <a:gd name="connsiteX4" fmla="*/ 589127 w 747337"/>
                    <a:gd name="connsiteY4" fmla="*/ 76115 h 340052"/>
                    <a:gd name="connsiteX5" fmla="*/ 747337 w 747337"/>
                    <a:gd name="connsiteY5" fmla="*/ 77163 h 340052"/>
                    <a:gd name="connsiteX6" fmla="*/ 743813 w 747337"/>
                    <a:gd name="connsiteY6" fmla="*/ 90117 h 340052"/>
                    <a:gd name="connsiteX7" fmla="*/ 572363 w 747337"/>
                    <a:gd name="connsiteY7" fmla="*/ 262424 h 340052"/>
                    <a:gd name="connsiteX8" fmla="*/ 401675 w 747337"/>
                    <a:gd name="connsiteY8" fmla="*/ 289094 h 340052"/>
                    <a:gd name="connsiteX9" fmla="*/ 110877 w 747337"/>
                    <a:gd name="connsiteY9" fmla="*/ 296714 h 340052"/>
                    <a:gd name="connsiteX10" fmla="*/ 8007 w 747337"/>
                    <a:gd name="connsiteY10" fmla="*/ 340053 h 340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7337" h="340052">
                      <a:moveTo>
                        <a:pt x="8007" y="340053"/>
                      </a:moveTo>
                      <a:cubicBezTo>
                        <a:pt x="-5138" y="300143"/>
                        <a:pt x="-1709" y="255661"/>
                        <a:pt x="15436" y="213846"/>
                      </a:cubicBezTo>
                      <a:cubicBezTo>
                        <a:pt x="59156" y="107452"/>
                        <a:pt x="135832" y="36300"/>
                        <a:pt x="248608" y="6773"/>
                      </a:cubicBezTo>
                      <a:cubicBezTo>
                        <a:pt x="295948" y="-5609"/>
                        <a:pt x="341858" y="105"/>
                        <a:pt x="387959" y="14869"/>
                      </a:cubicBezTo>
                      <a:cubicBezTo>
                        <a:pt x="454634" y="36300"/>
                        <a:pt x="521595" y="57446"/>
                        <a:pt x="589127" y="76115"/>
                      </a:cubicBezTo>
                      <a:cubicBezTo>
                        <a:pt x="640371" y="90307"/>
                        <a:pt x="692854" y="90497"/>
                        <a:pt x="747337" y="77163"/>
                      </a:cubicBezTo>
                      <a:cubicBezTo>
                        <a:pt x="745908" y="82592"/>
                        <a:pt x="745813" y="86974"/>
                        <a:pt x="743813" y="90117"/>
                      </a:cubicBezTo>
                      <a:cubicBezTo>
                        <a:pt x="699427" y="160221"/>
                        <a:pt x="645991" y="221371"/>
                        <a:pt x="572363" y="262424"/>
                      </a:cubicBezTo>
                      <a:cubicBezTo>
                        <a:pt x="518737" y="292332"/>
                        <a:pt x="461682" y="298524"/>
                        <a:pt x="401675" y="289094"/>
                      </a:cubicBezTo>
                      <a:cubicBezTo>
                        <a:pt x="304329" y="273759"/>
                        <a:pt x="206698" y="268806"/>
                        <a:pt x="110877" y="296714"/>
                      </a:cubicBezTo>
                      <a:cubicBezTo>
                        <a:pt x="76301" y="306715"/>
                        <a:pt x="44011" y="324622"/>
                        <a:pt x="8007" y="340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69" name="任意多边形: 形状 325"/>
                <p:cNvSpPr/>
                <p:nvPr/>
              </p:nvSpPr>
              <p:spPr>
                <a:xfrm>
                  <a:off x="-199146" y="5740567"/>
                  <a:ext cx="58719" cy="109772"/>
                </a:xfrm>
                <a:custGeom>
                  <a:avLst/>
                  <a:gdLst>
                    <a:gd name="connsiteX0" fmla="*/ 62487 w 411017"/>
                    <a:gd name="connsiteY0" fmla="*/ 768382 h 768381"/>
                    <a:gd name="connsiteX1" fmla="*/ 4861 w 411017"/>
                    <a:gd name="connsiteY1" fmla="*/ 595789 h 768381"/>
                    <a:gd name="connsiteX2" fmla="*/ 23625 w 411017"/>
                    <a:gd name="connsiteY2" fmla="*/ 431006 h 768381"/>
                    <a:gd name="connsiteX3" fmla="*/ 79061 w 411017"/>
                    <a:gd name="connsiteY3" fmla="*/ 351092 h 768381"/>
                    <a:gd name="connsiteX4" fmla="*/ 230889 w 411017"/>
                    <a:gd name="connsiteY4" fmla="*/ 73438 h 768381"/>
                    <a:gd name="connsiteX5" fmla="*/ 236509 w 411017"/>
                    <a:gd name="connsiteY5" fmla="*/ 0 h 768381"/>
                    <a:gd name="connsiteX6" fmla="*/ 326139 w 411017"/>
                    <a:gd name="connsiteY6" fmla="*/ 64865 h 768381"/>
                    <a:gd name="connsiteX7" fmla="*/ 401673 w 411017"/>
                    <a:gd name="connsiteY7" fmla="*/ 371666 h 768381"/>
                    <a:gd name="connsiteX8" fmla="*/ 298612 w 411017"/>
                    <a:gd name="connsiteY8" fmla="*/ 505016 h 768381"/>
                    <a:gd name="connsiteX9" fmla="*/ 165357 w 411017"/>
                    <a:gd name="connsiteY9" fmla="*/ 617601 h 768381"/>
                    <a:gd name="connsiteX10" fmla="*/ 62487 w 411017"/>
                    <a:gd name="connsiteY10" fmla="*/ 768382 h 768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017" h="768381">
                      <a:moveTo>
                        <a:pt x="62487" y="768382"/>
                      </a:moveTo>
                      <a:cubicBezTo>
                        <a:pt x="32769" y="712280"/>
                        <a:pt x="14005" y="655796"/>
                        <a:pt x="4861" y="595789"/>
                      </a:cubicBezTo>
                      <a:cubicBezTo>
                        <a:pt x="-3807" y="538925"/>
                        <a:pt x="-2759" y="482822"/>
                        <a:pt x="23625" y="431006"/>
                      </a:cubicBezTo>
                      <a:cubicBezTo>
                        <a:pt x="38199" y="402336"/>
                        <a:pt x="58106" y="375761"/>
                        <a:pt x="79061" y="351092"/>
                      </a:cubicBezTo>
                      <a:cubicBezTo>
                        <a:pt x="148879" y="268796"/>
                        <a:pt x="208601" y="181166"/>
                        <a:pt x="230889" y="73438"/>
                      </a:cubicBezTo>
                      <a:cubicBezTo>
                        <a:pt x="235747" y="49911"/>
                        <a:pt x="234795" y="25241"/>
                        <a:pt x="236509" y="0"/>
                      </a:cubicBezTo>
                      <a:cubicBezTo>
                        <a:pt x="274228" y="9620"/>
                        <a:pt x="302613" y="34576"/>
                        <a:pt x="326139" y="64865"/>
                      </a:cubicBezTo>
                      <a:cubicBezTo>
                        <a:pt x="396624" y="155734"/>
                        <a:pt x="428247" y="256889"/>
                        <a:pt x="401673" y="371666"/>
                      </a:cubicBezTo>
                      <a:cubicBezTo>
                        <a:pt x="387766" y="431673"/>
                        <a:pt x="343761" y="468630"/>
                        <a:pt x="298612" y="505016"/>
                      </a:cubicBezTo>
                      <a:cubicBezTo>
                        <a:pt x="253368" y="541496"/>
                        <a:pt x="208315" y="578453"/>
                        <a:pt x="165357" y="617601"/>
                      </a:cubicBezTo>
                      <a:cubicBezTo>
                        <a:pt x="107064" y="670655"/>
                        <a:pt x="92967" y="693611"/>
                        <a:pt x="62487" y="76838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70" name="任意多边形: 形状 326"/>
                <p:cNvSpPr/>
                <p:nvPr/>
              </p:nvSpPr>
              <p:spPr>
                <a:xfrm>
                  <a:off x="-300345" y="6289479"/>
                  <a:ext cx="109405" cy="57455"/>
                </a:xfrm>
                <a:custGeom>
                  <a:avLst/>
                  <a:gdLst>
                    <a:gd name="connsiteX0" fmla="*/ 765810 w 765809"/>
                    <a:gd name="connsiteY0" fmla="*/ 338559 h 402173"/>
                    <a:gd name="connsiteX1" fmla="*/ 442913 w 765809"/>
                    <a:gd name="connsiteY1" fmla="*/ 383136 h 402173"/>
                    <a:gd name="connsiteX2" fmla="*/ 351282 w 765809"/>
                    <a:gd name="connsiteY2" fmla="*/ 324366 h 402173"/>
                    <a:gd name="connsiteX3" fmla="*/ 105251 w 765809"/>
                    <a:gd name="connsiteY3" fmla="*/ 190540 h 402173"/>
                    <a:gd name="connsiteX4" fmla="*/ 0 w 765809"/>
                    <a:gd name="connsiteY4" fmla="*/ 176634 h 402173"/>
                    <a:gd name="connsiteX5" fmla="*/ 56959 w 765809"/>
                    <a:gd name="connsiteY5" fmla="*/ 85003 h 402173"/>
                    <a:gd name="connsiteX6" fmla="*/ 314706 w 765809"/>
                    <a:gd name="connsiteY6" fmla="*/ 1088 h 402173"/>
                    <a:gd name="connsiteX7" fmla="*/ 499205 w 765809"/>
                    <a:gd name="connsiteY7" fmla="*/ 99386 h 402173"/>
                    <a:gd name="connsiteX8" fmla="*/ 663416 w 765809"/>
                    <a:gd name="connsiteY8" fmla="*/ 274455 h 402173"/>
                    <a:gd name="connsiteX9" fmla="*/ 765810 w 765809"/>
                    <a:gd name="connsiteY9" fmla="*/ 338559 h 40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5809" h="402173">
                      <a:moveTo>
                        <a:pt x="765810" y="338559"/>
                      </a:moveTo>
                      <a:cubicBezTo>
                        <a:pt x="664083" y="386660"/>
                        <a:pt x="558737" y="427522"/>
                        <a:pt x="442913" y="383136"/>
                      </a:cubicBezTo>
                      <a:cubicBezTo>
                        <a:pt x="409670" y="370372"/>
                        <a:pt x="379762" y="346750"/>
                        <a:pt x="351282" y="324366"/>
                      </a:cubicBezTo>
                      <a:cubicBezTo>
                        <a:pt x="276606" y="265883"/>
                        <a:pt x="198406" y="213781"/>
                        <a:pt x="105251" y="190540"/>
                      </a:cubicBezTo>
                      <a:cubicBezTo>
                        <a:pt x="71819" y="182158"/>
                        <a:pt x="36576" y="181205"/>
                        <a:pt x="0" y="176634"/>
                      </a:cubicBezTo>
                      <a:cubicBezTo>
                        <a:pt x="5239" y="141486"/>
                        <a:pt x="28480" y="110244"/>
                        <a:pt x="56959" y="85003"/>
                      </a:cubicBezTo>
                      <a:cubicBezTo>
                        <a:pt x="130207" y="20328"/>
                        <a:pt x="217837" y="-5865"/>
                        <a:pt x="314706" y="1088"/>
                      </a:cubicBezTo>
                      <a:cubicBezTo>
                        <a:pt x="390239" y="6517"/>
                        <a:pt x="449675" y="41950"/>
                        <a:pt x="499205" y="99386"/>
                      </a:cubicBezTo>
                      <a:cubicBezTo>
                        <a:pt x="551402" y="160060"/>
                        <a:pt x="605504" y="219401"/>
                        <a:pt x="663416" y="274455"/>
                      </a:cubicBezTo>
                      <a:cubicBezTo>
                        <a:pt x="691515" y="301125"/>
                        <a:pt x="730091" y="316746"/>
                        <a:pt x="765810" y="33855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71" name="任意多边形: 形状 327"/>
                <p:cNvSpPr/>
                <p:nvPr/>
              </p:nvSpPr>
              <p:spPr>
                <a:xfrm>
                  <a:off x="-340297" y="5928856"/>
                  <a:ext cx="49486" cy="107567"/>
                </a:xfrm>
                <a:custGeom>
                  <a:avLst/>
                  <a:gdLst>
                    <a:gd name="connsiteX0" fmla="*/ 0 w 346389"/>
                    <a:gd name="connsiteY0" fmla="*/ 10568 h 752946"/>
                    <a:gd name="connsiteX1" fmla="*/ 146209 w 346389"/>
                    <a:gd name="connsiteY1" fmla="*/ 21522 h 752946"/>
                    <a:gd name="connsiteX2" fmla="*/ 343186 w 346389"/>
                    <a:gd name="connsiteY2" fmla="*/ 269172 h 752946"/>
                    <a:gd name="connsiteX3" fmla="*/ 333566 w 346389"/>
                    <a:gd name="connsiteY3" fmla="*/ 377566 h 752946"/>
                    <a:gd name="connsiteX4" fmla="*/ 274320 w 346389"/>
                    <a:gd name="connsiteY4" fmla="*/ 567018 h 752946"/>
                    <a:gd name="connsiteX5" fmla="*/ 268700 w 346389"/>
                    <a:gd name="connsiteY5" fmla="*/ 752946 h 752946"/>
                    <a:gd name="connsiteX6" fmla="*/ 227743 w 346389"/>
                    <a:gd name="connsiteY6" fmla="*/ 726943 h 752946"/>
                    <a:gd name="connsiteX7" fmla="*/ 191072 w 346389"/>
                    <a:gd name="connsiteY7" fmla="*/ 699511 h 752946"/>
                    <a:gd name="connsiteX8" fmla="*/ 63532 w 346389"/>
                    <a:gd name="connsiteY8" fmla="*/ 529490 h 752946"/>
                    <a:gd name="connsiteX9" fmla="*/ 59150 w 346389"/>
                    <a:gd name="connsiteY9" fmla="*/ 384710 h 752946"/>
                    <a:gd name="connsiteX10" fmla="*/ 34671 w 346389"/>
                    <a:gd name="connsiteY10" fmla="*/ 66575 h 752946"/>
                    <a:gd name="connsiteX11" fmla="*/ 20193 w 346389"/>
                    <a:gd name="connsiteY11" fmla="*/ 38000 h 752946"/>
                    <a:gd name="connsiteX12" fmla="*/ 0 w 346389"/>
                    <a:gd name="connsiteY12" fmla="*/ 10568 h 752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389" h="752946">
                      <a:moveTo>
                        <a:pt x="0" y="10568"/>
                      </a:moveTo>
                      <a:cubicBezTo>
                        <a:pt x="52006" y="-8672"/>
                        <a:pt x="100775" y="376"/>
                        <a:pt x="146209" y="21522"/>
                      </a:cubicBezTo>
                      <a:cubicBezTo>
                        <a:pt x="252412" y="70957"/>
                        <a:pt x="321183" y="152776"/>
                        <a:pt x="343186" y="269172"/>
                      </a:cubicBezTo>
                      <a:cubicBezTo>
                        <a:pt x="349949" y="304986"/>
                        <a:pt x="345662" y="341752"/>
                        <a:pt x="333566" y="377566"/>
                      </a:cubicBezTo>
                      <a:cubicBezTo>
                        <a:pt x="312515" y="440336"/>
                        <a:pt x="292989" y="503582"/>
                        <a:pt x="274320" y="567018"/>
                      </a:cubicBezTo>
                      <a:cubicBezTo>
                        <a:pt x="256889" y="626264"/>
                        <a:pt x="249174" y="686367"/>
                        <a:pt x="268700" y="752946"/>
                      </a:cubicBezTo>
                      <a:cubicBezTo>
                        <a:pt x="252127" y="742469"/>
                        <a:pt x="239649" y="735135"/>
                        <a:pt x="227743" y="726943"/>
                      </a:cubicBezTo>
                      <a:cubicBezTo>
                        <a:pt x="215170" y="718275"/>
                        <a:pt x="202692" y="709417"/>
                        <a:pt x="191072" y="699511"/>
                      </a:cubicBezTo>
                      <a:cubicBezTo>
                        <a:pt x="135827" y="652458"/>
                        <a:pt x="86582" y="601023"/>
                        <a:pt x="63532" y="529490"/>
                      </a:cubicBezTo>
                      <a:cubicBezTo>
                        <a:pt x="48006" y="481389"/>
                        <a:pt x="52768" y="433573"/>
                        <a:pt x="59150" y="384710"/>
                      </a:cubicBezTo>
                      <a:cubicBezTo>
                        <a:pt x="73152" y="277268"/>
                        <a:pt x="76105" y="170016"/>
                        <a:pt x="34671" y="66575"/>
                      </a:cubicBezTo>
                      <a:cubicBezTo>
                        <a:pt x="30670" y="56669"/>
                        <a:pt x="25813" y="47049"/>
                        <a:pt x="20193" y="38000"/>
                      </a:cubicBezTo>
                      <a:cubicBezTo>
                        <a:pt x="14668" y="29046"/>
                        <a:pt x="7715" y="20950"/>
                        <a:pt x="0" y="1056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72" name="任意多边形: 形状 328"/>
                <p:cNvSpPr/>
                <p:nvPr/>
              </p:nvSpPr>
              <p:spPr>
                <a:xfrm>
                  <a:off x="-349115" y="6207553"/>
                  <a:ext cx="100043" cy="67861"/>
                </a:xfrm>
                <a:custGeom>
                  <a:avLst/>
                  <a:gdLst>
                    <a:gd name="connsiteX0" fmla="*/ 700278 w 700277"/>
                    <a:gd name="connsiteY0" fmla="*/ 459198 h 475011"/>
                    <a:gd name="connsiteX1" fmla="*/ 440722 w 700277"/>
                    <a:gd name="connsiteY1" fmla="*/ 455769 h 475011"/>
                    <a:gd name="connsiteX2" fmla="*/ 308610 w 700277"/>
                    <a:gd name="connsiteY2" fmla="*/ 352232 h 475011"/>
                    <a:gd name="connsiteX3" fmla="*/ 90392 w 700277"/>
                    <a:gd name="connsiteY3" fmla="*/ 146397 h 475011"/>
                    <a:gd name="connsiteX4" fmla="*/ 0 w 700277"/>
                    <a:gd name="connsiteY4" fmla="*/ 112488 h 475011"/>
                    <a:gd name="connsiteX5" fmla="*/ 61817 w 700277"/>
                    <a:gd name="connsiteY5" fmla="*/ 45432 h 475011"/>
                    <a:gd name="connsiteX6" fmla="*/ 448056 w 700277"/>
                    <a:gd name="connsiteY6" fmla="*/ 83627 h 475011"/>
                    <a:gd name="connsiteX7" fmla="*/ 494443 w 700277"/>
                    <a:gd name="connsiteY7" fmla="*/ 151064 h 475011"/>
                    <a:gd name="connsiteX8" fmla="*/ 615029 w 700277"/>
                    <a:gd name="connsiteY8" fmla="*/ 370710 h 475011"/>
                    <a:gd name="connsiteX9" fmla="*/ 700278 w 700277"/>
                    <a:gd name="connsiteY9" fmla="*/ 459198 h 47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0277" h="475011">
                      <a:moveTo>
                        <a:pt x="700278" y="459198"/>
                      </a:moveTo>
                      <a:cubicBezTo>
                        <a:pt x="615124" y="477295"/>
                        <a:pt x="527971" y="484344"/>
                        <a:pt x="440722" y="455769"/>
                      </a:cubicBezTo>
                      <a:cubicBezTo>
                        <a:pt x="383762" y="437195"/>
                        <a:pt x="342805" y="399952"/>
                        <a:pt x="308610" y="352232"/>
                      </a:cubicBezTo>
                      <a:cubicBezTo>
                        <a:pt x="249364" y="269650"/>
                        <a:pt x="181832" y="194689"/>
                        <a:pt x="90392" y="146397"/>
                      </a:cubicBezTo>
                      <a:cubicBezTo>
                        <a:pt x="62579" y="131728"/>
                        <a:pt x="31147" y="123918"/>
                        <a:pt x="0" y="112488"/>
                      </a:cubicBezTo>
                      <a:cubicBezTo>
                        <a:pt x="10858" y="85532"/>
                        <a:pt x="34576" y="63625"/>
                        <a:pt x="61817" y="45432"/>
                      </a:cubicBezTo>
                      <a:cubicBezTo>
                        <a:pt x="171926" y="-28006"/>
                        <a:pt x="356235" y="-10385"/>
                        <a:pt x="448056" y="83627"/>
                      </a:cubicBezTo>
                      <a:cubicBezTo>
                        <a:pt x="466820" y="102867"/>
                        <a:pt x="481298" y="127251"/>
                        <a:pt x="494443" y="151064"/>
                      </a:cubicBezTo>
                      <a:cubicBezTo>
                        <a:pt x="535019" y="224121"/>
                        <a:pt x="571024" y="299844"/>
                        <a:pt x="615029" y="370710"/>
                      </a:cubicBezTo>
                      <a:cubicBezTo>
                        <a:pt x="636080" y="404619"/>
                        <a:pt x="671132" y="429670"/>
                        <a:pt x="700278" y="45919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73" name="任意多边形: 形状 329"/>
                <p:cNvSpPr/>
                <p:nvPr/>
              </p:nvSpPr>
              <p:spPr>
                <a:xfrm>
                  <a:off x="-364845" y="6014958"/>
                  <a:ext cx="57683" cy="100023"/>
                </a:xfrm>
                <a:custGeom>
                  <a:avLst/>
                  <a:gdLst>
                    <a:gd name="connsiteX0" fmla="*/ 403765 w 403764"/>
                    <a:gd name="connsiteY0" fmla="*/ 700134 h 700134"/>
                    <a:gd name="connsiteX1" fmla="*/ 177927 w 403764"/>
                    <a:gd name="connsiteY1" fmla="*/ 549734 h 700134"/>
                    <a:gd name="connsiteX2" fmla="*/ 124587 w 403764"/>
                    <a:gd name="connsiteY2" fmla="*/ 366664 h 700134"/>
                    <a:gd name="connsiteX3" fmla="*/ 53912 w 403764"/>
                    <a:gd name="connsiteY3" fmla="*/ 92439 h 700134"/>
                    <a:gd name="connsiteX4" fmla="*/ 0 w 403764"/>
                    <a:gd name="connsiteY4" fmla="*/ 22145 h 700134"/>
                    <a:gd name="connsiteX5" fmla="*/ 148495 w 403764"/>
                    <a:gd name="connsiteY5" fmla="*/ 9095 h 700134"/>
                    <a:gd name="connsiteX6" fmla="*/ 388906 w 403764"/>
                    <a:gd name="connsiteY6" fmla="*/ 237029 h 700134"/>
                    <a:gd name="connsiteX7" fmla="*/ 390525 w 403764"/>
                    <a:gd name="connsiteY7" fmla="*/ 354758 h 700134"/>
                    <a:gd name="connsiteX8" fmla="*/ 371380 w 403764"/>
                    <a:gd name="connsiteY8" fmla="*/ 543924 h 700134"/>
                    <a:gd name="connsiteX9" fmla="*/ 403765 w 403764"/>
                    <a:gd name="connsiteY9" fmla="*/ 700134 h 70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764" h="700134">
                      <a:moveTo>
                        <a:pt x="403765" y="700134"/>
                      </a:moveTo>
                      <a:cubicBezTo>
                        <a:pt x="312706" y="665368"/>
                        <a:pt x="235458" y="622791"/>
                        <a:pt x="177927" y="549734"/>
                      </a:cubicBezTo>
                      <a:cubicBezTo>
                        <a:pt x="135160" y="495442"/>
                        <a:pt x="126778" y="432386"/>
                        <a:pt x="124587" y="366664"/>
                      </a:cubicBezTo>
                      <a:cubicBezTo>
                        <a:pt x="121349" y="270080"/>
                        <a:pt x="102013" y="177212"/>
                        <a:pt x="53912" y="92439"/>
                      </a:cubicBezTo>
                      <a:cubicBezTo>
                        <a:pt x="39529" y="67198"/>
                        <a:pt x="18383" y="45766"/>
                        <a:pt x="0" y="22145"/>
                      </a:cubicBezTo>
                      <a:cubicBezTo>
                        <a:pt x="44006" y="-3097"/>
                        <a:pt x="95917" y="-5764"/>
                        <a:pt x="148495" y="9095"/>
                      </a:cubicBezTo>
                      <a:cubicBezTo>
                        <a:pt x="268129" y="43004"/>
                        <a:pt x="356235" y="113299"/>
                        <a:pt x="388906" y="237029"/>
                      </a:cubicBezTo>
                      <a:cubicBezTo>
                        <a:pt x="398621" y="273890"/>
                        <a:pt x="393383" y="315610"/>
                        <a:pt x="390525" y="354758"/>
                      </a:cubicBezTo>
                      <a:cubicBezTo>
                        <a:pt x="385858" y="418004"/>
                        <a:pt x="375666" y="480773"/>
                        <a:pt x="371380" y="543924"/>
                      </a:cubicBezTo>
                      <a:cubicBezTo>
                        <a:pt x="367856" y="596216"/>
                        <a:pt x="376523" y="647461"/>
                        <a:pt x="403765" y="7001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74" name="任意多边形: 形状 330"/>
                <p:cNvSpPr/>
                <p:nvPr/>
              </p:nvSpPr>
              <p:spPr>
                <a:xfrm>
                  <a:off x="-299835" y="6050589"/>
                  <a:ext cx="54710" cy="98083"/>
                </a:xfrm>
                <a:custGeom>
                  <a:avLst/>
                  <a:gdLst>
                    <a:gd name="connsiteX0" fmla="*/ 382954 w 382954"/>
                    <a:gd name="connsiteY0" fmla="*/ 358997 h 686561"/>
                    <a:gd name="connsiteX1" fmla="*/ 84155 w 382954"/>
                    <a:gd name="connsiteY1" fmla="*/ 686562 h 686561"/>
                    <a:gd name="connsiteX2" fmla="*/ 27291 w 382954"/>
                    <a:gd name="connsiteY2" fmla="*/ 573405 h 686561"/>
                    <a:gd name="connsiteX3" fmla="*/ 56723 w 382954"/>
                    <a:gd name="connsiteY3" fmla="*/ 176213 h 686561"/>
                    <a:gd name="connsiteX4" fmla="*/ 233602 w 382954"/>
                    <a:gd name="connsiteY4" fmla="*/ 27527 h 686561"/>
                    <a:gd name="connsiteX5" fmla="*/ 378763 w 382954"/>
                    <a:gd name="connsiteY5" fmla="*/ 0 h 686561"/>
                    <a:gd name="connsiteX6" fmla="*/ 350474 w 382954"/>
                    <a:gd name="connsiteY6" fmla="*/ 182118 h 686561"/>
                    <a:gd name="connsiteX7" fmla="*/ 382954 w 382954"/>
                    <a:gd name="connsiteY7" fmla="*/ 358997 h 68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54" h="686561">
                      <a:moveTo>
                        <a:pt x="382954" y="358997"/>
                      </a:moveTo>
                      <a:cubicBezTo>
                        <a:pt x="235507" y="427101"/>
                        <a:pt x="112158" y="513016"/>
                        <a:pt x="84155" y="686562"/>
                      </a:cubicBezTo>
                      <a:cubicBezTo>
                        <a:pt x="58152" y="653605"/>
                        <a:pt x="40245" y="614553"/>
                        <a:pt x="27291" y="573405"/>
                      </a:cubicBezTo>
                      <a:cubicBezTo>
                        <a:pt x="-15477" y="437197"/>
                        <a:pt x="-9666" y="304038"/>
                        <a:pt x="56723" y="176213"/>
                      </a:cubicBezTo>
                      <a:cubicBezTo>
                        <a:pt x="94918" y="102775"/>
                        <a:pt x="157402" y="56769"/>
                        <a:pt x="233602" y="27527"/>
                      </a:cubicBezTo>
                      <a:cubicBezTo>
                        <a:pt x="281608" y="9144"/>
                        <a:pt x="331424" y="3238"/>
                        <a:pt x="378763" y="0"/>
                      </a:cubicBezTo>
                      <a:cubicBezTo>
                        <a:pt x="368857" y="62103"/>
                        <a:pt x="356189" y="121729"/>
                        <a:pt x="350474" y="182118"/>
                      </a:cubicBezTo>
                      <a:cubicBezTo>
                        <a:pt x="344854" y="242506"/>
                        <a:pt x="349045" y="302895"/>
                        <a:pt x="382954" y="35899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75" name="任意多边形: 形状 331"/>
                <p:cNvSpPr/>
                <p:nvPr/>
              </p:nvSpPr>
              <p:spPr>
                <a:xfrm>
                  <a:off x="-238934" y="5868549"/>
                  <a:ext cx="104343" cy="53897"/>
                </a:xfrm>
                <a:custGeom>
                  <a:avLst/>
                  <a:gdLst>
                    <a:gd name="connsiteX0" fmla="*/ 730377 w 730376"/>
                    <a:gd name="connsiteY0" fmla="*/ 161526 h 377267"/>
                    <a:gd name="connsiteX1" fmla="*/ 442436 w 730376"/>
                    <a:gd name="connsiteY1" fmla="*/ 377267 h 377267"/>
                    <a:gd name="connsiteX2" fmla="*/ 0 w 730376"/>
                    <a:gd name="connsiteY2" fmla="*/ 337453 h 377267"/>
                    <a:gd name="connsiteX3" fmla="*/ 17621 w 730376"/>
                    <a:gd name="connsiteY3" fmla="*/ 291828 h 377267"/>
                    <a:gd name="connsiteX4" fmla="*/ 379857 w 730376"/>
                    <a:gd name="connsiteY4" fmla="*/ 6935 h 377267"/>
                    <a:gd name="connsiteX5" fmla="*/ 654653 w 730376"/>
                    <a:gd name="connsiteY5" fmla="*/ 87231 h 377267"/>
                    <a:gd name="connsiteX6" fmla="*/ 730377 w 730376"/>
                    <a:gd name="connsiteY6" fmla="*/ 161526 h 377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0376" h="377267">
                      <a:moveTo>
                        <a:pt x="730377" y="161526"/>
                      </a:moveTo>
                      <a:cubicBezTo>
                        <a:pt x="549497" y="228010"/>
                        <a:pt x="472059" y="306877"/>
                        <a:pt x="442436" y="377267"/>
                      </a:cubicBezTo>
                      <a:cubicBezTo>
                        <a:pt x="301942" y="301829"/>
                        <a:pt x="158972" y="252775"/>
                        <a:pt x="0" y="337453"/>
                      </a:cubicBezTo>
                      <a:cubicBezTo>
                        <a:pt x="6096" y="321451"/>
                        <a:pt x="10763" y="306115"/>
                        <a:pt x="17621" y="291828"/>
                      </a:cubicBezTo>
                      <a:cubicBezTo>
                        <a:pt x="92297" y="138380"/>
                        <a:pt x="215455" y="43321"/>
                        <a:pt x="379857" y="6935"/>
                      </a:cubicBezTo>
                      <a:cubicBezTo>
                        <a:pt x="482537" y="-15830"/>
                        <a:pt x="575405" y="19127"/>
                        <a:pt x="654653" y="87231"/>
                      </a:cubicBezTo>
                      <a:cubicBezTo>
                        <a:pt x="680466" y="109329"/>
                        <a:pt x="703326" y="134856"/>
                        <a:pt x="730377" y="16152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76" name="任意多边形: 形状 332"/>
                <p:cNvSpPr/>
                <p:nvPr/>
              </p:nvSpPr>
              <p:spPr>
                <a:xfrm>
                  <a:off x="-253011" y="5784506"/>
                  <a:ext cx="50062" cy="112848"/>
                </a:xfrm>
                <a:custGeom>
                  <a:avLst/>
                  <a:gdLst>
                    <a:gd name="connsiteX0" fmla="*/ 115969 w 350420"/>
                    <a:gd name="connsiteY0" fmla="*/ 789908 h 789908"/>
                    <a:gd name="connsiteX1" fmla="*/ 3479 w 350420"/>
                    <a:gd name="connsiteY1" fmla="*/ 560451 h 789908"/>
                    <a:gd name="connsiteX2" fmla="*/ 42246 w 350420"/>
                    <a:gd name="connsiteY2" fmla="*/ 376619 h 789908"/>
                    <a:gd name="connsiteX3" fmla="*/ 130447 w 350420"/>
                    <a:gd name="connsiteY3" fmla="*/ 75057 h 789908"/>
                    <a:gd name="connsiteX4" fmla="*/ 125780 w 350420"/>
                    <a:gd name="connsiteY4" fmla="*/ 36671 h 789908"/>
                    <a:gd name="connsiteX5" fmla="*/ 114731 w 350420"/>
                    <a:gd name="connsiteY5" fmla="*/ 0 h 789908"/>
                    <a:gd name="connsiteX6" fmla="*/ 215791 w 350420"/>
                    <a:gd name="connsiteY6" fmla="*/ 42100 h 789908"/>
                    <a:gd name="connsiteX7" fmla="*/ 349617 w 350420"/>
                    <a:gd name="connsiteY7" fmla="*/ 350996 h 789908"/>
                    <a:gd name="connsiteX8" fmla="*/ 301326 w 350420"/>
                    <a:gd name="connsiteY8" fmla="*/ 467582 h 789908"/>
                    <a:gd name="connsiteX9" fmla="*/ 192836 w 350420"/>
                    <a:gd name="connsiteY9" fmla="*/ 604361 h 789908"/>
                    <a:gd name="connsiteX10" fmla="*/ 115969 w 350420"/>
                    <a:gd name="connsiteY10" fmla="*/ 789908 h 78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0420" h="789908">
                      <a:moveTo>
                        <a:pt x="115969" y="789908"/>
                      </a:moveTo>
                      <a:cubicBezTo>
                        <a:pt x="58343" y="717899"/>
                        <a:pt x="18052" y="645795"/>
                        <a:pt x="3479" y="560451"/>
                      </a:cubicBezTo>
                      <a:cubicBezTo>
                        <a:pt x="-7951" y="493586"/>
                        <a:pt x="9765" y="434626"/>
                        <a:pt x="42246" y="376619"/>
                      </a:cubicBezTo>
                      <a:cubicBezTo>
                        <a:pt x="94538" y="283273"/>
                        <a:pt x="130828" y="184213"/>
                        <a:pt x="130447" y="75057"/>
                      </a:cubicBezTo>
                      <a:cubicBezTo>
                        <a:pt x="130447" y="62198"/>
                        <a:pt x="128447" y="49244"/>
                        <a:pt x="125780" y="36671"/>
                      </a:cubicBezTo>
                      <a:cubicBezTo>
                        <a:pt x="123303" y="24860"/>
                        <a:pt x="118827" y="13525"/>
                        <a:pt x="114731" y="0"/>
                      </a:cubicBezTo>
                      <a:cubicBezTo>
                        <a:pt x="154831" y="286"/>
                        <a:pt x="187597" y="17526"/>
                        <a:pt x="215791" y="42100"/>
                      </a:cubicBezTo>
                      <a:cubicBezTo>
                        <a:pt x="309231" y="123539"/>
                        <a:pt x="357333" y="225933"/>
                        <a:pt x="349617" y="350996"/>
                      </a:cubicBezTo>
                      <a:cubicBezTo>
                        <a:pt x="346950" y="394335"/>
                        <a:pt x="329043" y="433388"/>
                        <a:pt x="301326" y="467582"/>
                      </a:cubicBezTo>
                      <a:cubicBezTo>
                        <a:pt x="264654" y="512731"/>
                        <a:pt x="227888" y="557879"/>
                        <a:pt x="192836" y="604361"/>
                      </a:cubicBezTo>
                      <a:cubicBezTo>
                        <a:pt x="152831" y="657415"/>
                        <a:pt x="120351" y="714375"/>
                        <a:pt x="115969" y="7899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77" name="任意多边形: 形状 333"/>
                <p:cNvSpPr/>
                <p:nvPr/>
              </p:nvSpPr>
              <p:spPr>
                <a:xfrm>
                  <a:off x="-285625" y="6118668"/>
                  <a:ext cx="53685" cy="107037"/>
                </a:xfrm>
                <a:custGeom>
                  <a:avLst/>
                  <a:gdLst>
                    <a:gd name="connsiteX0" fmla="*/ 222241 w 375783"/>
                    <a:gd name="connsiteY0" fmla="*/ 749237 h 749236"/>
                    <a:gd name="connsiteX1" fmla="*/ 83938 w 375783"/>
                    <a:gd name="connsiteY1" fmla="*/ 608266 h 749236"/>
                    <a:gd name="connsiteX2" fmla="*/ 2213 w 375783"/>
                    <a:gd name="connsiteY2" fmla="*/ 364236 h 749236"/>
                    <a:gd name="connsiteX3" fmla="*/ 99845 w 375783"/>
                    <a:gd name="connsiteY3" fmla="*/ 88868 h 749236"/>
                    <a:gd name="connsiteX4" fmla="*/ 240529 w 375783"/>
                    <a:gd name="connsiteY4" fmla="*/ 0 h 749236"/>
                    <a:gd name="connsiteX5" fmla="*/ 375784 w 375783"/>
                    <a:gd name="connsiteY5" fmla="*/ 332613 h 749236"/>
                    <a:gd name="connsiteX6" fmla="*/ 240529 w 375783"/>
                    <a:gd name="connsiteY6" fmla="*/ 518255 h 749236"/>
                    <a:gd name="connsiteX7" fmla="*/ 222241 w 375783"/>
                    <a:gd name="connsiteY7" fmla="*/ 749237 h 74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783" h="749236">
                      <a:moveTo>
                        <a:pt x="222241" y="749237"/>
                      </a:moveTo>
                      <a:cubicBezTo>
                        <a:pt x="161662" y="709994"/>
                        <a:pt x="118609" y="663035"/>
                        <a:pt x="83938" y="608266"/>
                      </a:cubicBezTo>
                      <a:cubicBezTo>
                        <a:pt x="36694" y="533781"/>
                        <a:pt x="11548" y="452056"/>
                        <a:pt x="2213" y="364236"/>
                      </a:cubicBezTo>
                      <a:cubicBezTo>
                        <a:pt x="-9312" y="255937"/>
                        <a:pt x="24311" y="164592"/>
                        <a:pt x="99845" y="88868"/>
                      </a:cubicBezTo>
                      <a:cubicBezTo>
                        <a:pt x="138707" y="49911"/>
                        <a:pt x="184617" y="19431"/>
                        <a:pt x="240529" y="0"/>
                      </a:cubicBezTo>
                      <a:cubicBezTo>
                        <a:pt x="255007" y="123063"/>
                        <a:pt x="275105" y="242697"/>
                        <a:pt x="375784" y="332613"/>
                      </a:cubicBezTo>
                      <a:cubicBezTo>
                        <a:pt x="317491" y="385286"/>
                        <a:pt x="271009" y="446246"/>
                        <a:pt x="240529" y="518255"/>
                      </a:cubicBezTo>
                      <a:cubicBezTo>
                        <a:pt x="209668" y="590836"/>
                        <a:pt x="194333" y="665036"/>
                        <a:pt x="222241" y="74923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78" name="任意多边形: 形状 334"/>
                <p:cNvSpPr/>
                <p:nvPr/>
              </p:nvSpPr>
              <p:spPr>
                <a:xfrm>
                  <a:off x="-131325" y="5801574"/>
                  <a:ext cx="102520" cy="53950"/>
                </a:xfrm>
                <a:custGeom>
                  <a:avLst/>
                  <a:gdLst>
                    <a:gd name="connsiteX0" fmla="*/ 354235 w 717613"/>
                    <a:gd name="connsiteY0" fmla="*/ 377635 h 377635"/>
                    <a:gd name="connsiteX1" fmla="*/ 211836 w 717613"/>
                    <a:gd name="connsiteY1" fmla="*/ 195708 h 377635"/>
                    <a:gd name="connsiteX2" fmla="*/ 0 w 717613"/>
                    <a:gd name="connsiteY2" fmla="*/ 112936 h 377635"/>
                    <a:gd name="connsiteX3" fmla="*/ 71056 w 717613"/>
                    <a:gd name="connsiteY3" fmla="*/ 64930 h 377635"/>
                    <a:gd name="connsiteX4" fmla="*/ 273367 w 717613"/>
                    <a:gd name="connsiteY4" fmla="*/ 2922 h 377635"/>
                    <a:gd name="connsiteX5" fmla="*/ 491014 w 717613"/>
                    <a:gd name="connsiteY5" fmla="*/ 28544 h 377635"/>
                    <a:gd name="connsiteX6" fmla="*/ 685133 w 717613"/>
                    <a:gd name="connsiteY6" fmla="*/ 229331 h 377635"/>
                    <a:gd name="connsiteX7" fmla="*/ 717613 w 717613"/>
                    <a:gd name="connsiteY7" fmla="*/ 343822 h 377635"/>
                    <a:gd name="connsiteX8" fmla="*/ 354235 w 717613"/>
                    <a:gd name="connsiteY8" fmla="*/ 377635 h 377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7613" h="377635">
                      <a:moveTo>
                        <a:pt x="354235" y="377635"/>
                      </a:moveTo>
                      <a:cubicBezTo>
                        <a:pt x="317278" y="307627"/>
                        <a:pt x="273082" y="244762"/>
                        <a:pt x="211836" y="195708"/>
                      </a:cubicBezTo>
                      <a:cubicBezTo>
                        <a:pt x="151067" y="147130"/>
                        <a:pt x="84677" y="112078"/>
                        <a:pt x="0" y="112936"/>
                      </a:cubicBezTo>
                      <a:cubicBezTo>
                        <a:pt x="23622" y="96838"/>
                        <a:pt x="46101" y="78550"/>
                        <a:pt x="71056" y="64930"/>
                      </a:cubicBezTo>
                      <a:cubicBezTo>
                        <a:pt x="134017" y="30544"/>
                        <a:pt x="201263" y="10351"/>
                        <a:pt x="273367" y="2922"/>
                      </a:cubicBezTo>
                      <a:cubicBezTo>
                        <a:pt x="348520" y="-4889"/>
                        <a:pt x="421100" y="2731"/>
                        <a:pt x="491014" y="28544"/>
                      </a:cubicBezTo>
                      <a:cubicBezTo>
                        <a:pt x="587026" y="63977"/>
                        <a:pt x="649986" y="134557"/>
                        <a:pt x="685133" y="229331"/>
                      </a:cubicBezTo>
                      <a:cubicBezTo>
                        <a:pt x="698373" y="265050"/>
                        <a:pt x="706184" y="302864"/>
                        <a:pt x="717613" y="343822"/>
                      </a:cubicBezTo>
                      <a:cubicBezTo>
                        <a:pt x="589407" y="322295"/>
                        <a:pt x="468916" y="307436"/>
                        <a:pt x="354235" y="3776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79" name="任意多边形: 形状 335"/>
                <p:cNvSpPr/>
                <p:nvPr/>
              </p:nvSpPr>
              <p:spPr>
                <a:xfrm>
                  <a:off x="-295090" y="5986357"/>
                  <a:ext cx="78731" cy="78901"/>
                </a:xfrm>
                <a:custGeom>
                  <a:avLst/>
                  <a:gdLst>
                    <a:gd name="connsiteX0" fmla="*/ 551096 w 551095"/>
                    <a:gd name="connsiteY0" fmla="*/ 33369 h 552290"/>
                    <a:gd name="connsiteX1" fmla="*/ 411555 w 551095"/>
                    <a:gd name="connsiteY1" fmla="*/ 364743 h 552290"/>
                    <a:gd name="connsiteX2" fmla="*/ 10933 w 551095"/>
                    <a:gd name="connsiteY2" fmla="*/ 552291 h 552290"/>
                    <a:gd name="connsiteX3" fmla="*/ 14743 w 551095"/>
                    <a:gd name="connsiteY3" fmla="*/ 343979 h 552290"/>
                    <a:gd name="connsiteX4" fmla="*/ 192575 w 551095"/>
                    <a:gd name="connsiteY4" fmla="*/ 61086 h 552290"/>
                    <a:gd name="connsiteX5" fmla="*/ 350595 w 551095"/>
                    <a:gd name="connsiteY5" fmla="*/ 2031 h 552290"/>
                    <a:gd name="connsiteX6" fmla="*/ 551096 w 551095"/>
                    <a:gd name="connsiteY6" fmla="*/ 33369 h 552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1095" h="552290">
                      <a:moveTo>
                        <a:pt x="551096" y="33369"/>
                      </a:moveTo>
                      <a:cubicBezTo>
                        <a:pt x="472610" y="133000"/>
                        <a:pt x="402982" y="232441"/>
                        <a:pt x="411555" y="364743"/>
                      </a:cubicBezTo>
                      <a:cubicBezTo>
                        <a:pt x="250582" y="369601"/>
                        <a:pt x="103421" y="401224"/>
                        <a:pt x="10933" y="552291"/>
                      </a:cubicBezTo>
                      <a:cubicBezTo>
                        <a:pt x="-5545" y="482567"/>
                        <a:pt x="-2688" y="412940"/>
                        <a:pt x="14743" y="343979"/>
                      </a:cubicBezTo>
                      <a:cubicBezTo>
                        <a:pt x="43318" y="230631"/>
                        <a:pt x="98658" y="133190"/>
                        <a:pt x="192575" y="61086"/>
                      </a:cubicBezTo>
                      <a:cubicBezTo>
                        <a:pt x="238771" y="25653"/>
                        <a:pt x="292302" y="8603"/>
                        <a:pt x="350595" y="2031"/>
                      </a:cubicBezTo>
                      <a:cubicBezTo>
                        <a:pt x="419937" y="-5779"/>
                        <a:pt x="484231" y="9842"/>
                        <a:pt x="551096" y="333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80" name="任意多边形: 形状 336"/>
                <p:cNvSpPr/>
                <p:nvPr/>
              </p:nvSpPr>
              <p:spPr>
                <a:xfrm>
                  <a:off x="-253102" y="6177398"/>
                  <a:ext cx="53249" cy="107241"/>
                </a:xfrm>
                <a:custGeom>
                  <a:avLst/>
                  <a:gdLst>
                    <a:gd name="connsiteX0" fmla="*/ 186612 w 372730"/>
                    <a:gd name="connsiteY0" fmla="*/ 0 h 750665"/>
                    <a:gd name="connsiteX1" fmla="*/ 372731 w 372730"/>
                    <a:gd name="connsiteY1" fmla="*/ 312706 h 750665"/>
                    <a:gd name="connsiteX2" fmla="*/ 286625 w 372730"/>
                    <a:gd name="connsiteY2" fmla="*/ 750665 h 750665"/>
                    <a:gd name="connsiteX3" fmla="*/ 198328 w 372730"/>
                    <a:gd name="connsiteY3" fmla="*/ 693801 h 750665"/>
                    <a:gd name="connsiteX4" fmla="*/ 6590 w 372730"/>
                    <a:gd name="connsiteY4" fmla="*/ 375190 h 750665"/>
                    <a:gd name="connsiteX5" fmla="*/ 89838 w 372730"/>
                    <a:gd name="connsiteY5" fmla="*/ 89630 h 750665"/>
                    <a:gd name="connsiteX6" fmla="*/ 186612 w 372730"/>
                    <a:gd name="connsiteY6" fmla="*/ 0 h 750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2730" h="750665">
                      <a:moveTo>
                        <a:pt x="186612" y="0"/>
                      </a:moveTo>
                      <a:cubicBezTo>
                        <a:pt x="222141" y="125730"/>
                        <a:pt x="261193" y="240982"/>
                        <a:pt x="372731" y="312706"/>
                      </a:cubicBezTo>
                      <a:cubicBezTo>
                        <a:pt x="283101" y="445198"/>
                        <a:pt x="221855" y="583025"/>
                        <a:pt x="286625" y="750665"/>
                      </a:cubicBezTo>
                      <a:cubicBezTo>
                        <a:pt x="257097" y="731806"/>
                        <a:pt x="225855" y="715232"/>
                        <a:pt x="198328" y="693801"/>
                      </a:cubicBezTo>
                      <a:cubicBezTo>
                        <a:pt x="94029" y="612267"/>
                        <a:pt x="31641" y="503968"/>
                        <a:pt x="6590" y="375190"/>
                      </a:cubicBezTo>
                      <a:cubicBezTo>
                        <a:pt x="-14460" y="266890"/>
                        <a:pt x="15353" y="170593"/>
                        <a:pt x="89838" y="89630"/>
                      </a:cubicBezTo>
                      <a:cubicBezTo>
                        <a:pt x="118509" y="58483"/>
                        <a:pt x="152037" y="31718"/>
                        <a:pt x="186612"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81" name="任意多边形: 形状 337"/>
                <p:cNvSpPr/>
                <p:nvPr/>
              </p:nvSpPr>
              <p:spPr>
                <a:xfrm>
                  <a:off x="-187389" y="5830785"/>
                  <a:ext cx="107078" cy="53247"/>
                </a:xfrm>
                <a:custGeom>
                  <a:avLst/>
                  <a:gdLst>
                    <a:gd name="connsiteX0" fmla="*/ 749522 w 749522"/>
                    <a:gd name="connsiteY0" fmla="*/ 253370 h 372718"/>
                    <a:gd name="connsiteX1" fmla="*/ 406908 w 749522"/>
                    <a:gd name="connsiteY1" fmla="*/ 372718 h 372718"/>
                    <a:gd name="connsiteX2" fmla="*/ 0 w 749522"/>
                    <a:gd name="connsiteY2" fmla="*/ 200220 h 372718"/>
                    <a:gd name="connsiteX3" fmla="*/ 69723 w 749522"/>
                    <a:gd name="connsiteY3" fmla="*/ 126782 h 372718"/>
                    <a:gd name="connsiteX4" fmla="*/ 301276 w 749522"/>
                    <a:gd name="connsiteY4" fmla="*/ 12578 h 372718"/>
                    <a:gd name="connsiteX5" fmla="*/ 550259 w 749522"/>
                    <a:gd name="connsiteY5" fmla="*/ 27913 h 372718"/>
                    <a:gd name="connsiteX6" fmla="*/ 704279 w 749522"/>
                    <a:gd name="connsiteY6" fmla="*/ 166407 h 372718"/>
                    <a:gd name="connsiteX7" fmla="*/ 749522 w 749522"/>
                    <a:gd name="connsiteY7" fmla="*/ 253370 h 37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9522" h="372718">
                      <a:moveTo>
                        <a:pt x="749522" y="253370"/>
                      </a:moveTo>
                      <a:cubicBezTo>
                        <a:pt x="621792" y="262037"/>
                        <a:pt x="502063" y="278325"/>
                        <a:pt x="406908" y="372718"/>
                      </a:cubicBezTo>
                      <a:cubicBezTo>
                        <a:pt x="297752" y="257465"/>
                        <a:pt x="175165" y="171550"/>
                        <a:pt x="0" y="200220"/>
                      </a:cubicBezTo>
                      <a:cubicBezTo>
                        <a:pt x="23146" y="175646"/>
                        <a:pt x="44482" y="148976"/>
                        <a:pt x="69723" y="126782"/>
                      </a:cubicBezTo>
                      <a:cubicBezTo>
                        <a:pt x="136493" y="68299"/>
                        <a:pt x="214408" y="30008"/>
                        <a:pt x="301276" y="12578"/>
                      </a:cubicBezTo>
                      <a:cubicBezTo>
                        <a:pt x="385096" y="-4186"/>
                        <a:pt x="469106" y="-8758"/>
                        <a:pt x="550259" y="27913"/>
                      </a:cubicBezTo>
                      <a:cubicBezTo>
                        <a:pt x="616363" y="57821"/>
                        <a:pt x="666560" y="105542"/>
                        <a:pt x="704279" y="166407"/>
                      </a:cubicBezTo>
                      <a:cubicBezTo>
                        <a:pt x="720947" y="193267"/>
                        <a:pt x="733711" y="222604"/>
                        <a:pt x="749522" y="2533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82" name="任意多边形: 形状 338"/>
                <p:cNvSpPr/>
                <p:nvPr/>
              </p:nvSpPr>
              <p:spPr>
                <a:xfrm>
                  <a:off x="-276656" y="5921039"/>
                  <a:ext cx="88070" cy="69473"/>
                </a:xfrm>
                <a:custGeom>
                  <a:avLst/>
                  <a:gdLst>
                    <a:gd name="connsiteX0" fmla="*/ 616471 w 616470"/>
                    <a:gd name="connsiteY0" fmla="*/ 67480 h 486294"/>
                    <a:gd name="connsiteX1" fmla="*/ 426447 w 616470"/>
                    <a:gd name="connsiteY1" fmla="*/ 367708 h 486294"/>
                    <a:gd name="connsiteX2" fmla="*/ 870 w 616470"/>
                    <a:gd name="connsiteY2" fmla="*/ 486294 h 486294"/>
                    <a:gd name="connsiteX3" fmla="*/ 1251 w 616470"/>
                    <a:gd name="connsiteY3" fmla="*/ 421429 h 486294"/>
                    <a:gd name="connsiteX4" fmla="*/ 143364 w 616470"/>
                    <a:gd name="connsiteY4" fmla="*/ 124058 h 486294"/>
                    <a:gd name="connsiteX5" fmla="*/ 392443 w 616470"/>
                    <a:gd name="connsiteY5" fmla="*/ 138 h 486294"/>
                    <a:gd name="connsiteX6" fmla="*/ 616471 w 616470"/>
                    <a:gd name="connsiteY6" fmla="*/ 67480 h 48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6470" h="486294">
                      <a:moveTo>
                        <a:pt x="616471" y="67480"/>
                      </a:moveTo>
                      <a:cubicBezTo>
                        <a:pt x="524840" y="150252"/>
                        <a:pt x="441211" y="235405"/>
                        <a:pt x="426447" y="367708"/>
                      </a:cubicBezTo>
                      <a:cubicBezTo>
                        <a:pt x="270523" y="348372"/>
                        <a:pt x="119361" y="353039"/>
                        <a:pt x="870" y="486294"/>
                      </a:cubicBezTo>
                      <a:cubicBezTo>
                        <a:pt x="870" y="464101"/>
                        <a:pt x="-1321" y="442479"/>
                        <a:pt x="1251" y="421429"/>
                      </a:cubicBezTo>
                      <a:cubicBezTo>
                        <a:pt x="15062" y="306462"/>
                        <a:pt x="65259" y="208069"/>
                        <a:pt x="143364" y="124058"/>
                      </a:cubicBezTo>
                      <a:cubicBezTo>
                        <a:pt x="210515" y="51859"/>
                        <a:pt x="291382" y="3567"/>
                        <a:pt x="392443" y="138"/>
                      </a:cubicBezTo>
                      <a:cubicBezTo>
                        <a:pt x="453117" y="-1862"/>
                        <a:pt x="547605" y="17759"/>
                        <a:pt x="616471" y="6748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83" name="任意多边形: 形状 339"/>
                <p:cNvSpPr/>
                <p:nvPr/>
              </p:nvSpPr>
              <p:spPr>
                <a:xfrm>
                  <a:off x="-205686" y="6239980"/>
                  <a:ext cx="47513" cy="90463"/>
                </a:xfrm>
                <a:custGeom>
                  <a:avLst/>
                  <a:gdLst>
                    <a:gd name="connsiteX0" fmla="*/ 121221 w 332580"/>
                    <a:gd name="connsiteY0" fmla="*/ 0 h 633222"/>
                    <a:gd name="connsiteX1" fmla="*/ 332580 w 332580"/>
                    <a:gd name="connsiteY1" fmla="*/ 242316 h 633222"/>
                    <a:gd name="connsiteX2" fmla="*/ 276669 w 332580"/>
                    <a:gd name="connsiteY2" fmla="*/ 437293 h 633222"/>
                    <a:gd name="connsiteX3" fmla="*/ 327437 w 332580"/>
                    <a:gd name="connsiteY3" fmla="*/ 633222 h 633222"/>
                    <a:gd name="connsiteX4" fmla="*/ 303815 w 332580"/>
                    <a:gd name="connsiteY4" fmla="*/ 629698 h 633222"/>
                    <a:gd name="connsiteX5" fmla="*/ 51212 w 332580"/>
                    <a:gd name="connsiteY5" fmla="*/ 421862 h 633222"/>
                    <a:gd name="connsiteX6" fmla="*/ 63 w 332580"/>
                    <a:gd name="connsiteY6" fmla="*/ 244412 h 633222"/>
                    <a:gd name="connsiteX7" fmla="*/ 78263 w 332580"/>
                    <a:gd name="connsiteY7" fmla="*/ 47625 h 633222"/>
                    <a:gd name="connsiteX8" fmla="*/ 121221 w 332580"/>
                    <a:gd name="connsiteY8" fmla="*/ 0 h 633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2580" h="633222">
                      <a:moveTo>
                        <a:pt x="121221" y="0"/>
                      </a:moveTo>
                      <a:cubicBezTo>
                        <a:pt x="172274" y="102299"/>
                        <a:pt x="223328" y="196596"/>
                        <a:pt x="332580" y="242316"/>
                      </a:cubicBezTo>
                      <a:cubicBezTo>
                        <a:pt x="300767" y="304038"/>
                        <a:pt x="281526" y="368999"/>
                        <a:pt x="276669" y="437293"/>
                      </a:cubicBezTo>
                      <a:cubicBezTo>
                        <a:pt x="271811" y="505873"/>
                        <a:pt x="281812" y="571595"/>
                        <a:pt x="327437" y="633222"/>
                      </a:cubicBezTo>
                      <a:cubicBezTo>
                        <a:pt x="317531" y="631793"/>
                        <a:pt x="310387" y="631793"/>
                        <a:pt x="303815" y="629698"/>
                      </a:cubicBezTo>
                      <a:cubicBezTo>
                        <a:pt x="191706" y="594360"/>
                        <a:pt x="110267" y="521684"/>
                        <a:pt x="51212" y="421862"/>
                      </a:cubicBezTo>
                      <a:cubicBezTo>
                        <a:pt x="18827" y="367189"/>
                        <a:pt x="-1271" y="309372"/>
                        <a:pt x="63" y="244412"/>
                      </a:cubicBezTo>
                      <a:cubicBezTo>
                        <a:pt x="1682" y="168593"/>
                        <a:pt x="32162" y="105156"/>
                        <a:pt x="78263" y="47625"/>
                      </a:cubicBezTo>
                      <a:cubicBezTo>
                        <a:pt x="91026" y="31813"/>
                        <a:pt x="105409" y="17431"/>
                        <a:pt x="121221"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84" name="任意多边形: 形状 340"/>
                <p:cNvSpPr/>
                <p:nvPr/>
              </p:nvSpPr>
              <p:spPr>
                <a:xfrm>
                  <a:off x="-158068" y="6285443"/>
                  <a:ext cx="59224" cy="79326"/>
                </a:xfrm>
                <a:custGeom>
                  <a:avLst/>
                  <a:gdLst>
                    <a:gd name="connsiteX0" fmla="*/ 414557 w 414556"/>
                    <a:gd name="connsiteY0" fmla="*/ 554927 h 555265"/>
                    <a:gd name="connsiteX1" fmla="*/ 262252 w 414556"/>
                    <a:gd name="connsiteY1" fmla="*/ 526352 h 555265"/>
                    <a:gd name="connsiteX2" fmla="*/ 35557 w 414556"/>
                    <a:gd name="connsiteY2" fmla="*/ 332137 h 555265"/>
                    <a:gd name="connsiteX3" fmla="*/ 28889 w 414556"/>
                    <a:gd name="connsiteY3" fmla="*/ 67532 h 555265"/>
                    <a:gd name="connsiteX4" fmla="*/ 62989 w 414556"/>
                    <a:gd name="connsiteY4" fmla="*/ 0 h 555265"/>
                    <a:gd name="connsiteX5" fmla="*/ 322355 w 414556"/>
                    <a:gd name="connsiteY5" fmla="*/ 179832 h 555265"/>
                    <a:gd name="connsiteX6" fmla="*/ 414557 w 414556"/>
                    <a:gd name="connsiteY6" fmla="*/ 554927 h 55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556" h="555265">
                      <a:moveTo>
                        <a:pt x="414557" y="554927"/>
                      </a:moveTo>
                      <a:cubicBezTo>
                        <a:pt x="360550" y="557403"/>
                        <a:pt x="310353" y="546163"/>
                        <a:pt x="262252" y="526352"/>
                      </a:cubicBezTo>
                      <a:cubicBezTo>
                        <a:pt x="165573" y="486537"/>
                        <a:pt x="87182" y="424244"/>
                        <a:pt x="35557" y="332137"/>
                      </a:cubicBezTo>
                      <a:cubicBezTo>
                        <a:pt x="-13021" y="245554"/>
                        <a:pt x="-8449" y="156496"/>
                        <a:pt x="28889" y="67532"/>
                      </a:cubicBezTo>
                      <a:cubicBezTo>
                        <a:pt x="38224" y="45148"/>
                        <a:pt x="50702" y="24098"/>
                        <a:pt x="62989" y="0"/>
                      </a:cubicBezTo>
                      <a:cubicBezTo>
                        <a:pt x="135284" y="84582"/>
                        <a:pt x="207864" y="162878"/>
                        <a:pt x="322355" y="179832"/>
                      </a:cubicBezTo>
                      <a:cubicBezTo>
                        <a:pt x="299590" y="317278"/>
                        <a:pt x="302162" y="447961"/>
                        <a:pt x="414557" y="55492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85" name="任意多边形: 形状 341"/>
                <p:cNvSpPr/>
                <p:nvPr/>
              </p:nvSpPr>
              <p:spPr>
                <a:xfrm>
                  <a:off x="-102796" y="6317829"/>
                  <a:ext cx="64887" cy="67614"/>
                </a:xfrm>
                <a:custGeom>
                  <a:avLst/>
                  <a:gdLst>
                    <a:gd name="connsiteX0" fmla="*/ 305699 w 454193"/>
                    <a:gd name="connsiteY0" fmla="*/ 123920 h 473285"/>
                    <a:gd name="connsiteX1" fmla="*/ 454194 w 454193"/>
                    <a:gd name="connsiteY1" fmla="*/ 469964 h 473285"/>
                    <a:gd name="connsiteX2" fmla="*/ 356658 w 454193"/>
                    <a:gd name="connsiteY2" fmla="*/ 472345 h 473285"/>
                    <a:gd name="connsiteX3" fmla="*/ 106627 w 454193"/>
                    <a:gd name="connsiteY3" fmla="*/ 368332 h 473285"/>
                    <a:gd name="connsiteX4" fmla="*/ 1280 w 454193"/>
                    <a:gd name="connsiteY4" fmla="*/ 174879 h 473285"/>
                    <a:gd name="connsiteX5" fmla="*/ 32141 w 454193"/>
                    <a:gd name="connsiteY5" fmla="*/ 0 h 473285"/>
                    <a:gd name="connsiteX6" fmla="*/ 305699 w 454193"/>
                    <a:gd name="connsiteY6" fmla="*/ 123920 h 473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4193" h="473285">
                      <a:moveTo>
                        <a:pt x="305699" y="123920"/>
                      </a:moveTo>
                      <a:cubicBezTo>
                        <a:pt x="309509" y="257366"/>
                        <a:pt x="332369" y="381953"/>
                        <a:pt x="454194" y="469964"/>
                      </a:cubicBezTo>
                      <a:cubicBezTo>
                        <a:pt x="421618" y="471011"/>
                        <a:pt x="388852" y="475107"/>
                        <a:pt x="356658" y="472345"/>
                      </a:cubicBezTo>
                      <a:cubicBezTo>
                        <a:pt x="262646" y="464439"/>
                        <a:pt x="178921" y="429006"/>
                        <a:pt x="106627" y="368332"/>
                      </a:cubicBezTo>
                      <a:cubicBezTo>
                        <a:pt x="46524" y="317945"/>
                        <a:pt x="7852" y="255175"/>
                        <a:pt x="1280" y="174879"/>
                      </a:cubicBezTo>
                      <a:cubicBezTo>
                        <a:pt x="-3673" y="114586"/>
                        <a:pt x="5566" y="57245"/>
                        <a:pt x="32141" y="0"/>
                      </a:cubicBezTo>
                      <a:cubicBezTo>
                        <a:pt x="113199" y="64866"/>
                        <a:pt x="194161" y="127159"/>
                        <a:pt x="305699" y="1239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nvGrpSpPr>
              <p:cNvPr id="486" name="组合 485"/>
              <p:cNvGrpSpPr/>
              <p:nvPr/>
            </p:nvGrpSpPr>
            <p:grpSpPr>
              <a:xfrm>
                <a:off x="3934" y="3051"/>
                <a:ext cx="526" cy="122"/>
                <a:chOff x="4134" y="3051"/>
                <a:chExt cx="526" cy="122"/>
              </a:xfrm>
            </p:grpSpPr>
            <p:sp>
              <p:nvSpPr>
                <p:cNvPr id="487" name="任意多边形: 形状 316"/>
                <p:cNvSpPr/>
                <p:nvPr/>
              </p:nvSpPr>
              <p:spPr>
                <a:xfrm>
                  <a:off x="41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88" name="任意多边形: 形状 316"/>
                <p:cNvSpPr/>
                <p:nvPr/>
              </p:nvSpPr>
              <p:spPr>
                <a:xfrm>
                  <a:off x="43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89" name="任意多边形: 形状 316"/>
                <p:cNvSpPr/>
                <p:nvPr/>
              </p:nvSpPr>
              <p:spPr>
                <a:xfrm>
                  <a:off x="45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sp>
          <p:nvSpPr>
            <p:cNvPr id="492" name="文本框 491"/>
            <p:cNvSpPr txBox="1"/>
            <p:nvPr/>
          </p:nvSpPr>
          <p:spPr>
            <a:xfrm>
              <a:off x="730" y="3239"/>
              <a:ext cx="3402" cy="850"/>
            </a:xfrm>
            <a:prstGeom prst="rect">
              <a:avLst/>
            </a:prstGeom>
            <a:noFill/>
          </p:spPr>
          <p:txBody>
            <a:bodyPr wrap="squar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11C41"/>
                  </a:solidFill>
                  <a:effectLst/>
                  <a:uLnTx/>
                  <a:uFillTx/>
                  <a:latin typeface="Arial" panose="020B0604020202020204" pitchFamily="34" charset="0"/>
                  <a:ea typeface="微软雅黑" panose="020B0503020204020204" charset="-122"/>
                  <a:cs typeface="+mn-ea"/>
                </a:rPr>
                <a:t>山东知名品牌企业</a:t>
              </a:r>
              <a:endParaRPr kumimoji="0" lang="zh-CN" altLang="en-US" sz="1400" b="1" i="0" u="none" strike="noStrike" kern="1200" cap="none" spc="0" normalizeH="0" baseline="0" noProof="0" dirty="0">
                <a:ln>
                  <a:noFill/>
                </a:ln>
                <a:solidFill>
                  <a:srgbClr val="011C41"/>
                </a:solidFill>
                <a:effectLst/>
                <a:uLnTx/>
                <a:uFillTx/>
                <a:latin typeface="Arial" panose="020B0604020202020204" pitchFamily="34" charset="0"/>
                <a:ea typeface="微软雅黑" panose="020B0503020204020204" charset="-122"/>
                <a:cs typeface="+mn-ea"/>
              </a:endParaRPr>
            </a:p>
          </p:txBody>
        </p:sp>
        <p:sp>
          <p:nvSpPr>
            <p:cNvPr id="493" name="文本框 492"/>
            <p:cNvSpPr txBox="1"/>
            <p:nvPr/>
          </p:nvSpPr>
          <p:spPr>
            <a:xfrm>
              <a:off x="4454" y="3239"/>
              <a:ext cx="3401" cy="850"/>
            </a:xfrm>
            <a:prstGeom prst="rect">
              <a:avLst/>
            </a:prstGeom>
            <a:noFill/>
          </p:spPr>
          <p:txBody>
            <a:bodyPr wrap="square" rtlCol="0" anchor="ctr" anchorCtr="0">
              <a:noAutofit/>
            </a:bodyPr>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noProof="0" dirty="0">
                  <a:ln>
                    <a:noFill/>
                  </a:ln>
                  <a:solidFill>
                    <a:srgbClr val="011C41"/>
                  </a:solidFill>
                  <a:effectLst/>
                  <a:uLnTx/>
                  <a:uFillTx/>
                  <a:latin typeface="Arial" panose="020B0604020202020204" pitchFamily="34" charset="0"/>
                  <a:ea typeface="微软雅黑" panose="020B0503020204020204" charset="-122"/>
                  <a:cs typeface="+mn-ea"/>
                  <a:sym typeface="+mn-ea"/>
                </a:rPr>
                <a:t>山东省</a:t>
              </a:r>
              <a:endParaRPr kumimoji="0" lang="zh-CN" altLang="en-US" sz="1400" b="1" i="0" u="none" strike="noStrike" kern="1200" cap="none" spc="0" normalizeH="0" baseline="0" noProof="0" dirty="0">
                <a:ln>
                  <a:noFill/>
                </a:ln>
                <a:solidFill>
                  <a:srgbClr val="011C41"/>
                </a:solidFill>
                <a:effectLst/>
                <a:uLnTx/>
                <a:uFillTx/>
                <a:latin typeface="Arial" panose="020B0604020202020204" pitchFamily="34" charset="0"/>
                <a:ea typeface="微软雅黑" panose="020B0503020204020204" charset="-122"/>
                <a:cs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noProof="0" dirty="0">
                  <a:ln>
                    <a:noFill/>
                  </a:ln>
                  <a:solidFill>
                    <a:srgbClr val="011C41"/>
                  </a:solidFill>
                  <a:effectLst/>
                  <a:uLnTx/>
                  <a:uFillTx/>
                  <a:latin typeface="Arial" panose="020B0604020202020204" pitchFamily="34" charset="0"/>
                  <a:ea typeface="微软雅黑" panose="020B0503020204020204" charset="-122"/>
                  <a:cs typeface="+mn-ea"/>
                  <a:sym typeface="+mn-ea"/>
                </a:rPr>
                <a:t>高端品牌培育企业</a:t>
              </a:r>
              <a:endParaRPr lang="zh-CN" altLang="en-US" sz="1400" b="1" dirty="0">
                <a:ln w="3175">
                  <a:noFill/>
                  <a:prstDash val="dash"/>
                </a:ln>
                <a:uFillTx/>
                <a:latin typeface="微软雅黑" panose="020B0503020204020204" charset="-122"/>
                <a:ea typeface="微软雅黑" panose="020B0503020204020204" charset="-122"/>
                <a:cs typeface="微软雅黑" panose="020B0503020204020204" charset="-122"/>
                <a:sym typeface="+mn-ea"/>
              </a:endParaRPr>
            </a:p>
          </p:txBody>
        </p:sp>
        <p:sp>
          <p:nvSpPr>
            <p:cNvPr id="494" name="文本框 493"/>
            <p:cNvSpPr txBox="1"/>
            <p:nvPr/>
          </p:nvSpPr>
          <p:spPr>
            <a:xfrm>
              <a:off x="8178" y="3239"/>
              <a:ext cx="3401" cy="850"/>
            </a:xfrm>
            <a:prstGeom prst="rect">
              <a:avLst/>
            </a:prstGeom>
            <a:noFill/>
          </p:spPr>
          <p:txBody>
            <a:bodyPr wrap="square" rtlCol="0" anchor="ctr" anchorCtr="0">
              <a:noAutofit/>
            </a:bodyPr>
            <a:p>
              <a:pPr indent="0" algn="ctr" fontAlgn="auto">
                <a:lnSpc>
                  <a:spcPct val="100000"/>
                </a:lnSpc>
                <a:spcAft>
                  <a:spcPts val="0"/>
                </a:spcAft>
              </a:pPr>
              <a:r>
                <a:rPr lang="zh-CN" altLang="en-US" sz="1400" b="1" dirty="0">
                  <a:ln w="3175">
                    <a:noFill/>
                    <a:prstDash val="dash"/>
                  </a:ln>
                  <a:uFillTx/>
                  <a:latin typeface="微软雅黑" panose="020B0503020204020204" charset="-122"/>
                  <a:ea typeface="微软雅黑" panose="020B0503020204020204" charset="-122"/>
                  <a:cs typeface="微软雅黑" panose="020B0503020204020204" charset="-122"/>
                  <a:sym typeface="+mn-ea"/>
                </a:rPr>
                <a:t>山东省</a:t>
              </a:r>
              <a:endParaRPr lang="zh-CN" altLang="en-US" sz="1400" b="1" dirty="0">
                <a:ln w="3175">
                  <a:noFill/>
                  <a:prstDash val="dash"/>
                </a:ln>
                <a:uFillTx/>
                <a:latin typeface="微软雅黑" panose="020B0503020204020204" charset="-122"/>
                <a:ea typeface="微软雅黑" panose="020B0503020204020204" charset="-122"/>
                <a:cs typeface="微软雅黑" panose="020B0503020204020204" charset="-122"/>
                <a:sym typeface="+mn-ea"/>
              </a:endParaRPr>
            </a:p>
            <a:p>
              <a:pPr indent="0" algn="ctr" fontAlgn="auto">
                <a:lnSpc>
                  <a:spcPct val="100000"/>
                </a:lnSpc>
                <a:spcAft>
                  <a:spcPts val="0"/>
                </a:spcAft>
              </a:pPr>
              <a:r>
                <a:rPr lang="zh-CN" altLang="en-US" sz="1400" b="1" dirty="0">
                  <a:ln w="3175">
                    <a:noFill/>
                    <a:prstDash val="dash"/>
                  </a:ln>
                  <a:uFillTx/>
                  <a:latin typeface="微软雅黑" panose="020B0503020204020204" charset="-122"/>
                  <a:ea typeface="微软雅黑" panose="020B0503020204020204" charset="-122"/>
                  <a:cs typeface="微软雅黑" panose="020B0503020204020204" charset="-122"/>
                  <a:sym typeface="+mn-ea"/>
                </a:rPr>
                <a:t>专精特新企业</a:t>
              </a:r>
              <a:endParaRPr lang="zh-CN" altLang="en-US" sz="1400" b="1" dirty="0">
                <a:ln w="3175">
                  <a:noFill/>
                  <a:prstDash val="dash"/>
                </a:ln>
                <a:uFillTx/>
                <a:latin typeface="微软雅黑" panose="020B0503020204020204" charset="-122"/>
                <a:ea typeface="微软雅黑" panose="020B0503020204020204" charset="-122"/>
                <a:cs typeface="微软雅黑" panose="020B0503020204020204" charset="-122"/>
                <a:sym typeface="+mn-ea"/>
              </a:endParaRPr>
            </a:p>
          </p:txBody>
        </p:sp>
        <p:grpSp>
          <p:nvGrpSpPr>
            <p:cNvPr id="495" name="组合 494"/>
            <p:cNvGrpSpPr>
              <a:grpSpLocks noChangeAspect="1"/>
            </p:cNvGrpSpPr>
            <p:nvPr/>
          </p:nvGrpSpPr>
          <p:grpSpPr>
            <a:xfrm rot="0">
              <a:off x="730" y="3141"/>
              <a:ext cx="3402" cy="1046"/>
              <a:chOff x="2324" y="3051"/>
              <a:chExt cx="3746" cy="1152"/>
            </a:xfrm>
          </p:grpSpPr>
          <p:grpSp>
            <p:nvGrpSpPr>
              <p:cNvPr id="496" name="组合 495"/>
              <p:cNvGrpSpPr/>
              <p:nvPr/>
            </p:nvGrpSpPr>
            <p:grpSpPr>
              <a:xfrm rot="0">
                <a:off x="5448" y="3051"/>
                <a:ext cx="622" cy="1153"/>
                <a:chOff x="161382" y="5709773"/>
                <a:chExt cx="394870" cy="732742"/>
              </a:xfrm>
              <a:gradFill>
                <a:gsLst>
                  <a:gs pos="65000">
                    <a:srgbClr val="FFCD69"/>
                  </a:gs>
                  <a:gs pos="0">
                    <a:srgbClr val="FFCD69">
                      <a:lumMod val="60000"/>
                      <a:lumOff val="40000"/>
                    </a:srgbClr>
                  </a:gs>
                </a:gsLst>
                <a:lin ang="16200000" scaled="1"/>
              </a:gradFill>
            </p:grpSpPr>
            <p:sp>
              <p:nvSpPr>
                <p:cNvPr id="497" name="任意多边形: 形状 342"/>
                <p:cNvSpPr/>
                <p:nvPr/>
              </p:nvSpPr>
              <p:spPr>
                <a:xfrm>
                  <a:off x="161382" y="5741166"/>
                  <a:ext cx="94563" cy="59022"/>
                </a:xfrm>
                <a:custGeom>
                  <a:avLst/>
                  <a:gdLst>
                    <a:gd name="connsiteX0" fmla="*/ 661919 w 661918"/>
                    <a:gd name="connsiteY0" fmla="*/ 323183 h 413139"/>
                    <a:gd name="connsiteX1" fmla="*/ 532665 w 661918"/>
                    <a:gd name="connsiteY1" fmla="*/ 342900 h 413139"/>
                    <a:gd name="connsiteX2" fmla="*/ 361786 w 661918"/>
                    <a:gd name="connsiteY2" fmla="*/ 406432 h 413139"/>
                    <a:gd name="connsiteX3" fmla="*/ 110040 w 661918"/>
                    <a:gd name="connsiteY3" fmla="*/ 360331 h 413139"/>
                    <a:gd name="connsiteX4" fmla="*/ 21458 w 661918"/>
                    <a:gd name="connsiteY4" fmla="*/ 227171 h 413139"/>
                    <a:gd name="connsiteX5" fmla="*/ 4980 w 661918"/>
                    <a:gd name="connsiteY5" fmla="*/ 0 h 413139"/>
                    <a:gd name="connsiteX6" fmla="*/ 186717 w 661918"/>
                    <a:gd name="connsiteY6" fmla="*/ 99632 h 413139"/>
                    <a:gd name="connsiteX7" fmla="*/ 337307 w 661918"/>
                    <a:gd name="connsiteY7" fmla="*/ 103727 h 413139"/>
                    <a:gd name="connsiteX8" fmla="*/ 457608 w 661918"/>
                    <a:gd name="connsiteY8" fmla="*/ 125159 h 413139"/>
                    <a:gd name="connsiteX9" fmla="*/ 661919 w 661918"/>
                    <a:gd name="connsiteY9" fmla="*/ 323183 h 41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1918" h="413139">
                      <a:moveTo>
                        <a:pt x="661919" y="323183"/>
                      </a:moveTo>
                      <a:cubicBezTo>
                        <a:pt x="611151" y="308324"/>
                        <a:pt x="571527" y="324136"/>
                        <a:pt x="532665" y="342900"/>
                      </a:cubicBezTo>
                      <a:cubicBezTo>
                        <a:pt x="477705" y="369570"/>
                        <a:pt x="423032" y="397002"/>
                        <a:pt x="361786" y="406432"/>
                      </a:cubicBezTo>
                      <a:cubicBezTo>
                        <a:pt x="272728" y="420053"/>
                        <a:pt x="186336" y="416719"/>
                        <a:pt x="110040" y="360331"/>
                      </a:cubicBezTo>
                      <a:cubicBezTo>
                        <a:pt x="64606" y="326708"/>
                        <a:pt x="37746" y="280130"/>
                        <a:pt x="21458" y="227171"/>
                      </a:cubicBezTo>
                      <a:cubicBezTo>
                        <a:pt x="-1116" y="154019"/>
                        <a:pt x="-4545" y="79153"/>
                        <a:pt x="4980" y="0"/>
                      </a:cubicBezTo>
                      <a:cubicBezTo>
                        <a:pt x="52890" y="59722"/>
                        <a:pt x="115184" y="90868"/>
                        <a:pt x="186717" y="99632"/>
                      </a:cubicBezTo>
                      <a:cubicBezTo>
                        <a:pt x="236342" y="105728"/>
                        <a:pt x="287015" y="103346"/>
                        <a:pt x="337307" y="103727"/>
                      </a:cubicBezTo>
                      <a:cubicBezTo>
                        <a:pt x="378741" y="104108"/>
                        <a:pt x="419031" y="109538"/>
                        <a:pt x="457608" y="125159"/>
                      </a:cubicBezTo>
                      <a:cubicBezTo>
                        <a:pt x="550477" y="162878"/>
                        <a:pt x="613722" y="231267"/>
                        <a:pt x="661919" y="3231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98" name="任意多边形: 形状 343"/>
                <p:cNvSpPr/>
                <p:nvPr/>
              </p:nvSpPr>
              <p:spPr>
                <a:xfrm>
                  <a:off x="247888" y="5709773"/>
                  <a:ext cx="71274" cy="98083"/>
                </a:xfrm>
                <a:custGeom>
                  <a:avLst/>
                  <a:gdLst>
                    <a:gd name="connsiteX0" fmla="*/ 102025 w 498901"/>
                    <a:gd name="connsiteY0" fmla="*/ 0 h 686561"/>
                    <a:gd name="connsiteX1" fmla="*/ 239947 w 498901"/>
                    <a:gd name="connsiteY1" fmla="*/ 210217 h 686561"/>
                    <a:gd name="connsiteX2" fmla="*/ 371964 w 498901"/>
                    <a:gd name="connsiteY2" fmla="*/ 304705 h 686561"/>
                    <a:gd name="connsiteX3" fmla="*/ 485883 w 498901"/>
                    <a:gd name="connsiteY3" fmla="*/ 467392 h 686561"/>
                    <a:gd name="connsiteX4" fmla="*/ 491407 w 498901"/>
                    <a:gd name="connsiteY4" fmla="*/ 674275 h 686561"/>
                    <a:gd name="connsiteX5" fmla="*/ 486645 w 498901"/>
                    <a:gd name="connsiteY5" fmla="*/ 686562 h 686561"/>
                    <a:gd name="connsiteX6" fmla="*/ 207276 w 498901"/>
                    <a:gd name="connsiteY6" fmla="*/ 514541 h 686561"/>
                    <a:gd name="connsiteX7" fmla="*/ 124599 w 498901"/>
                    <a:gd name="connsiteY7" fmla="*/ 480917 h 686561"/>
                    <a:gd name="connsiteX8" fmla="*/ 7537 w 498901"/>
                    <a:gd name="connsiteY8" fmla="*/ 327184 h 686561"/>
                    <a:gd name="connsiteX9" fmla="*/ 58020 w 498901"/>
                    <a:gd name="connsiteY9" fmla="*/ 45434 h 686561"/>
                    <a:gd name="connsiteX10" fmla="*/ 80213 w 498901"/>
                    <a:gd name="connsiteY10" fmla="*/ 16478 h 686561"/>
                    <a:gd name="connsiteX11" fmla="*/ 102025 w 498901"/>
                    <a:gd name="connsiteY11" fmla="*/ 0 h 68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8901" h="686561">
                      <a:moveTo>
                        <a:pt x="102025" y="0"/>
                      </a:moveTo>
                      <a:cubicBezTo>
                        <a:pt x="119266" y="90678"/>
                        <a:pt x="175082" y="154400"/>
                        <a:pt x="239947" y="210217"/>
                      </a:cubicBezTo>
                      <a:cubicBezTo>
                        <a:pt x="280809" y="245364"/>
                        <a:pt x="326625" y="275177"/>
                        <a:pt x="371964" y="304705"/>
                      </a:cubicBezTo>
                      <a:cubicBezTo>
                        <a:pt x="432352" y="343948"/>
                        <a:pt x="468547" y="399098"/>
                        <a:pt x="485883" y="467392"/>
                      </a:cubicBezTo>
                      <a:cubicBezTo>
                        <a:pt x="503314" y="535781"/>
                        <a:pt x="501218" y="605028"/>
                        <a:pt x="491407" y="674275"/>
                      </a:cubicBezTo>
                      <a:cubicBezTo>
                        <a:pt x="490931" y="677894"/>
                        <a:pt x="488740" y="681228"/>
                        <a:pt x="486645" y="686562"/>
                      </a:cubicBezTo>
                      <a:cubicBezTo>
                        <a:pt x="414731" y="593693"/>
                        <a:pt x="308051" y="558832"/>
                        <a:pt x="207276" y="514541"/>
                      </a:cubicBezTo>
                      <a:cubicBezTo>
                        <a:pt x="180035" y="502539"/>
                        <a:pt x="151841" y="492824"/>
                        <a:pt x="124599" y="480917"/>
                      </a:cubicBezTo>
                      <a:cubicBezTo>
                        <a:pt x="57353" y="451390"/>
                        <a:pt x="20967" y="397955"/>
                        <a:pt x="7537" y="327184"/>
                      </a:cubicBezTo>
                      <a:cubicBezTo>
                        <a:pt x="-11513" y="226886"/>
                        <a:pt x="5632" y="132874"/>
                        <a:pt x="58020" y="45434"/>
                      </a:cubicBezTo>
                      <a:cubicBezTo>
                        <a:pt x="64211" y="35052"/>
                        <a:pt x="72022" y="25337"/>
                        <a:pt x="80213" y="16478"/>
                      </a:cubicBezTo>
                      <a:cubicBezTo>
                        <a:pt x="85738" y="10382"/>
                        <a:pt x="93453" y="6287"/>
                        <a:pt x="102025"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499" name="任意多边形: 形状 344"/>
                <p:cNvSpPr/>
                <p:nvPr/>
              </p:nvSpPr>
              <p:spPr>
                <a:xfrm>
                  <a:off x="436641" y="5848557"/>
                  <a:ext cx="47246" cy="112303"/>
                </a:xfrm>
                <a:custGeom>
                  <a:avLst/>
                  <a:gdLst>
                    <a:gd name="connsiteX0" fmla="*/ 284228 w 330709"/>
                    <a:gd name="connsiteY0" fmla="*/ 0 h 786098"/>
                    <a:gd name="connsiteX1" fmla="*/ 270226 w 330709"/>
                    <a:gd name="connsiteY1" fmla="*/ 274796 h 786098"/>
                    <a:gd name="connsiteX2" fmla="*/ 308135 w 330709"/>
                    <a:gd name="connsiteY2" fmla="*/ 394145 h 786098"/>
                    <a:gd name="connsiteX3" fmla="*/ 295277 w 330709"/>
                    <a:gd name="connsiteY3" fmla="*/ 638937 h 786098"/>
                    <a:gd name="connsiteX4" fmla="*/ 182500 w 330709"/>
                    <a:gd name="connsiteY4" fmla="*/ 786098 h 786098"/>
                    <a:gd name="connsiteX5" fmla="*/ 172785 w 330709"/>
                    <a:gd name="connsiteY5" fmla="*/ 712470 h 786098"/>
                    <a:gd name="connsiteX6" fmla="*/ 83726 w 330709"/>
                    <a:gd name="connsiteY6" fmla="*/ 522637 h 786098"/>
                    <a:gd name="connsiteX7" fmla="*/ 37911 w 330709"/>
                    <a:gd name="connsiteY7" fmla="*/ 445961 h 786098"/>
                    <a:gd name="connsiteX8" fmla="*/ 23338 w 330709"/>
                    <a:gd name="connsiteY8" fmla="*/ 202406 h 786098"/>
                    <a:gd name="connsiteX9" fmla="*/ 203551 w 330709"/>
                    <a:gd name="connsiteY9" fmla="*/ 15907 h 786098"/>
                    <a:gd name="connsiteX10" fmla="*/ 284228 w 330709"/>
                    <a:gd name="connsiteY10" fmla="*/ 0 h 78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709" h="786098">
                      <a:moveTo>
                        <a:pt x="284228" y="0"/>
                      </a:moveTo>
                      <a:cubicBezTo>
                        <a:pt x="237555" y="95440"/>
                        <a:pt x="251462" y="185452"/>
                        <a:pt x="270226" y="274796"/>
                      </a:cubicBezTo>
                      <a:cubicBezTo>
                        <a:pt x="278799" y="315468"/>
                        <a:pt x="292038" y="355759"/>
                        <a:pt x="308135" y="394145"/>
                      </a:cubicBezTo>
                      <a:cubicBezTo>
                        <a:pt x="343378" y="478441"/>
                        <a:pt x="336043" y="559118"/>
                        <a:pt x="295277" y="638937"/>
                      </a:cubicBezTo>
                      <a:cubicBezTo>
                        <a:pt x="267082" y="693992"/>
                        <a:pt x="229554" y="741617"/>
                        <a:pt x="182500" y="786098"/>
                      </a:cubicBezTo>
                      <a:cubicBezTo>
                        <a:pt x="179167" y="759524"/>
                        <a:pt x="178024" y="735521"/>
                        <a:pt x="172785" y="712470"/>
                      </a:cubicBezTo>
                      <a:cubicBezTo>
                        <a:pt x="157069" y="642842"/>
                        <a:pt x="118969" y="583311"/>
                        <a:pt x="83726" y="522637"/>
                      </a:cubicBezTo>
                      <a:cubicBezTo>
                        <a:pt x="68772" y="496919"/>
                        <a:pt x="53341" y="471392"/>
                        <a:pt x="37911" y="445961"/>
                      </a:cubicBezTo>
                      <a:cubicBezTo>
                        <a:pt x="-9619" y="367284"/>
                        <a:pt x="-10095" y="285845"/>
                        <a:pt x="23338" y="202406"/>
                      </a:cubicBezTo>
                      <a:cubicBezTo>
                        <a:pt x="58009" y="115729"/>
                        <a:pt x="114873" y="49721"/>
                        <a:pt x="203551" y="15907"/>
                      </a:cubicBezTo>
                      <a:cubicBezTo>
                        <a:pt x="226792" y="6858"/>
                        <a:pt x="253176" y="5810"/>
                        <a:pt x="284228"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00" name="任意多边形: 形状 345"/>
                <p:cNvSpPr/>
                <p:nvPr/>
              </p:nvSpPr>
              <p:spPr>
                <a:xfrm>
                  <a:off x="306784" y="6354415"/>
                  <a:ext cx="111339" cy="46622"/>
                </a:xfrm>
                <a:custGeom>
                  <a:avLst/>
                  <a:gdLst>
                    <a:gd name="connsiteX0" fmla="*/ 775430 w 779345"/>
                    <a:gd name="connsiteY0" fmla="*/ 292072 h 326343"/>
                    <a:gd name="connsiteX1" fmla="*/ 544163 w 779345"/>
                    <a:gd name="connsiteY1" fmla="*/ 266450 h 326343"/>
                    <a:gd name="connsiteX2" fmla="*/ 380429 w 779345"/>
                    <a:gd name="connsiteY2" fmla="*/ 309598 h 326343"/>
                    <a:gd name="connsiteX3" fmla="*/ 134112 w 779345"/>
                    <a:gd name="connsiteY3" fmla="*/ 280928 h 326343"/>
                    <a:gd name="connsiteX4" fmla="*/ 0 w 779345"/>
                    <a:gd name="connsiteY4" fmla="*/ 169390 h 326343"/>
                    <a:gd name="connsiteX5" fmla="*/ 58198 w 779345"/>
                    <a:gd name="connsiteY5" fmla="*/ 163866 h 326343"/>
                    <a:gd name="connsiteX6" fmla="*/ 227647 w 779345"/>
                    <a:gd name="connsiteY6" fmla="*/ 98715 h 326343"/>
                    <a:gd name="connsiteX7" fmla="*/ 355378 w 779345"/>
                    <a:gd name="connsiteY7" fmla="*/ 27087 h 326343"/>
                    <a:gd name="connsiteX8" fmla="*/ 577977 w 779345"/>
                    <a:gd name="connsiteY8" fmla="*/ 22991 h 326343"/>
                    <a:gd name="connsiteX9" fmla="*/ 744760 w 779345"/>
                    <a:gd name="connsiteY9" fmla="*/ 162247 h 326343"/>
                    <a:gd name="connsiteX10" fmla="*/ 778859 w 779345"/>
                    <a:gd name="connsiteY10" fmla="*/ 267593 h 326343"/>
                    <a:gd name="connsiteX11" fmla="*/ 775430 w 779345"/>
                    <a:gd name="connsiteY11" fmla="*/ 292072 h 3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9345" h="326343">
                      <a:moveTo>
                        <a:pt x="775430" y="292072"/>
                      </a:moveTo>
                      <a:cubicBezTo>
                        <a:pt x="699421" y="250829"/>
                        <a:pt x="621506" y="252924"/>
                        <a:pt x="544163" y="266450"/>
                      </a:cubicBezTo>
                      <a:cubicBezTo>
                        <a:pt x="488728" y="276165"/>
                        <a:pt x="433483" y="290644"/>
                        <a:pt x="380429" y="309598"/>
                      </a:cubicBezTo>
                      <a:cubicBezTo>
                        <a:pt x="292417" y="340936"/>
                        <a:pt x="211741" y="326553"/>
                        <a:pt x="134112" y="280928"/>
                      </a:cubicBezTo>
                      <a:cubicBezTo>
                        <a:pt x="84582" y="251781"/>
                        <a:pt x="40672" y="215396"/>
                        <a:pt x="0" y="169390"/>
                      </a:cubicBezTo>
                      <a:cubicBezTo>
                        <a:pt x="21622" y="167390"/>
                        <a:pt x="39910" y="165961"/>
                        <a:pt x="58198" y="163866"/>
                      </a:cubicBezTo>
                      <a:cubicBezTo>
                        <a:pt x="120396" y="157008"/>
                        <a:pt x="174212" y="128052"/>
                        <a:pt x="227647" y="98715"/>
                      </a:cubicBezTo>
                      <a:cubicBezTo>
                        <a:pt x="270415" y="75188"/>
                        <a:pt x="311944" y="49280"/>
                        <a:pt x="355378" y="27087"/>
                      </a:cubicBezTo>
                      <a:cubicBezTo>
                        <a:pt x="428434" y="-10251"/>
                        <a:pt x="503777" y="-6441"/>
                        <a:pt x="577977" y="22991"/>
                      </a:cubicBezTo>
                      <a:cubicBezTo>
                        <a:pt x="648462" y="50995"/>
                        <a:pt x="708088" y="94905"/>
                        <a:pt x="744760" y="162247"/>
                      </a:cubicBezTo>
                      <a:cubicBezTo>
                        <a:pt x="762095" y="194155"/>
                        <a:pt x="768572" y="232065"/>
                        <a:pt x="778859" y="267593"/>
                      </a:cubicBezTo>
                      <a:cubicBezTo>
                        <a:pt x="780669" y="274070"/>
                        <a:pt x="776954" y="282166"/>
                        <a:pt x="775430" y="29207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01" name="任意多边形: 形状 346"/>
                <p:cNvSpPr/>
                <p:nvPr/>
              </p:nvSpPr>
              <p:spPr>
                <a:xfrm>
                  <a:off x="474520" y="5928904"/>
                  <a:ext cx="49387" cy="107369"/>
                </a:xfrm>
                <a:custGeom>
                  <a:avLst/>
                  <a:gdLst>
                    <a:gd name="connsiteX0" fmla="*/ 78806 w 345696"/>
                    <a:gd name="connsiteY0" fmla="*/ 751560 h 751560"/>
                    <a:gd name="connsiteX1" fmla="*/ 88046 w 345696"/>
                    <a:gd name="connsiteY1" fmla="*/ 688124 h 751560"/>
                    <a:gd name="connsiteX2" fmla="*/ 66519 w 345696"/>
                    <a:gd name="connsiteY2" fmla="*/ 551249 h 751560"/>
                    <a:gd name="connsiteX3" fmla="*/ 16703 w 345696"/>
                    <a:gd name="connsiteY3" fmla="*/ 395230 h 751560"/>
                    <a:gd name="connsiteX4" fmla="*/ 44612 w 345696"/>
                    <a:gd name="connsiteY4" fmla="*/ 157105 h 751560"/>
                    <a:gd name="connsiteX5" fmla="*/ 240160 w 345696"/>
                    <a:gd name="connsiteY5" fmla="*/ 7277 h 751560"/>
                    <a:gd name="connsiteX6" fmla="*/ 345697 w 345696"/>
                    <a:gd name="connsiteY6" fmla="*/ 9658 h 751560"/>
                    <a:gd name="connsiteX7" fmla="*/ 280355 w 345696"/>
                    <a:gd name="connsiteY7" fmla="*/ 316649 h 751560"/>
                    <a:gd name="connsiteX8" fmla="*/ 292833 w 345696"/>
                    <a:gd name="connsiteY8" fmla="*/ 444188 h 751560"/>
                    <a:gd name="connsiteX9" fmla="*/ 271687 w 345696"/>
                    <a:gd name="connsiteY9" fmla="*/ 553154 h 751560"/>
                    <a:gd name="connsiteX10" fmla="*/ 78806 w 345696"/>
                    <a:gd name="connsiteY10" fmla="*/ 751560 h 7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5696" h="751560">
                      <a:moveTo>
                        <a:pt x="78806" y="751560"/>
                      </a:moveTo>
                      <a:cubicBezTo>
                        <a:pt x="82712" y="726700"/>
                        <a:pt x="89950" y="706983"/>
                        <a:pt x="88046" y="688124"/>
                      </a:cubicBezTo>
                      <a:cubicBezTo>
                        <a:pt x="83378" y="642213"/>
                        <a:pt x="77758" y="595922"/>
                        <a:pt x="66519" y="551249"/>
                      </a:cubicBezTo>
                      <a:cubicBezTo>
                        <a:pt x="53279" y="498386"/>
                        <a:pt x="34991" y="446665"/>
                        <a:pt x="16703" y="395230"/>
                      </a:cubicBezTo>
                      <a:cubicBezTo>
                        <a:pt x="-13396" y="310838"/>
                        <a:pt x="-2061" y="230733"/>
                        <a:pt x="44612" y="157105"/>
                      </a:cubicBezTo>
                      <a:cubicBezTo>
                        <a:pt x="90808" y="84143"/>
                        <a:pt x="154054" y="29851"/>
                        <a:pt x="240160" y="7277"/>
                      </a:cubicBezTo>
                      <a:cubicBezTo>
                        <a:pt x="275402" y="-1963"/>
                        <a:pt x="310550" y="-3677"/>
                        <a:pt x="345697" y="9658"/>
                      </a:cubicBezTo>
                      <a:cubicBezTo>
                        <a:pt x="278355" y="102908"/>
                        <a:pt x="271878" y="208349"/>
                        <a:pt x="280355" y="316649"/>
                      </a:cubicBezTo>
                      <a:cubicBezTo>
                        <a:pt x="283689" y="359225"/>
                        <a:pt x="293785" y="401802"/>
                        <a:pt x="292833" y="444188"/>
                      </a:cubicBezTo>
                      <a:cubicBezTo>
                        <a:pt x="291976" y="480764"/>
                        <a:pt x="285975" y="519722"/>
                        <a:pt x="271687" y="553154"/>
                      </a:cubicBezTo>
                      <a:cubicBezTo>
                        <a:pt x="234063" y="640784"/>
                        <a:pt x="163674" y="699458"/>
                        <a:pt x="78806" y="75156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02" name="任意多边形: 形状 347"/>
                <p:cNvSpPr/>
                <p:nvPr/>
              </p:nvSpPr>
              <p:spPr>
                <a:xfrm>
                  <a:off x="229166" y="6393357"/>
                  <a:ext cx="106681" cy="49158"/>
                </a:xfrm>
                <a:custGeom>
                  <a:avLst/>
                  <a:gdLst>
                    <a:gd name="connsiteX0" fmla="*/ 743998 w 746743"/>
                    <a:gd name="connsiteY0" fmla="*/ 344095 h 344094"/>
                    <a:gd name="connsiteX1" fmla="*/ 509969 w 746743"/>
                    <a:gd name="connsiteY1" fmla="*/ 278373 h 344094"/>
                    <a:gd name="connsiteX2" fmla="*/ 343281 w 746743"/>
                    <a:gd name="connsiteY2" fmla="*/ 290850 h 344094"/>
                    <a:gd name="connsiteX3" fmla="*/ 155162 w 746743"/>
                    <a:gd name="connsiteY3" fmla="*/ 249036 h 344094"/>
                    <a:gd name="connsiteX4" fmla="*/ 0 w 746743"/>
                    <a:gd name="connsiteY4" fmla="*/ 77681 h 344094"/>
                    <a:gd name="connsiteX5" fmla="*/ 51911 w 746743"/>
                    <a:gd name="connsiteY5" fmla="*/ 85301 h 344094"/>
                    <a:gd name="connsiteX6" fmla="*/ 225076 w 746743"/>
                    <a:gd name="connsiteY6" fmla="*/ 59107 h 344094"/>
                    <a:gd name="connsiteX7" fmla="*/ 347186 w 746743"/>
                    <a:gd name="connsiteY7" fmla="*/ 19769 h 344094"/>
                    <a:gd name="connsiteX8" fmla="*/ 589979 w 746743"/>
                    <a:gd name="connsiteY8" fmla="*/ 44248 h 344094"/>
                    <a:gd name="connsiteX9" fmla="*/ 744950 w 746743"/>
                    <a:gd name="connsiteY9" fmla="*/ 263323 h 344094"/>
                    <a:gd name="connsiteX10" fmla="*/ 743998 w 746743"/>
                    <a:gd name="connsiteY10" fmla="*/ 344095 h 344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6743" h="344094">
                      <a:moveTo>
                        <a:pt x="743998" y="344095"/>
                      </a:moveTo>
                      <a:cubicBezTo>
                        <a:pt x="670084" y="290755"/>
                        <a:pt x="590550" y="279610"/>
                        <a:pt x="509969" y="278373"/>
                      </a:cubicBezTo>
                      <a:cubicBezTo>
                        <a:pt x="454438" y="277515"/>
                        <a:pt x="398716" y="284754"/>
                        <a:pt x="343281" y="290850"/>
                      </a:cubicBezTo>
                      <a:cubicBezTo>
                        <a:pt x="275463" y="298280"/>
                        <a:pt x="212407" y="287802"/>
                        <a:pt x="155162" y="249036"/>
                      </a:cubicBezTo>
                      <a:cubicBezTo>
                        <a:pt x="90773" y="205411"/>
                        <a:pt x="41243" y="148356"/>
                        <a:pt x="0" y="77681"/>
                      </a:cubicBezTo>
                      <a:cubicBezTo>
                        <a:pt x="20003" y="80729"/>
                        <a:pt x="35909" y="84062"/>
                        <a:pt x="51911" y="85301"/>
                      </a:cubicBezTo>
                      <a:cubicBezTo>
                        <a:pt x="111633" y="90063"/>
                        <a:pt x="168688" y="77109"/>
                        <a:pt x="225076" y="59107"/>
                      </a:cubicBezTo>
                      <a:cubicBezTo>
                        <a:pt x="265843" y="46058"/>
                        <a:pt x="307467" y="35485"/>
                        <a:pt x="347186" y="19769"/>
                      </a:cubicBezTo>
                      <a:cubicBezTo>
                        <a:pt x="433006" y="-14236"/>
                        <a:pt x="513969" y="-3282"/>
                        <a:pt x="589979" y="44248"/>
                      </a:cubicBezTo>
                      <a:cubicBezTo>
                        <a:pt x="671608" y="95207"/>
                        <a:pt x="729234" y="165692"/>
                        <a:pt x="744950" y="263323"/>
                      </a:cubicBezTo>
                      <a:cubicBezTo>
                        <a:pt x="749237" y="289517"/>
                        <a:pt x="744569" y="317139"/>
                        <a:pt x="743998" y="34409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03" name="任意多边形: 形状 348"/>
                <p:cNvSpPr/>
                <p:nvPr/>
              </p:nvSpPr>
              <p:spPr>
                <a:xfrm>
                  <a:off x="373897" y="6289458"/>
                  <a:ext cx="110072" cy="57380"/>
                </a:xfrm>
                <a:custGeom>
                  <a:avLst/>
                  <a:gdLst>
                    <a:gd name="connsiteX0" fmla="*/ 770477 w 770477"/>
                    <a:gd name="connsiteY0" fmla="*/ 180869 h 401643"/>
                    <a:gd name="connsiteX1" fmla="*/ 476631 w 770477"/>
                    <a:gd name="connsiteY1" fmla="*/ 281643 h 401643"/>
                    <a:gd name="connsiteX2" fmla="*/ 387477 w 770477"/>
                    <a:gd name="connsiteY2" fmla="*/ 350223 h 401643"/>
                    <a:gd name="connsiteX3" fmla="*/ 190690 w 770477"/>
                    <a:gd name="connsiteY3" fmla="*/ 398896 h 401643"/>
                    <a:gd name="connsiteX4" fmla="*/ 0 w 770477"/>
                    <a:gd name="connsiteY4" fmla="*/ 334602 h 401643"/>
                    <a:gd name="connsiteX5" fmla="*/ 40196 w 770477"/>
                    <a:gd name="connsiteY5" fmla="*/ 319077 h 401643"/>
                    <a:gd name="connsiteX6" fmla="*/ 161449 w 770477"/>
                    <a:gd name="connsiteY6" fmla="*/ 224112 h 401643"/>
                    <a:gd name="connsiteX7" fmla="*/ 299562 w 770477"/>
                    <a:gd name="connsiteY7" fmla="*/ 70855 h 401643"/>
                    <a:gd name="connsiteX8" fmla="*/ 452438 w 770477"/>
                    <a:gd name="connsiteY8" fmla="*/ 1418 h 401643"/>
                    <a:gd name="connsiteX9" fmla="*/ 691991 w 770477"/>
                    <a:gd name="connsiteY9" fmla="*/ 68188 h 401643"/>
                    <a:gd name="connsiteX10" fmla="*/ 770477 w 770477"/>
                    <a:gd name="connsiteY10" fmla="*/ 180869 h 40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0477" h="401643">
                      <a:moveTo>
                        <a:pt x="770477" y="180869"/>
                      </a:moveTo>
                      <a:cubicBezTo>
                        <a:pt x="655987" y="172391"/>
                        <a:pt x="564737" y="223064"/>
                        <a:pt x="476631" y="281643"/>
                      </a:cubicBezTo>
                      <a:cubicBezTo>
                        <a:pt x="445484" y="302312"/>
                        <a:pt x="417100" y="327268"/>
                        <a:pt x="387477" y="350223"/>
                      </a:cubicBezTo>
                      <a:cubicBezTo>
                        <a:pt x="328994" y="395372"/>
                        <a:pt x="262890" y="407945"/>
                        <a:pt x="190690" y="398896"/>
                      </a:cubicBezTo>
                      <a:cubicBezTo>
                        <a:pt x="124016" y="390514"/>
                        <a:pt x="62103" y="369273"/>
                        <a:pt x="0" y="334602"/>
                      </a:cubicBezTo>
                      <a:cubicBezTo>
                        <a:pt x="15716" y="328602"/>
                        <a:pt x="28385" y="324696"/>
                        <a:pt x="40196" y="319077"/>
                      </a:cubicBezTo>
                      <a:cubicBezTo>
                        <a:pt x="87535" y="296312"/>
                        <a:pt x="126968" y="263736"/>
                        <a:pt x="161449" y="224112"/>
                      </a:cubicBezTo>
                      <a:cubicBezTo>
                        <a:pt x="206598" y="172296"/>
                        <a:pt x="252984" y="121433"/>
                        <a:pt x="299562" y="70855"/>
                      </a:cubicBezTo>
                      <a:cubicBezTo>
                        <a:pt x="340519" y="26278"/>
                        <a:pt x="394145" y="6371"/>
                        <a:pt x="452438" y="1418"/>
                      </a:cubicBezTo>
                      <a:cubicBezTo>
                        <a:pt x="539877" y="-5916"/>
                        <a:pt x="621030" y="15038"/>
                        <a:pt x="691991" y="68188"/>
                      </a:cubicBezTo>
                      <a:cubicBezTo>
                        <a:pt x="729806" y="96668"/>
                        <a:pt x="758857" y="132196"/>
                        <a:pt x="770477" y="1808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04" name="任意多边形: 形状 349"/>
                <p:cNvSpPr/>
                <p:nvPr/>
              </p:nvSpPr>
              <p:spPr>
                <a:xfrm>
                  <a:off x="323941" y="5739655"/>
                  <a:ext cx="58777" cy="110997"/>
                </a:xfrm>
                <a:custGeom>
                  <a:avLst/>
                  <a:gdLst>
                    <a:gd name="connsiteX0" fmla="*/ 349961 w 411427"/>
                    <a:gd name="connsiteY0" fmla="*/ 776954 h 776954"/>
                    <a:gd name="connsiteX1" fmla="*/ 203848 w 411427"/>
                    <a:gd name="connsiteY1" fmla="*/ 586169 h 776954"/>
                    <a:gd name="connsiteX2" fmla="*/ 74213 w 411427"/>
                    <a:gd name="connsiteY2" fmla="*/ 480346 h 776954"/>
                    <a:gd name="connsiteX3" fmla="*/ 108 w 411427"/>
                    <a:gd name="connsiteY3" fmla="*/ 319278 h 776954"/>
                    <a:gd name="connsiteX4" fmla="*/ 106121 w 411427"/>
                    <a:gd name="connsiteY4" fmla="*/ 48292 h 776954"/>
                    <a:gd name="connsiteX5" fmla="*/ 175844 w 411427"/>
                    <a:gd name="connsiteY5" fmla="*/ 0 h 776954"/>
                    <a:gd name="connsiteX6" fmla="*/ 296336 w 411427"/>
                    <a:gd name="connsiteY6" fmla="*/ 314516 h 776954"/>
                    <a:gd name="connsiteX7" fmla="*/ 378727 w 411427"/>
                    <a:gd name="connsiteY7" fmla="*/ 421005 h 776954"/>
                    <a:gd name="connsiteX8" fmla="*/ 410159 w 411427"/>
                    <a:gd name="connsiteY8" fmla="*/ 574929 h 776954"/>
                    <a:gd name="connsiteX9" fmla="*/ 365773 w 411427"/>
                    <a:gd name="connsiteY9" fmla="*/ 744379 h 776954"/>
                    <a:gd name="connsiteX10" fmla="*/ 349961 w 411427"/>
                    <a:gd name="connsiteY10" fmla="*/ 776954 h 776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427" h="776954">
                      <a:moveTo>
                        <a:pt x="349961" y="776954"/>
                      </a:moveTo>
                      <a:cubicBezTo>
                        <a:pt x="323767" y="691134"/>
                        <a:pt x="264236" y="638080"/>
                        <a:pt x="203848" y="586169"/>
                      </a:cubicBezTo>
                      <a:cubicBezTo>
                        <a:pt x="161557" y="549878"/>
                        <a:pt x="116694" y="516446"/>
                        <a:pt x="74213" y="480346"/>
                      </a:cubicBezTo>
                      <a:cubicBezTo>
                        <a:pt x="24968" y="438436"/>
                        <a:pt x="1537" y="383381"/>
                        <a:pt x="108" y="319278"/>
                      </a:cubicBezTo>
                      <a:cubicBezTo>
                        <a:pt x="-2178" y="214313"/>
                        <a:pt x="31731" y="122777"/>
                        <a:pt x="106121" y="48292"/>
                      </a:cubicBezTo>
                      <a:cubicBezTo>
                        <a:pt x="124886" y="29528"/>
                        <a:pt x="150222" y="17336"/>
                        <a:pt x="175844" y="0"/>
                      </a:cubicBezTo>
                      <a:cubicBezTo>
                        <a:pt x="169939" y="127444"/>
                        <a:pt x="228803" y="222885"/>
                        <a:pt x="296336" y="314516"/>
                      </a:cubicBezTo>
                      <a:cubicBezTo>
                        <a:pt x="323006" y="350615"/>
                        <a:pt x="354819" y="383286"/>
                        <a:pt x="378727" y="421005"/>
                      </a:cubicBezTo>
                      <a:cubicBezTo>
                        <a:pt x="407969" y="467201"/>
                        <a:pt x="414636" y="520351"/>
                        <a:pt x="410159" y="574929"/>
                      </a:cubicBezTo>
                      <a:cubicBezTo>
                        <a:pt x="405397" y="634175"/>
                        <a:pt x="389490" y="690277"/>
                        <a:pt x="365773" y="744379"/>
                      </a:cubicBezTo>
                      <a:cubicBezTo>
                        <a:pt x="361772" y="753904"/>
                        <a:pt x="356724" y="763238"/>
                        <a:pt x="349961" y="776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05" name="任意多边形: 形状 350"/>
                <p:cNvSpPr/>
                <p:nvPr/>
              </p:nvSpPr>
              <p:spPr>
                <a:xfrm>
                  <a:off x="491112" y="6015111"/>
                  <a:ext cx="57723" cy="99706"/>
                </a:xfrm>
                <a:custGeom>
                  <a:avLst/>
                  <a:gdLst>
                    <a:gd name="connsiteX0" fmla="*/ 0 w 404050"/>
                    <a:gd name="connsiteY0" fmla="*/ 692012 h 697917"/>
                    <a:gd name="connsiteX1" fmla="*/ 24003 w 404050"/>
                    <a:gd name="connsiteY1" fmla="*/ 481319 h 697917"/>
                    <a:gd name="connsiteX2" fmla="*/ 4477 w 404050"/>
                    <a:gd name="connsiteY2" fmla="*/ 299677 h 697917"/>
                    <a:gd name="connsiteX3" fmla="*/ 59150 w 404050"/>
                    <a:gd name="connsiteY3" fmla="*/ 134133 h 697917"/>
                    <a:gd name="connsiteX4" fmla="*/ 237363 w 404050"/>
                    <a:gd name="connsiteY4" fmla="*/ 11451 h 697917"/>
                    <a:gd name="connsiteX5" fmla="*/ 404051 w 404050"/>
                    <a:gd name="connsiteY5" fmla="*/ 22119 h 697917"/>
                    <a:gd name="connsiteX6" fmla="*/ 278035 w 404050"/>
                    <a:gd name="connsiteY6" fmla="*/ 331110 h 697917"/>
                    <a:gd name="connsiteX7" fmla="*/ 259080 w 404050"/>
                    <a:gd name="connsiteY7" fmla="*/ 478271 h 697917"/>
                    <a:gd name="connsiteX8" fmla="*/ 100108 w 404050"/>
                    <a:gd name="connsiteY8" fmla="*/ 651626 h 697917"/>
                    <a:gd name="connsiteX9" fmla="*/ 4001 w 404050"/>
                    <a:gd name="connsiteY9" fmla="*/ 697918 h 697917"/>
                    <a:gd name="connsiteX10" fmla="*/ 0 w 404050"/>
                    <a:gd name="connsiteY10" fmla="*/ 692012 h 69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4050" h="697917">
                      <a:moveTo>
                        <a:pt x="0" y="692012"/>
                      </a:moveTo>
                      <a:cubicBezTo>
                        <a:pt x="34386" y="624670"/>
                        <a:pt x="31338" y="553137"/>
                        <a:pt x="24003" y="481319"/>
                      </a:cubicBezTo>
                      <a:cubicBezTo>
                        <a:pt x="17812" y="420740"/>
                        <a:pt x="9716" y="360352"/>
                        <a:pt x="4477" y="299677"/>
                      </a:cubicBezTo>
                      <a:cubicBezTo>
                        <a:pt x="-952" y="237193"/>
                        <a:pt x="21336" y="181758"/>
                        <a:pt x="59150" y="134133"/>
                      </a:cubicBezTo>
                      <a:cubicBezTo>
                        <a:pt x="105633" y="75744"/>
                        <a:pt x="164021" y="32215"/>
                        <a:pt x="237363" y="11451"/>
                      </a:cubicBezTo>
                      <a:cubicBezTo>
                        <a:pt x="294132" y="-4551"/>
                        <a:pt x="349663" y="-6171"/>
                        <a:pt x="404051" y="22119"/>
                      </a:cubicBezTo>
                      <a:cubicBezTo>
                        <a:pt x="312230" y="105939"/>
                        <a:pt x="292418" y="217476"/>
                        <a:pt x="278035" y="331110"/>
                      </a:cubicBezTo>
                      <a:cubicBezTo>
                        <a:pt x="271844" y="380259"/>
                        <a:pt x="272796" y="431408"/>
                        <a:pt x="259080" y="478271"/>
                      </a:cubicBezTo>
                      <a:cubicBezTo>
                        <a:pt x="235172" y="559995"/>
                        <a:pt x="171641" y="611145"/>
                        <a:pt x="100108" y="651626"/>
                      </a:cubicBezTo>
                      <a:cubicBezTo>
                        <a:pt x="69247" y="669057"/>
                        <a:pt x="36100" y="682678"/>
                        <a:pt x="4001" y="697918"/>
                      </a:cubicBezTo>
                      <a:cubicBezTo>
                        <a:pt x="2763" y="696012"/>
                        <a:pt x="1429" y="694012"/>
                        <a:pt x="0" y="6920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06" name="任意多边形: 形状 351"/>
                <p:cNvSpPr/>
                <p:nvPr/>
              </p:nvSpPr>
              <p:spPr>
                <a:xfrm>
                  <a:off x="431688" y="6207551"/>
                  <a:ext cx="101268" cy="67868"/>
                </a:xfrm>
                <a:custGeom>
                  <a:avLst/>
                  <a:gdLst>
                    <a:gd name="connsiteX0" fmla="*/ 708850 w 708850"/>
                    <a:gd name="connsiteY0" fmla="*/ 116791 h 475062"/>
                    <a:gd name="connsiteX1" fmla="*/ 496443 w 708850"/>
                    <a:gd name="connsiteY1" fmla="*/ 237283 h 475062"/>
                    <a:gd name="connsiteX2" fmla="*/ 380143 w 708850"/>
                    <a:gd name="connsiteY2" fmla="*/ 375871 h 475062"/>
                    <a:gd name="connsiteX3" fmla="*/ 214503 w 708850"/>
                    <a:gd name="connsiteY3" fmla="*/ 468930 h 475062"/>
                    <a:gd name="connsiteX4" fmla="*/ 0 w 708850"/>
                    <a:gd name="connsiteY4" fmla="*/ 457310 h 475062"/>
                    <a:gd name="connsiteX5" fmla="*/ 30766 w 708850"/>
                    <a:gd name="connsiteY5" fmla="*/ 435688 h 475062"/>
                    <a:gd name="connsiteX6" fmla="*/ 137065 w 708850"/>
                    <a:gd name="connsiteY6" fmla="*/ 297861 h 475062"/>
                    <a:gd name="connsiteX7" fmla="*/ 221932 w 708850"/>
                    <a:gd name="connsiteY7" fmla="*/ 133460 h 475062"/>
                    <a:gd name="connsiteX8" fmla="*/ 386525 w 708850"/>
                    <a:gd name="connsiteY8" fmla="*/ 12492 h 475062"/>
                    <a:gd name="connsiteX9" fmla="*/ 608457 w 708850"/>
                    <a:gd name="connsiteY9" fmla="*/ 26304 h 475062"/>
                    <a:gd name="connsiteX10" fmla="*/ 708850 w 708850"/>
                    <a:gd name="connsiteY10" fmla="*/ 116791 h 47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8850" h="475062">
                      <a:moveTo>
                        <a:pt x="708850" y="116791"/>
                      </a:moveTo>
                      <a:cubicBezTo>
                        <a:pt x="618649" y="127650"/>
                        <a:pt x="554355" y="178799"/>
                        <a:pt x="496443" y="237283"/>
                      </a:cubicBezTo>
                      <a:cubicBezTo>
                        <a:pt x="454152" y="280050"/>
                        <a:pt x="417672" y="328627"/>
                        <a:pt x="380143" y="375871"/>
                      </a:cubicBezTo>
                      <a:cubicBezTo>
                        <a:pt x="337375" y="429783"/>
                        <a:pt x="280607" y="458262"/>
                        <a:pt x="214503" y="468930"/>
                      </a:cubicBezTo>
                      <a:cubicBezTo>
                        <a:pt x="144304" y="480265"/>
                        <a:pt x="74390" y="475598"/>
                        <a:pt x="0" y="457310"/>
                      </a:cubicBezTo>
                      <a:cubicBezTo>
                        <a:pt x="12288" y="448642"/>
                        <a:pt x="21622" y="442260"/>
                        <a:pt x="30766" y="435688"/>
                      </a:cubicBezTo>
                      <a:cubicBezTo>
                        <a:pt x="80010" y="400446"/>
                        <a:pt x="109442" y="349677"/>
                        <a:pt x="137065" y="297861"/>
                      </a:cubicBezTo>
                      <a:cubicBezTo>
                        <a:pt x="166116" y="243474"/>
                        <a:pt x="193357" y="188133"/>
                        <a:pt x="221932" y="133460"/>
                      </a:cubicBezTo>
                      <a:cubicBezTo>
                        <a:pt x="256985" y="66499"/>
                        <a:pt x="316325" y="30971"/>
                        <a:pt x="386525" y="12492"/>
                      </a:cubicBezTo>
                      <a:cubicBezTo>
                        <a:pt x="461582" y="-7320"/>
                        <a:pt x="536163" y="-4176"/>
                        <a:pt x="608457" y="26304"/>
                      </a:cubicBezTo>
                      <a:cubicBezTo>
                        <a:pt x="651224" y="44401"/>
                        <a:pt x="685229" y="72500"/>
                        <a:pt x="708850" y="11679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07" name="任意多边形: 形状 352"/>
                <p:cNvSpPr/>
                <p:nvPr/>
              </p:nvSpPr>
              <p:spPr>
                <a:xfrm>
                  <a:off x="472170" y="6113307"/>
                  <a:ext cx="84082" cy="83088"/>
                </a:xfrm>
                <a:custGeom>
                  <a:avLst/>
                  <a:gdLst>
                    <a:gd name="connsiteX0" fmla="*/ 588550 w 588550"/>
                    <a:gd name="connsiteY0" fmla="*/ 61627 h 581596"/>
                    <a:gd name="connsiteX1" fmla="*/ 403479 w 588550"/>
                    <a:gd name="connsiteY1" fmla="*/ 256985 h 581596"/>
                    <a:gd name="connsiteX2" fmla="*/ 353092 w 588550"/>
                    <a:gd name="connsiteY2" fmla="*/ 372523 h 581596"/>
                    <a:gd name="connsiteX3" fmla="*/ 214217 w 588550"/>
                    <a:gd name="connsiteY3" fmla="*/ 532353 h 581596"/>
                    <a:gd name="connsiteX4" fmla="*/ 0 w 588550"/>
                    <a:gd name="connsiteY4" fmla="*/ 581597 h 581596"/>
                    <a:gd name="connsiteX5" fmla="*/ 5810 w 588550"/>
                    <a:gd name="connsiteY5" fmla="*/ 568738 h 581596"/>
                    <a:gd name="connsiteX6" fmla="*/ 91345 w 588550"/>
                    <a:gd name="connsiteY6" fmla="*/ 366427 h 581596"/>
                    <a:gd name="connsiteX7" fmla="*/ 121158 w 588550"/>
                    <a:gd name="connsiteY7" fmla="*/ 215075 h 581596"/>
                    <a:gd name="connsiteX8" fmla="*/ 263462 w 588550"/>
                    <a:gd name="connsiteY8" fmla="*/ 40386 h 581596"/>
                    <a:gd name="connsiteX9" fmla="*/ 500920 w 588550"/>
                    <a:gd name="connsiteY9" fmla="*/ 10192 h 581596"/>
                    <a:gd name="connsiteX10" fmla="*/ 588550 w 588550"/>
                    <a:gd name="connsiteY10" fmla="*/ 61627 h 581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8550" h="581596">
                      <a:moveTo>
                        <a:pt x="588550" y="61627"/>
                      </a:moveTo>
                      <a:cubicBezTo>
                        <a:pt x="496824" y="100394"/>
                        <a:pt x="447199" y="176499"/>
                        <a:pt x="403479" y="256985"/>
                      </a:cubicBezTo>
                      <a:cubicBezTo>
                        <a:pt x="383477" y="293751"/>
                        <a:pt x="366617" y="332804"/>
                        <a:pt x="353092" y="372523"/>
                      </a:cubicBezTo>
                      <a:cubicBezTo>
                        <a:pt x="328327" y="445294"/>
                        <a:pt x="283083" y="498444"/>
                        <a:pt x="214217" y="532353"/>
                      </a:cubicBezTo>
                      <a:cubicBezTo>
                        <a:pt x="147447" y="565309"/>
                        <a:pt x="76867" y="579501"/>
                        <a:pt x="0" y="581597"/>
                      </a:cubicBezTo>
                      <a:cubicBezTo>
                        <a:pt x="2763" y="575215"/>
                        <a:pt x="3429" y="571215"/>
                        <a:pt x="5810" y="568738"/>
                      </a:cubicBezTo>
                      <a:cubicBezTo>
                        <a:pt x="60389" y="512255"/>
                        <a:pt x="75343" y="439008"/>
                        <a:pt x="91345" y="366427"/>
                      </a:cubicBezTo>
                      <a:cubicBezTo>
                        <a:pt x="102394" y="316231"/>
                        <a:pt x="109824" y="265176"/>
                        <a:pt x="121158" y="215075"/>
                      </a:cubicBezTo>
                      <a:cubicBezTo>
                        <a:pt x="139541" y="133732"/>
                        <a:pt x="191071" y="77534"/>
                        <a:pt x="263462" y="40386"/>
                      </a:cubicBezTo>
                      <a:cubicBezTo>
                        <a:pt x="338519" y="1810"/>
                        <a:pt x="417957" y="-11049"/>
                        <a:pt x="500920" y="10192"/>
                      </a:cubicBezTo>
                      <a:cubicBezTo>
                        <a:pt x="533876" y="18669"/>
                        <a:pt x="563594" y="34195"/>
                        <a:pt x="588550" y="6162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08" name="任意多边形: 形状 353"/>
                <p:cNvSpPr/>
                <p:nvPr/>
              </p:nvSpPr>
              <p:spPr>
                <a:xfrm>
                  <a:off x="386291" y="5784565"/>
                  <a:ext cx="50284" cy="112231"/>
                </a:xfrm>
                <a:custGeom>
                  <a:avLst/>
                  <a:gdLst>
                    <a:gd name="connsiteX0" fmla="*/ 236327 w 351976"/>
                    <a:gd name="connsiteY0" fmla="*/ 63 h 785589"/>
                    <a:gd name="connsiteX1" fmla="*/ 248233 w 351976"/>
                    <a:gd name="connsiteY1" fmla="*/ 234759 h 785589"/>
                    <a:gd name="connsiteX2" fmla="*/ 317385 w 351976"/>
                    <a:gd name="connsiteY2" fmla="*/ 389159 h 785589"/>
                    <a:gd name="connsiteX3" fmla="*/ 323100 w 351976"/>
                    <a:gd name="connsiteY3" fmla="*/ 645381 h 785589"/>
                    <a:gd name="connsiteX4" fmla="*/ 247471 w 351976"/>
                    <a:gd name="connsiteY4" fmla="*/ 776064 h 785589"/>
                    <a:gd name="connsiteX5" fmla="*/ 236232 w 351976"/>
                    <a:gd name="connsiteY5" fmla="*/ 785589 h 785589"/>
                    <a:gd name="connsiteX6" fmla="*/ 186416 w 351976"/>
                    <a:gd name="connsiteY6" fmla="*/ 644334 h 785589"/>
                    <a:gd name="connsiteX7" fmla="*/ 79736 w 351976"/>
                    <a:gd name="connsiteY7" fmla="*/ 503649 h 785589"/>
                    <a:gd name="connsiteX8" fmla="*/ 7155 w 351976"/>
                    <a:gd name="connsiteY8" fmla="*/ 380682 h 785589"/>
                    <a:gd name="connsiteX9" fmla="*/ 28682 w 351976"/>
                    <a:gd name="connsiteY9" fmla="*/ 187229 h 785589"/>
                    <a:gd name="connsiteX10" fmla="*/ 148030 w 351976"/>
                    <a:gd name="connsiteY10" fmla="*/ 31686 h 785589"/>
                    <a:gd name="connsiteX11" fmla="*/ 236327 w 351976"/>
                    <a:gd name="connsiteY11" fmla="*/ 63 h 78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1976" h="785589">
                      <a:moveTo>
                        <a:pt x="236327" y="63"/>
                      </a:moveTo>
                      <a:cubicBezTo>
                        <a:pt x="205942" y="81597"/>
                        <a:pt x="222992" y="159416"/>
                        <a:pt x="248233" y="234759"/>
                      </a:cubicBezTo>
                      <a:cubicBezTo>
                        <a:pt x="266045" y="288003"/>
                        <a:pt x="290620" y="339629"/>
                        <a:pt x="317385" y="389159"/>
                      </a:cubicBezTo>
                      <a:cubicBezTo>
                        <a:pt x="363485" y="474598"/>
                        <a:pt x="361581" y="560228"/>
                        <a:pt x="323100" y="645381"/>
                      </a:cubicBezTo>
                      <a:cubicBezTo>
                        <a:pt x="302430" y="691006"/>
                        <a:pt x="273093" y="732726"/>
                        <a:pt x="247471" y="776064"/>
                      </a:cubicBezTo>
                      <a:cubicBezTo>
                        <a:pt x="245757" y="779017"/>
                        <a:pt x="242042" y="780732"/>
                        <a:pt x="236232" y="785589"/>
                      </a:cubicBezTo>
                      <a:cubicBezTo>
                        <a:pt x="231945" y="732059"/>
                        <a:pt x="214991" y="685386"/>
                        <a:pt x="186416" y="644334"/>
                      </a:cubicBezTo>
                      <a:cubicBezTo>
                        <a:pt x="152793" y="596042"/>
                        <a:pt x="116312" y="549750"/>
                        <a:pt x="79736" y="503649"/>
                      </a:cubicBezTo>
                      <a:cubicBezTo>
                        <a:pt x="49827" y="465835"/>
                        <a:pt x="18681" y="429735"/>
                        <a:pt x="7155" y="380682"/>
                      </a:cubicBezTo>
                      <a:cubicBezTo>
                        <a:pt x="-8656" y="313245"/>
                        <a:pt x="3155" y="249332"/>
                        <a:pt x="28682" y="187229"/>
                      </a:cubicBezTo>
                      <a:cubicBezTo>
                        <a:pt x="54304" y="124935"/>
                        <a:pt x="92690" y="71119"/>
                        <a:pt x="148030" y="31686"/>
                      </a:cubicBezTo>
                      <a:cubicBezTo>
                        <a:pt x="173462" y="13588"/>
                        <a:pt x="201942" y="-1080"/>
                        <a:pt x="236327" y="6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09" name="任意多边形: 形状 354"/>
                <p:cNvSpPr/>
                <p:nvPr/>
              </p:nvSpPr>
              <p:spPr>
                <a:xfrm>
                  <a:off x="318568" y="5868720"/>
                  <a:ext cx="103717" cy="53631"/>
                </a:xfrm>
                <a:custGeom>
                  <a:avLst/>
                  <a:gdLst>
                    <a:gd name="connsiteX0" fmla="*/ 0 w 725995"/>
                    <a:gd name="connsiteY0" fmla="*/ 161662 h 375403"/>
                    <a:gd name="connsiteX1" fmla="*/ 185356 w 725995"/>
                    <a:gd name="connsiteY1" fmla="*/ 19550 h 375403"/>
                    <a:gd name="connsiteX2" fmla="*/ 414623 w 725995"/>
                    <a:gd name="connsiteY2" fmla="*/ 23645 h 375403"/>
                    <a:gd name="connsiteX3" fmla="*/ 622268 w 725995"/>
                    <a:gd name="connsiteY3" fmla="*/ 160996 h 375403"/>
                    <a:gd name="connsiteX4" fmla="*/ 725996 w 725995"/>
                    <a:gd name="connsiteY4" fmla="*/ 335399 h 375403"/>
                    <a:gd name="connsiteX5" fmla="*/ 288226 w 725995"/>
                    <a:gd name="connsiteY5" fmla="*/ 375403 h 375403"/>
                    <a:gd name="connsiteX6" fmla="*/ 0 w 725995"/>
                    <a:gd name="connsiteY6" fmla="*/ 161662 h 375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5995" h="375403">
                      <a:moveTo>
                        <a:pt x="0" y="161662"/>
                      </a:moveTo>
                      <a:cubicBezTo>
                        <a:pt x="49244" y="96702"/>
                        <a:pt x="109252" y="47648"/>
                        <a:pt x="185356" y="19550"/>
                      </a:cubicBezTo>
                      <a:cubicBezTo>
                        <a:pt x="262318" y="-8835"/>
                        <a:pt x="339471" y="-5311"/>
                        <a:pt x="414623" y="23645"/>
                      </a:cubicBezTo>
                      <a:cubicBezTo>
                        <a:pt x="493490" y="53935"/>
                        <a:pt x="564642" y="98036"/>
                        <a:pt x="622268" y="160996"/>
                      </a:cubicBezTo>
                      <a:cubicBezTo>
                        <a:pt x="668369" y="211383"/>
                        <a:pt x="705993" y="267295"/>
                        <a:pt x="725996" y="335399"/>
                      </a:cubicBezTo>
                      <a:cubicBezTo>
                        <a:pt x="570357" y="252436"/>
                        <a:pt x="428625" y="299299"/>
                        <a:pt x="288226" y="375403"/>
                      </a:cubicBezTo>
                      <a:cubicBezTo>
                        <a:pt x="226409" y="258341"/>
                        <a:pt x="116586" y="206525"/>
                        <a:pt x="0" y="16166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10" name="任意多边形: 形状 355"/>
                <p:cNvSpPr/>
                <p:nvPr/>
              </p:nvSpPr>
              <p:spPr>
                <a:xfrm>
                  <a:off x="428409" y="6050358"/>
                  <a:ext cx="54864" cy="98709"/>
                </a:xfrm>
                <a:custGeom>
                  <a:avLst/>
                  <a:gdLst>
                    <a:gd name="connsiteX0" fmla="*/ 0 w 384032"/>
                    <a:gd name="connsiteY0" fmla="*/ 0 h 690943"/>
                    <a:gd name="connsiteX1" fmla="*/ 94488 w 384032"/>
                    <a:gd name="connsiteY1" fmla="*/ 12763 h 690943"/>
                    <a:gd name="connsiteX2" fmla="*/ 269462 w 384032"/>
                    <a:gd name="connsiteY2" fmla="*/ 101156 h 690943"/>
                    <a:gd name="connsiteX3" fmla="*/ 363093 w 384032"/>
                    <a:gd name="connsiteY3" fmla="*/ 263271 h 690943"/>
                    <a:gd name="connsiteX4" fmla="*/ 338423 w 384032"/>
                    <a:gd name="connsiteY4" fmla="*/ 623126 h 690943"/>
                    <a:gd name="connsiteX5" fmla="*/ 301276 w 384032"/>
                    <a:gd name="connsiteY5" fmla="*/ 690943 h 690943"/>
                    <a:gd name="connsiteX6" fmla="*/ 4000 w 384032"/>
                    <a:gd name="connsiteY6" fmla="*/ 362045 h 690943"/>
                    <a:gd name="connsiteX7" fmla="*/ 0 w 384032"/>
                    <a:gd name="connsiteY7" fmla="*/ 0 h 690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32" h="690943">
                      <a:moveTo>
                        <a:pt x="0" y="0"/>
                      </a:moveTo>
                      <a:cubicBezTo>
                        <a:pt x="33718" y="4381"/>
                        <a:pt x="64484" y="6572"/>
                        <a:pt x="94488" y="12763"/>
                      </a:cubicBezTo>
                      <a:cubicBezTo>
                        <a:pt x="160591" y="26384"/>
                        <a:pt x="220503" y="54578"/>
                        <a:pt x="269462" y="101156"/>
                      </a:cubicBezTo>
                      <a:cubicBezTo>
                        <a:pt x="316230" y="145542"/>
                        <a:pt x="345948" y="200882"/>
                        <a:pt x="363093" y="263271"/>
                      </a:cubicBezTo>
                      <a:cubicBezTo>
                        <a:pt x="396907" y="386239"/>
                        <a:pt x="390525" y="506349"/>
                        <a:pt x="338423" y="623126"/>
                      </a:cubicBezTo>
                      <a:cubicBezTo>
                        <a:pt x="328613" y="645224"/>
                        <a:pt x="315182" y="665702"/>
                        <a:pt x="301276" y="690943"/>
                      </a:cubicBezTo>
                      <a:cubicBezTo>
                        <a:pt x="273177" y="513302"/>
                        <a:pt x="149066" y="429292"/>
                        <a:pt x="4000" y="362045"/>
                      </a:cubicBezTo>
                      <a:cubicBezTo>
                        <a:pt x="60770" y="242887"/>
                        <a:pt x="34290" y="124016"/>
                        <a:pt x="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11" name="任意多边形: 形状 356"/>
                <p:cNvSpPr/>
                <p:nvPr/>
              </p:nvSpPr>
              <p:spPr>
                <a:xfrm>
                  <a:off x="383326" y="6178174"/>
                  <a:ext cx="53259" cy="106057"/>
                </a:xfrm>
                <a:custGeom>
                  <a:avLst/>
                  <a:gdLst>
                    <a:gd name="connsiteX0" fmla="*/ 79915 w 372803"/>
                    <a:gd name="connsiteY0" fmla="*/ 742188 h 742373"/>
                    <a:gd name="connsiteX1" fmla="*/ 107918 w 372803"/>
                    <a:gd name="connsiteY1" fmla="*/ 556736 h 742373"/>
                    <a:gd name="connsiteX2" fmla="*/ 4667 w 372803"/>
                    <a:gd name="connsiteY2" fmla="*/ 315944 h 742373"/>
                    <a:gd name="connsiteX3" fmla="*/ 0 w 372803"/>
                    <a:gd name="connsiteY3" fmla="*/ 307562 h 742373"/>
                    <a:gd name="connsiteX4" fmla="*/ 184785 w 372803"/>
                    <a:gd name="connsiteY4" fmla="*/ 0 h 742373"/>
                    <a:gd name="connsiteX5" fmla="*/ 365570 w 372803"/>
                    <a:gd name="connsiteY5" fmla="*/ 241459 h 742373"/>
                    <a:gd name="connsiteX6" fmla="*/ 313754 w 372803"/>
                    <a:gd name="connsiteY6" fmla="*/ 520065 h 742373"/>
                    <a:gd name="connsiteX7" fmla="*/ 103346 w 372803"/>
                    <a:gd name="connsiteY7" fmla="*/ 734187 h 742373"/>
                    <a:gd name="connsiteX8" fmla="*/ 86773 w 372803"/>
                    <a:gd name="connsiteY8" fmla="*/ 742093 h 742373"/>
                    <a:gd name="connsiteX9" fmla="*/ 79915 w 372803"/>
                    <a:gd name="connsiteY9" fmla="*/ 742188 h 74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803" h="742373">
                      <a:moveTo>
                        <a:pt x="79915" y="742188"/>
                      </a:moveTo>
                      <a:cubicBezTo>
                        <a:pt x="115157" y="683133"/>
                        <a:pt x="115919" y="620173"/>
                        <a:pt x="107918" y="556736"/>
                      </a:cubicBezTo>
                      <a:cubicBezTo>
                        <a:pt x="96678" y="466915"/>
                        <a:pt x="57912" y="388144"/>
                        <a:pt x="4667" y="315944"/>
                      </a:cubicBezTo>
                      <a:cubicBezTo>
                        <a:pt x="2953" y="313658"/>
                        <a:pt x="1810" y="310896"/>
                        <a:pt x="0" y="307562"/>
                      </a:cubicBezTo>
                      <a:cubicBezTo>
                        <a:pt x="110776" y="235458"/>
                        <a:pt x="150209" y="120587"/>
                        <a:pt x="184785" y="0"/>
                      </a:cubicBezTo>
                      <a:cubicBezTo>
                        <a:pt x="276606" y="59912"/>
                        <a:pt x="342900" y="134969"/>
                        <a:pt x="365570" y="241459"/>
                      </a:cubicBezTo>
                      <a:cubicBezTo>
                        <a:pt x="386810" y="340900"/>
                        <a:pt x="358807" y="432435"/>
                        <a:pt x="313754" y="520065"/>
                      </a:cubicBezTo>
                      <a:cubicBezTo>
                        <a:pt x="265843" y="613124"/>
                        <a:pt x="196596" y="685514"/>
                        <a:pt x="103346" y="734187"/>
                      </a:cubicBezTo>
                      <a:cubicBezTo>
                        <a:pt x="97917" y="737044"/>
                        <a:pt x="92393" y="739616"/>
                        <a:pt x="86773" y="742093"/>
                      </a:cubicBezTo>
                      <a:cubicBezTo>
                        <a:pt x="85630" y="742664"/>
                        <a:pt x="84011" y="742188"/>
                        <a:pt x="79915" y="742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12" name="任意多边形: 形状 357"/>
                <p:cNvSpPr/>
                <p:nvPr/>
              </p:nvSpPr>
              <p:spPr>
                <a:xfrm>
                  <a:off x="399737" y="5986267"/>
                  <a:ext cx="78908" cy="78515"/>
                </a:xfrm>
                <a:custGeom>
                  <a:avLst/>
                  <a:gdLst>
                    <a:gd name="connsiteX0" fmla="*/ 543782 w 552338"/>
                    <a:gd name="connsiteY0" fmla="*/ 549589 h 549588"/>
                    <a:gd name="connsiteX1" fmla="*/ 141637 w 552338"/>
                    <a:gd name="connsiteY1" fmla="*/ 366423 h 549588"/>
                    <a:gd name="connsiteX2" fmla="*/ 0 w 552338"/>
                    <a:gd name="connsiteY2" fmla="*/ 33715 h 549588"/>
                    <a:gd name="connsiteX3" fmla="*/ 80582 w 552338"/>
                    <a:gd name="connsiteY3" fmla="*/ 9616 h 549588"/>
                    <a:gd name="connsiteX4" fmla="*/ 375571 w 552338"/>
                    <a:gd name="connsiteY4" fmla="*/ 73148 h 549588"/>
                    <a:gd name="connsiteX5" fmla="*/ 511493 w 552338"/>
                    <a:gd name="connsiteY5" fmla="*/ 263839 h 549588"/>
                    <a:gd name="connsiteX6" fmla="*/ 552259 w 552338"/>
                    <a:gd name="connsiteY6" fmla="*/ 457101 h 549588"/>
                    <a:gd name="connsiteX7" fmla="*/ 543782 w 552338"/>
                    <a:gd name="connsiteY7" fmla="*/ 549589 h 54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338" h="549588">
                      <a:moveTo>
                        <a:pt x="543782" y="549589"/>
                      </a:moveTo>
                      <a:cubicBezTo>
                        <a:pt x="480060" y="430812"/>
                        <a:pt x="309086" y="360136"/>
                        <a:pt x="141637" y="366423"/>
                      </a:cubicBezTo>
                      <a:cubicBezTo>
                        <a:pt x="148304" y="234978"/>
                        <a:pt x="80867" y="134489"/>
                        <a:pt x="0" y="33715"/>
                      </a:cubicBezTo>
                      <a:cubicBezTo>
                        <a:pt x="28384" y="25142"/>
                        <a:pt x="54102" y="15236"/>
                        <a:pt x="80582" y="9616"/>
                      </a:cubicBezTo>
                      <a:cubicBezTo>
                        <a:pt x="188119" y="-13148"/>
                        <a:pt x="288607" y="3139"/>
                        <a:pt x="375571" y="73148"/>
                      </a:cubicBezTo>
                      <a:cubicBezTo>
                        <a:pt x="438150" y="123535"/>
                        <a:pt x="479203" y="191068"/>
                        <a:pt x="511493" y="263839"/>
                      </a:cubicBezTo>
                      <a:cubicBezTo>
                        <a:pt x="538734" y="325275"/>
                        <a:pt x="550164" y="390521"/>
                        <a:pt x="552259" y="457101"/>
                      </a:cubicBezTo>
                      <a:cubicBezTo>
                        <a:pt x="553117" y="487676"/>
                        <a:pt x="546830" y="518632"/>
                        <a:pt x="543782" y="5495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13" name="任意多边形: 形状 358"/>
                <p:cNvSpPr/>
                <p:nvPr/>
              </p:nvSpPr>
              <p:spPr>
                <a:xfrm>
                  <a:off x="212347" y="5801627"/>
                  <a:ext cx="102656" cy="53829"/>
                </a:xfrm>
                <a:custGeom>
                  <a:avLst/>
                  <a:gdLst>
                    <a:gd name="connsiteX0" fmla="*/ 715899 w 718566"/>
                    <a:gd name="connsiteY0" fmla="*/ 117235 h 376791"/>
                    <a:gd name="connsiteX1" fmla="*/ 485775 w 718566"/>
                    <a:gd name="connsiteY1" fmla="*/ 212485 h 376791"/>
                    <a:gd name="connsiteX2" fmla="*/ 373094 w 718566"/>
                    <a:gd name="connsiteY2" fmla="*/ 359551 h 376791"/>
                    <a:gd name="connsiteX3" fmla="*/ 362808 w 718566"/>
                    <a:gd name="connsiteY3" fmla="*/ 376791 h 376791"/>
                    <a:gd name="connsiteX4" fmla="*/ 0 w 718566"/>
                    <a:gd name="connsiteY4" fmla="*/ 343644 h 376791"/>
                    <a:gd name="connsiteX5" fmla="*/ 31718 w 718566"/>
                    <a:gd name="connsiteY5" fmla="*/ 228487 h 376791"/>
                    <a:gd name="connsiteX6" fmla="*/ 232696 w 718566"/>
                    <a:gd name="connsiteY6" fmla="*/ 25985 h 376791"/>
                    <a:gd name="connsiteX7" fmla="*/ 443770 w 718566"/>
                    <a:gd name="connsiteY7" fmla="*/ 2744 h 376791"/>
                    <a:gd name="connsiteX8" fmla="*/ 626269 w 718566"/>
                    <a:gd name="connsiteY8" fmla="*/ 54465 h 376791"/>
                    <a:gd name="connsiteX9" fmla="*/ 718566 w 718566"/>
                    <a:gd name="connsiteY9" fmla="*/ 111425 h 376791"/>
                    <a:gd name="connsiteX10" fmla="*/ 715899 w 718566"/>
                    <a:gd name="connsiteY10" fmla="*/ 117235 h 376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8566" h="376791">
                      <a:moveTo>
                        <a:pt x="715899" y="117235"/>
                      </a:moveTo>
                      <a:cubicBezTo>
                        <a:pt x="623792" y="111710"/>
                        <a:pt x="551307" y="154097"/>
                        <a:pt x="485775" y="212485"/>
                      </a:cubicBezTo>
                      <a:cubicBezTo>
                        <a:pt x="439008" y="254204"/>
                        <a:pt x="402622" y="304401"/>
                        <a:pt x="373094" y="359551"/>
                      </a:cubicBezTo>
                      <a:cubicBezTo>
                        <a:pt x="369951" y="365456"/>
                        <a:pt x="366236" y="371076"/>
                        <a:pt x="362808" y="376791"/>
                      </a:cubicBezTo>
                      <a:cubicBezTo>
                        <a:pt x="249460" y="307163"/>
                        <a:pt x="128874" y="322118"/>
                        <a:pt x="0" y="343644"/>
                      </a:cubicBezTo>
                      <a:cubicBezTo>
                        <a:pt x="11240" y="301925"/>
                        <a:pt x="18193" y="263920"/>
                        <a:pt x="31718" y="228487"/>
                      </a:cubicBezTo>
                      <a:cubicBezTo>
                        <a:pt x="68675" y="131999"/>
                        <a:pt x="133160" y="60371"/>
                        <a:pt x="232696" y="25985"/>
                      </a:cubicBezTo>
                      <a:cubicBezTo>
                        <a:pt x="300990" y="2363"/>
                        <a:pt x="371285" y="-4495"/>
                        <a:pt x="443770" y="2744"/>
                      </a:cubicBezTo>
                      <a:cubicBezTo>
                        <a:pt x="508159" y="9221"/>
                        <a:pt x="569214" y="25128"/>
                        <a:pt x="626269" y="54465"/>
                      </a:cubicBezTo>
                      <a:cubicBezTo>
                        <a:pt x="658368" y="70943"/>
                        <a:pt x="687896" y="92279"/>
                        <a:pt x="718566" y="111425"/>
                      </a:cubicBezTo>
                      <a:cubicBezTo>
                        <a:pt x="717804" y="113234"/>
                        <a:pt x="716852" y="115235"/>
                        <a:pt x="715899" y="1172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14" name="任意多边形: 形状 359"/>
                <p:cNvSpPr/>
                <p:nvPr/>
              </p:nvSpPr>
              <p:spPr>
                <a:xfrm>
                  <a:off x="415223" y="6118736"/>
                  <a:ext cx="53907" cy="106534"/>
                </a:xfrm>
                <a:custGeom>
                  <a:avLst/>
                  <a:gdLst>
                    <a:gd name="connsiteX0" fmla="*/ 159544 w 377338"/>
                    <a:gd name="connsiteY0" fmla="*/ 745712 h 745712"/>
                    <a:gd name="connsiteX1" fmla="*/ 33718 w 377338"/>
                    <a:gd name="connsiteY1" fmla="*/ 362617 h 745712"/>
                    <a:gd name="connsiteX2" fmla="*/ 0 w 377338"/>
                    <a:gd name="connsiteY2" fmla="*/ 336423 h 745712"/>
                    <a:gd name="connsiteX3" fmla="*/ 136112 w 377338"/>
                    <a:gd name="connsiteY3" fmla="*/ 0 h 745712"/>
                    <a:gd name="connsiteX4" fmla="*/ 236029 w 377338"/>
                    <a:gd name="connsiteY4" fmla="*/ 53435 h 745712"/>
                    <a:gd name="connsiteX5" fmla="*/ 373666 w 377338"/>
                    <a:gd name="connsiteY5" fmla="*/ 274511 h 745712"/>
                    <a:gd name="connsiteX6" fmla="*/ 346043 w 377338"/>
                    <a:gd name="connsiteY6" fmla="*/ 499682 h 745712"/>
                    <a:gd name="connsiteX7" fmla="*/ 178594 w 377338"/>
                    <a:gd name="connsiteY7" fmla="*/ 733044 h 745712"/>
                    <a:gd name="connsiteX8" fmla="*/ 159544 w 377338"/>
                    <a:gd name="connsiteY8" fmla="*/ 745712 h 74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338" h="745712">
                      <a:moveTo>
                        <a:pt x="159544" y="745712"/>
                      </a:moveTo>
                      <a:cubicBezTo>
                        <a:pt x="195167" y="591408"/>
                        <a:pt x="132207" y="471011"/>
                        <a:pt x="33718" y="362617"/>
                      </a:cubicBezTo>
                      <a:cubicBezTo>
                        <a:pt x="24669" y="352616"/>
                        <a:pt x="12192" y="345758"/>
                        <a:pt x="0" y="336423"/>
                      </a:cubicBezTo>
                      <a:cubicBezTo>
                        <a:pt x="101346" y="242030"/>
                        <a:pt x="123349" y="123920"/>
                        <a:pt x="136112" y="0"/>
                      </a:cubicBezTo>
                      <a:cubicBezTo>
                        <a:pt x="174117" y="9811"/>
                        <a:pt x="205644" y="30956"/>
                        <a:pt x="236029" y="53435"/>
                      </a:cubicBezTo>
                      <a:cubicBezTo>
                        <a:pt x="310801" y="108871"/>
                        <a:pt x="361093" y="180880"/>
                        <a:pt x="373666" y="274511"/>
                      </a:cubicBezTo>
                      <a:cubicBezTo>
                        <a:pt x="384048" y="351473"/>
                        <a:pt x="371665" y="426720"/>
                        <a:pt x="346043" y="499682"/>
                      </a:cubicBezTo>
                      <a:cubicBezTo>
                        <a:pt x="312991" y="593598"/>
                        <a:pt x="258223" y="672370"/>
                        <a:pt x="178594" y="733044"/>
                      </a:cubicBezTo>
                      <a:cubicBezTo>
                        <a:pt x="172688" y="737616"/>
                        <a:pt x="166211" y="741331"/>
                        <a:pt x="159544" y="7457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15" name="任意多边形: 形状 360"/>
                <p:cNvSpPr/>
                <p:nvPr/>
              </p:nvSpPr>
              <p:spPr>
                <a:xfrm>
                  <a:off x="264001" y="5830889"/>
                  <a:ext cx="106901" cy="53183"/>
                </a:xfrm>
                <a:custGeom>
                  <a:avLst/>
                  <a:gdLst>
                    <a:gd name="connsiteX0" fmla="*/ 0 w 748283"/>
                    <a:gd name="connsiteY0" fmla="*/ 252924 h 372272"/>
                    <a:gd name="connsiteX1" fmla="*/ 217361 w 748283"/>
                    <a:gd name="connsiteY1" fmla="*/ 19276 h 372272"/>
                    <a:gd name="connsiteX2" fmla="*/ 390715 w 748283"/>
                    <a:gd name="connsiteY2" fmla="*/ 3369 h 372272"/>
                    <a:gd name="connsiteX3" fmla="*/ 553212 w 748283"/>
                    <a:gd name="connsiteY3" fmla="*/ 46327 h 372272"/>
                    <a:gd name="connsiteX4" fmla="*/ 748284 w 748283"/>
                    <a:gd name="connsiteY4" fmla="*/ 203013 h 372272"/>
                    <a:gd name="connsiteX5" fmla="*/ 340519 w 748283"/>
                    <a:gd name="connsiteY5" fmla="*/ 372272 h 372272"/>
                    <a:gd name="connsiteX6" fmla="*/ 0 w 748283"/>
                    <a:gd name="connsiteY6" fmla="*/ 252924 h 37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8283" h="372272">
                      <a:moveTo>
                        <a:pt x="0" y="252924"/>
                      </a:moveTo>
                      <a:cubicBezTo>
                        <a:pt x="43434" y="145482"/>
                        <a:pt x="107442" y="60710"/>
                        <a:pt x="217361" y="19276"/>
                      </a:cubicBezTo>
                      <a:cubicBezTo>
                        <a:pt x="273463" y="-1870"/>
                        <a:pt x="331565" y="-2917"/>
                        <a:pt x="390715" y="3369"/>
                      </a:cubicBezTo>
                      <a:cubicBezTo>
                        <a:pt x="447294" y="9370"/>
                        <a:pt x="501396" y="23372"/>
                        <a:pt x="553212" y="46327"/>
                      </a:cubicBezTo>
                      <a:cubicBezTo>
                        <a:pt x="631603" y="80998"/>
                        <a:pt x="696182" y="133195"/>
                        <a:pt x="748284" y="203013"/>
                      </a:cubicBezTo>
                      <a:cubicBezTo>
                        <a:pt x="574262" y="170533"/>
                        <a:pt x="451199" y="255686"/>
                        <a:pt x="340519" y="372272"/>
                      </a:cubicBezTo>
                      <a:cubicBezTo>
                        <a:pt x="248412" y="277403"/>
                        <a:pt x="127159" y="261497"/>
                        <a:pt x="0" y="25292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16" name="任意多边形: 形状 361"/>
                <p:cNvSpPr/>
                <p:nvPr/>
              </p:nvSpPr>
              <p:spPr>
                <a:xfrm>
                  <a:off x="372549" y="5921215"/>
                  <a:ext cx="87816" cy="69310"/>
                </a:xfrm>
                <a:custGeom>
                  <a:avLst/>
                  <a:gdLst>
                    <a:gd name="connsiteX0" fmla="*/ 611886 w 614691"/>
                    <a:gd name="connsiteY0" fmla="*/ 485154 h 485153"/>
                    <a:gd name="connsiteX1" fmla="*/ 235458 w 614691"/>
                    <a:gd name="connsiteY1" fmla="*/ 362186 h 485153"/>
                    <a:gd name="connsiteX2" fmla="*/ 187738 w 614691"/>
                    <a:gd name="connsiteY2" fmla="*/ 367520 h 485153"/>
                    <a:gd name="connsiteX3" fmla="*/ 120301 w 614691"/>
                    <a:gd name="connsiteY3" fmla="*/ 198642 h 485153"/>
                    <a:gd name="connsiteX4" fmla="*/ 0 w 614691"/>
                    <a:gd name="connsiteY4" fmla="*/ 62530 h 485153"/>
                    <a:gd name="connsiteX5" fmla="*/ 138208 w 614691"/>
                    <a:gd name="connsiteY5" fmla="*/ 7475 h 485153"/>
                    <a:gd name="connsiteX6" fmla="*/ 450247 w 614691"/>
                    <a:gd name="connsiteY6" fmla="*/ 102725 h 485153"/>
                    <a:gd name="connsiteX7" fmla="*/ 614648 w 614691"/>
                    <a:gd name="connsiteY7" fmla="*/ 464199 h 485153"/>
                    <a:gd name="connsiteX8" fmla="*/ 613886 w 614691"/>
                    <a:gd name="connsiteY8" fmla="*/ 482487 h 485153"/>
                    <a:gd name="connsiteX9" fmla="*/ 611886 w 614691"/>
                    <a:gd name="connsiteY9" fmla="*/ 485154 h 485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4691" h="485153">
                      <a:moveTo>
                        <a:pt x="611886" y="485154"/>
                      </a:moveTo>
                      <a:cubicBezTo>
                        <a:pt x="511016" y="367901"/>
                        <a:pt x="378524" y="348946"/>
                        <a:pt x="235458" y="362186"/>
                      </a:cubicBezTo>
                      <a:cubicBezTo>
                        <a:pt x="219742" y="363615"/>
                        <a:pt x="204216" y="365710"/>
                        <a:pt x="187738" y="367520"/>
                      </a:cubicBezTo>
                      <a:cubicBezTo>
                        <a:pt x="183928" y="302369"/>
                        <a:pt x="158115" y="247029"/>
                        <a:pt x="120301" y="198642"/>
                      </a:cubicBezTo>
                      <a:cubicBezTo>
                        <a:pt x="83344" y="151398"/>
                        <a:pt x="40958" y="108440"/>
                        <a:pt x="0" y="62530"/>
                      </a:cubicBezTo>
                      <a:cubicBezTo>
                        <a:pt x="41529" y="37479"/>
                        <a:pt x="87630" y="17476"/>
                        <a:pt x="138208" y="7475"/>
                      </a:cubicBezTo>
                      <a:cubicBezTo>
                        <a:pt x="259271" y="-16337"/>
                        <a:pt x="361950" y="17095"/>
                        <a:pt x="450247" y="102725"/>
                      </a:cubicBezTo>
                      <a:cubicBezTo>
                        <a:pt x="552640" y="202071"/>
                        <a:pt x="609219" y="321324"/>
                        <a:pt x="614648" y="464199"/>
                      </a:cubicBezTo>
                      <a:cubicBezTo>
                        <a:pt x="614839" y="470295"/>
                        <a:pt x="614363" y="476391"/>
                        <a:pt x="613886" y="482487"/>
                      </a:cubicBezTo>
                      <a:cubicBezTo>
                        <a:pt x="613981" y="483630"/>
                        <a:pt x="612362" y="484678"/>
                        <a:pt x="611886" y="4851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17" name="任意多边形: 形状 362"/>
                <p:cNvSpPr/>
                <p:nvPr/>
              </p:nvSpPr>
              <p:spPr>
                <a:xfrm>
                  <a:off x="341905" y="6240306"/>
                  <a:ext cx="47499" cy="90423"/>
                </a:xfrm>
                <a:custGeom>
                  <a:avLst/>
                  <a:gdLst>
                    <a:gd name="connsiteX0" fmla="*/ 5620 w 332481"/>
                    <a:gd name="connsiteY0" fmla="*/ 632936 h 632936"/>
                    <a:gd name="connsiteX1" fmla="*/ 0 w 332481"/>
                    <a:gd name="connsiteY1" fmla="*/ 239649 h 632936"/>
                    <a:gd name="connsiteX2" fmla="*/ 207454 w 332481"/>
                    <a:gd name="connsiteY2" fmla="*/ 0 h 632936"/>
                    <a:gd name="connsiteX3" fmla="*/ 304609 w 332481"/>
                    <a:gd name="connsiteY3" fmla="*/ 125444 h 632936"/>
                    <a:gd name="connsiteX4" fmla="*/ 249460 w 332481"/>
                    <a:gd name="connsiteY4" fmla="*/ 465772 h 632936"/>
                    <a:gd name="connsiteX5" fmla="*/ 37909 w 332481"/>
                    <a:gd name="connsiteY5" fmla="*/ 624554 h 632936"/>
                    <a:gd name="connsiteX6" fmla="*/ 5620 w 332481"/>
                    <a:gd name="connsiteY6" fmla="*/ 632936 h 632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2481" h="632936">
                      <a:moveTo>
                        <a:pt x="5620" y="632936"/>
                      </a:moveTo>
                      <a:cubicBezTo>
                        <a:pt x="86582" y="499205"/>
                        <a:pt x="55816" y="370046"/>
                        <a:pt x="0" y="239649"/>
                      </a:cubicBezTo>
                      <a:cubicBezTo>
                        <a:pt x="106108" y="193453"/>
                        <a:pt x="159734" y="100774"/>
                        <a:pt x="207454" y="0"/>
                      </a:cubicBezTo>
                      <a:cubicBezTo>
                        <a:pt x="250031" y="35147"/>
                        <a:pt x="282416" y="76581"/>
                        <a:pt x="304609" y="125444"/>
                      </a:cubicBezTo>
                      <a:cubicBezTo>
                        <a:pt x="361569" y="250793"/>
                        <a:pt x="325279" y="361950"/>
                        <a:pt x="249460" y="465772"/>
                      </a:cubicBezTo>
                      <a:cubicBezTo>
                        <a:pt x="195263" y="539972"/>
                        <a:pt x="125254" y="594169"/>
                        <a:pt x="37909" y="624554"/>
                      </a:cubicBezTo>
                      <a:cubicBezTo>
                        <a:pt x="28099" y="627983"/>
                        <a:pt x="17716" y="629793"/>
                        <a:pt x="5620" y="63293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18" name="任意多边形: 形状 363"/>
                <p:cNvSpPr/>
                <p:nvPr/>
              </p:nvSpPr>
              <p:spPr>
                <a:xfrm>
                  <a:off x="282154" y="6285824"/>
                  <a:ext cx="59293" cy="79047"/>
                </a:xfrm>
                <a:custGeom>
                  <a:avLst/>
                  <a:gdLst>
                    <a:gd name="connsiteX0" fmla="*/ 0 w 415039"/>
                    <a:gd name="connsiteY0" fmla="*/ 553307 h 553307"/>
                    <a:gd name="connsiteX1" fmla="*/ 102965 w 415039"/>
                    <a:gd name="connsiteY1" fmla="*/ 331280 h 553307"/>
                    <a:gd name="connsiteX2" fmla="*/ 94583 w 415039"/>
                    <a:gd name="connsiteY2" fmla="*/ 193167 h 553307"/>
                    <a:gd name="connsiteX3" fmla="*/ 103822 w 415039"/>
                    <a:gd name="connsiteY3" fmla="*/ 175641 h 553307"/>
                    <a:gd name="connsiteX4" fmla="*/ 344805 w 415039"/>
                    <a:gd name="connsiteY4" fmla="*/ 4953 h 553307"/>
                    <a:gd name="connsiteX5" fmla="*/ 351854 w 415039"/>
                    <a:gd name="connsiteY5" fmla="*/ 0 h 553307"/>
                    <a:gd name="connsiteX6" fmla="*/ 414338 w 415039"/>
                    <a:gd name="connsiteY6" fmla="*/ 215837 h 553307"/>
                    <a:gd name="connsiteX7" fmla="*/ 315944 w 415039"/>
                    <a:gd name="connsiteY7" fmla="*/ 414814 h 553307"/>
                    <a:gd name="connsiteX8" fmla="*/ 58960 w 415039"/>
                    <a:gd name="connsiteY8" fmla="*/ 550259 h 553307"/>
                    <a:gd name="connsiteX9" fmla="*/ 0 w 415039"/>
                    <a:gd name="connsiteY9" fmla="*/ 553307 h 553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5039" h="553307">
                      <a:moveTo>
                        <a:pt x="0" y="553307"/>
                      </a:moveTo>
                      <a:cubicBezTo>
                        <a:pt x="70580" y="492347"/>
                        <a:pt x="94774" y="416338"/>
                        <a:pt x="102965" y="331280"/>
                      </a:cubicBezTo>
                      <a:cubicBezTo>
                        <a:pt x="107442" y="284131"/>
                        <a:pt x="103251" y="238887"/>
                        <a:pt x="94583" y="193167"/>
                      </a:cubicBezTo>
                      <a:cubicBezTo>
                        <a:pt x="93536" y="187833"/>
                        <a:pt x="99536" y="176498"/>
                        <a:pt x="103822" y="175641"/>
                      </a:cubicBezTo>
                      <a:cubicBezTo>
                        <a:pt x="209645" y="154496"/>
                        <a:pt x="280321" y="84296"/>
                        <a:pt x="344805" y="4953"/>
                      </a:cubicBezTo>
                      <a:cubicBezTo>
                        <a:pt x="346138" y="3334"/>
                        <a:pt x="348424" y="2381"/>
                        <a:pt x="351854" y="0"/>
                      </a:cubicBezTo>
                      <a:cubicBezTo>
                        <a:pt x="395192" y="66008"/>
                        <a:pt x="419576" y="136493"/>
                        <a:pt x="414338" y="215837"/>
                      </a:cubicBezTo>
                      <a:cubicBezTo>
                        <a:pt x="409099" y="295751"/>
                        <a:pt x="370713" y="359093"/>
                        <a:pt x="315944" y="414814"/>
                      </a:cubicBezTo>
                      <a:cubicBezTo>
                        <a:pt x="244602" y="487489"/>
                        <a:pt x="159448" y="533400"/>
                        <a:pt x="58960" y="550259"/>
                      </a:cubicBezTo>
                      <a:cubicBezTo>
                        <a:pt x="41243" y="553212"/>
                        <a:pt x="22955" y="552260"/>
                        <a:pt x="0" y="55330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19" name="任意多边形: 形状 364"/>
                <p:cNvSpPr/>
                <p:nvPr/>
              </p:nvSpPr>
              <p:spPr>
                <a:xfrm>
                  <a:off x="220702" y="6317788"/>
                  <a:ext cx="65756" cy="67727"/>
                </a:xfrm>
                <a:custGeom>
                  <a:avLst/>
                  <a:gdLst>
                    <a:gd name="connsiteX0" fmla="*/ 152305 w 460274"/>
                    <a:gd name="connsiteY0" fmla="*/ 123635 h 474076"/>
                    <a:gd name="connsiteX1" fmla="*/ 429101 w 460274"/>
                    <a:gd name="connsiteY1" fmla="*/ 0 h 474076"/>
                    <a:gd name="connsiteX2" fmla="*/ 459962 w 460274"/>
                    <a:gd name="connsiteY2" fmla="*/ 158782 h 474076"/>
                    <a:gd name="connsiteX3" fmla="*/ 289274 w 460274"/>
                    <a:gd name="connsiteY3" fmla="*/ 413100 h 474076"/>
                    <a:gd name="connsiteX4" fmla="*/ 52959 w 460274"/>
                    <a:gd name="connsiteY4" fmla="*/ 473678 h 474076"/>
                    <a:gd name="connsiteX5" fmla="*/ 0 w 460274"/>
                    <a:gd name="connsiteY5" fmla="*/ 467678 h 474076"/>
                    <a:gd name="connsiteX6" fmla="*/ 152305 w 460274"/>
                    <a:gd name="connsiteY6" fmla="*/ 123635 h 47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274" h="474076">
                      <a:moveTo>
                        <a:pt x="152305" y="123635"/>
                      </a:moveTo>
                      <a:cubicBezTo>
                        <a:pt x="264986" y="128016"/>
                        <a:pt x="346996" y="66961"/>
                        <a:pt x="429101" y="0"/>
                      </a:cubicBezTo>
                      <a:cubicBezTo>
                        <a:pt x="452914" y="50768"/>
                        <a:pt x="462153" y="103632"/>
                        <a:pt x="459962" y="158782"/>
                      </a:cubicBezTo>
                      <a:cubicBezTo>
                        <a:pt x="455105" y="278416"/>
                        <a:pt x="386048" y="355664"/>
                        <a:pt x="289274" y="413100"/>
                      </a:cubicBezTo>
                      <a:cubicBezTo>
                        <a:pt x="216789" y="456152"/>
                        <a:pt x="137731" y="477298"/>
                        <a:pt x="52959" y="473678"/>
                      </a:cubicBezTo>
                      <a:cubicBezTo>
                        <a:pt x="36576" y="473012"/>
                        <a:pt x="20193" y="470059"/>
                        <a:pt x="0" y="467678"/>
                      </a:cubicBezTo>
                      <a:cubicBezTo>
                        <a:pt x="126492" y="383286"/>
                        <a:pt x="150495" y="258128"/>
                        <a:pt x="152305" y="1236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nvGrpSpPr>
              <p:cNvPr id="520" name="组合 519"/>
              <p:cNvGrpSpPr/>
              <p:nvPr/>
            </p:nvGrpSpPr>
            <p:grpSpPr>
              <a:xfrm rot="0">
                <a:off x="2324" y="3051"/>
                <a:ext cx="622" cy="1153"/>
                <a:chOff x="-373187" y="5709433"/>
                <a:chExt cx="395237" cy="732484"/>
              </a:xfrm>
              <a:gradFill>
                <a:gsLst>
                  <a:gs pos="65000">
                    <a:srgbClr val="FFCD69"/>
                  </a:gs>
                  <a:gs pos="0">
                    <a:srgbClr val="FFCD69">
                      <a:lumMod val="60000"/>
                      <a:lumOff val="40000"/>
                    </a:srgbClr>
                  </a:gs>
                </a:gsLst>
                <a:lin ang="16200000" scaled="1"/>
              </a:gradFill>
            </p:grpSpPr>
            <p:sp>
              <p:nvSpPr>
                <p:cNvPr id="521" name="任意多边形: 形状 319"/>
                <p:cNvSpPr/>
                <p:nvPr/>
              </p:nvSpPr>
              <p:spPr>
                <a:xfrm>
                  <a:off x="-373187" y="6113394"/>
                  <a:ext cx="84571" cy="83409"/>
                </a:xfrm>
                <a:custGeom>
                  <a:avLst/>
                  <a:gdLst>
                    <a:gd name="connsiteX0" fmla="*/ 0 w 591978"/>
                    <a:gd name="connsiteY0" fmla="*/ 56729 h 583842"/>
                    <a:gd name="connsiteX1" fmla="*/ 13716 w 591978"/>
                    <a:gd name="connsiteY1" fmla="*/ 51014 h 583842"/>
                    <a:gd name="connsiteX2" fmla="*/ 209360 w 591978"/>
                    <a:gd name="connsiteY2" fmla="*/ 3008 h 583842"/>
                    <a:gd name="connsiteX3" fmla="*/ 384524 w 591978"/>
                    <a:gd name="connsiteY3" fmla="*/ 76731 h 583842"/>
                    <a:gd name="connsiteX4" fmla="*/ 479203 w 591978"/>
                    <a:gd name="connsiteY4" fmla="*/ 256658 h 583842"/>
                    <a:gd name="connsiteX5" fmla="*/ 516636 w 591978"/>
                    <a:gd name="connsiteY5" fmla="*/ 435252 h 583842"/>
                    <a:gd name="connsiteX6" fmla="*/ 591979 w 591978"/>
                    <a:gd name="connsiteY6" fmla="*/ 576889 h 583842"/>
                    <a:gd name="connsiteX7" fmla="*/ 589883 w 591978"/>
                    <a:gd name="connsiteY7" fmla="*/ 583842 h 583842"/>
                    <a:gd name="connsiteX8" fmla="*/ 474536 w 591978"/>
                    <a:gd name="connsiteY8" fmla="*/ 566126 h 583842"/>
                    <a:gd name="connsiteX9" fmla="*/ 294608 w 591978"/>
                    <a:gd name="connsiteY9" fmla="*/ 468780 h 583842"/>
                    <a:gd name="connsiteX10" fmla="*/ 237839 w 591978"/>
                    <a:gd name="connsiteY10" fmla="*/ 365434 h 583842"/>
                    <a:gd name="connsiteX11" fmla="*/ 76962 w 591978"/>
                    <a:gd name="connsiteY11" fmla="*/ 106830 h 583842"/>
                    <a:gd name="connsiteX12" fmla="*/ 0 w 591978"/>
                    <a:gd name="connsiteY12" fmla="*/ 65873 h 583842"/>
                    <a:gd name="connsiteX13" fmla="*/ 0 w 591978"/>
                    <a:gd name="connsiteY13" fmla="*/ 56729 h 583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978" h="583842">
                      <a:moveTo>
                        <a:pt x="0" y="56729"/>
                      </a:moveTo>
                      <a:cubicBezTo>
                        <a:pt x="4667" y="54919"/>
                        <a:pt x="10287" y="54157"/>
                        <a:pt x="13716" y="51014"/>
                      </a:cubicBezTo>
                      <a:cubicBezTo>
                        <a:pt x="70580" y="722"/>
                        <a:pt x="138303" y="-5089"/>
                        <a:pt x="209360" y="3008"/>
                      </a:cubicBezTo>
                      <a:cubicBezTo>
                        <a:pt x="274892" y="10533"/>
                        <a:pt x="333280" y="35869"/>
                        <a:pt x="384524" y="76731"/>
                      </a:cubicBezTo>
                      <a:cubicBezTo>
                        <a:pt x="442150" y="122737"/>
                        <a:pt x="467392" y="185602"/>
                        <a:pt x="479203" y="256658"/>
                      </a:cubicBezTo>
                      <a:cubicBezTo>
                        <a:pt x="489204" y="316571"/>
                        <a:pt x="502063" y="376197"/>
                        <a:pt x="516636" y="435252"/>
                      </a:cubicBezTo>
                      <a:cubicBezTo>
                        <a:pt x="529685" y="488211"/>
                        <a:pt x="552831" y="536979"/>
                        <a:pt x="591979" y="576889"/>
                      </a:cubicBezTo>
                      <a:cubicBezTo>
                        <a:pt x="591312" y="579175"/>
                        <a:pt x="590550" y="581556"/>
                        <a:pt x="589883" y="583842"/>
                      </a:cubicBezTo>
                      <a:cubicBezTo>
                        <a:pt x="551402" y="578127"/>
                        <a:pt x="512445" y="574412"/>
                        <a:pt x="474536" y="566126"/>
                      </a:cubicBezTo>
                      <a:cubicBezTo>
                        <a:pt x="405575" y="550981"/>
                        <a:pt x="340138" y="524978"/>
                        <a:pt x="294608" y="468780"/>
                      </a:cubicBezTo>
                      <a:cubicBezTo>
                        <a:pt x="270224" y="438681"/>
                        <a:pt x="252317" y="401819"/>
                        <a:pt x="237839" y="365434"/>
                      </a:cubicBezTo>
                      <a:cubicBezTo>
                        <a:pt x="199644" y="269232"/>
                        <a:pt x="154591" y="177982"/>
                        <a:pt x="76962" y="106830"/>
                      </a:cubicBezTo>
                      <a:cubicBezTo>
                        <a:pt x="55150" y="86828"/>
                        <a:pt x="32480" y="66539"/>
                        <a:pt x="0" y="65873"/>
                      </a:cubicBezTo>
                      <a:cubicBezTo>
                        <a:pt x="0" y="62920"/>
                        <a:pt x="0" y="59777"/>
                        <a:pt x="0" y="567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22" name="任意多边形: 形状 320"/>
                <p:cNvSpPr/>
                <p:nvPr/>
              </p:nvSpPr>
              <p:spPr>
                <a:xfrm>
                  <a:off x="-135358" y="5709433"/>
                  <a:ext cx="71034" cy="98846"/>
                </a:xfrm>
                <a:custGeom>
                  <a:avLst/>
                  <a:gdLst>
                    <a:gd name="connsiteX0" fmla="*/ 11086 w 497218"/>
                    <a:gd name="connsiteY0" fmla="*/ 691896 h 691896"/>
                    <a:gd name="connsiteX1" fmla="*/ 1466 w 497218"/>
                    <a:gd name="connsiteY1" fmla="*/ 639699 h 691896"/>
                    <a:gd name="connsiteX2" fmla="*/ 41947 w 497218"/>
                    <a:gd name="connsiteY2" fmla="*/ 392906 h 691896"/>
                    <a:gd name="connsiteX3" fmla="*/ 145770 w 497218"/>
                    <a:gd name="connsiteY3" fmla="*/ 295942 h 691896"/>
                    <a:gd name="connsiteX4" fmla="*/ 350557 w 497218"/>
                    <a:gd name="connsiteY4" fmla="*/ 108966 h 691896"/>
                    <a:gd name="connsiteX5" fmla="*/ 396277 w 497218"/>
                    <a:gd name="connsiteY5" fmla="*/ 0 h 691896"/>
                    <a:gd name="connsiteX6" fmla="*/ 442759 w 497218"/>
                    <a:gd name="connsiteY6" fmla="*/ 53531 h 691896"/>
                    <a:gd name="connsiteX7" fmla="*/ 481812 w 497218"/>
                    <a:gd name="connsiteY7" fmla="*/ 358711 h 691896"/>
                    <a:gd name="connsiteX8" fmla="*/ 359320 w 497218"/>
                    <a:gd name="connsiteY8" fmla="*/ 488918 h 691896"/>
                    <a:gd name="connsiteX9" fmla="*/ 207397 w 497218"/>
                    <a:gd name="connsiteY9" fmla="*/ 552450 h 691896"/>
                    <a:gd name="connsiteX10" fmla="*/ 11086 w 497218"/>
                    <a:gd name="connsiteY10" fmla="*/ 691896 h 691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7218" h="691896">
                      <a:moveTo>
                        <a:pt x="11086" y="691896"/>
                      </a:moveTo>
                      <a:cubicBezTo>
                        <a:pt x="7181" y="671608"/>
                        <a:pt x="2133" y="655796"/>
                        <a:pt x="1466" y="639699"/>
                      </a:cubicBezTo>
                      <a:cubicBezTo>
                        <a:pt x="-2153" y="554736"/>
                        <a:pt x="-2439" y="470345"/>
                        <a:pt x="41947" y="392906"/>
                      </a:cubicBezTo>
                      <a:cubicBezTo>
                        <a:pt x="66712" y="349568"/>
                        <a:pt x="104241" y="321278"/>
                        <a:pt x="145770" y="295942"/>
                      </a:cubicBezTo>
                      <a:cubicBezTo>
                        <a:pt x="226065" y="246983"/>
                        <a:pt x="296074" y="186023"/>
                        <a:pt x="350557" y="108966"/>
                      </a:cubicBezTo>
                      <a:cubicBezTo>
                        <a:pt x="372560" y="77819"/>
                        <a:pt x="389991" y="43720"/>
                        <a:pt x="396277" y="0"/>
                      </a:cubicBezTo>
                      <a:cubicBezTo>
                        <a:pt x="411994" y="17717"/>
                        <a:pt x="431520" y="33338"/>
                        <a:pt x="442759" y="53531"/>
                      </a:cubicBezTo>
                      <a:cubicBezTo>
                        <a:pt x="496290" y="149638"/>
                        <a:pt x="512482" y="251651"/>
                        <a:pt x="481812" y="358711"/>
                      </a:cubicBezTo>
                      <a:cubicBezTo>
                        <a:pt x="463524" y="422720"/>
                        <a:pt x="421042" y="464630"/>
                        <a:pt x="359320" y="488918"/>
                      </a:cubicBezTo>
                      <a:cubicBezTo>
                        <a:pt x="308266" y="509016"/>
                        <a:pt x="257307" y="529685"/>
                        <a:pt x="207397" y="552450"/>
                      </a:cubicBezTo>
                      <a:cubicBezTo>
                        <a:pt x="134435" y="585597"/>
                        <a:pt x="61378" y="619316"/>
                        <a:pt x="11086" y="6918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23" name="任意多边形: 形状 321"/>
                <p:cNvSpPr/>
                <p:nvPr/>
              </p:nvSpPr>
              <p:spPr>
                <a:xfrm>
                  <a:off x="-72132" y="5741833"/>
                  <a:ext cx="94182" cy="58296"/>
                </a:xfrm>
                <a:custGeom>
                  <a:avLst/>
                  <a:gdLst>
                    <a:gd name="connsiteX0" fmla="*/ 0 w 659249"/>
                    <a:gd name="connsiteY0" fmla="*/ 315087 h 408057"/>
                    <a:gd name="connsiteX1" fmla="*/ 134207 w 659249"/>
                    <a:gd name="connsiteY1" fmla="*/ 156877 h 408057"/>
                    <a:gd name="connsiteX2" fmla="*/ 304705 w 659249"/>
                    <a:gd name="connsiteY2" fmla="*/ 98870 h 408057"/>
                    <a:gd name="connsiteX3" fmla="*/ 412242 w 659249"/>
                    <a:gd name="connsiteY3" fmla="*/ 102108 h 408057"/>
                    <a:gd name="connsiteX4" fmla="*/ 598646 w 659249"/>
                    <a:gd name="connsiteY4" fmla="*/ 47720 h 408057"/>
                    <a:gd name="connsiteX5" fmla="*/ 654463 w 659249"/>
                    <a:gd name="connsiteY5" fmla="*/ 0 h 408057"/>
                    <a:gd name="connsiteX6" fmla="*/ 658368 w 659249"/>
                    <a:gd name="connsiteY6" fmla="*/ 21050 h 408057"/>
                    <a:gd name="connsiteX7" fmla="*/ 627888 w 659249"/>
                    <a:gd name="connsiteY7" fmla="*/ 251079 h 408057"/>
                    <a:gd name="connsiteX8" fmla="*/ 422624 w 659249"/>
                    <a:gd name="connsiteY8" fmla="*/ 404908 h 408057"/>
                    <a:gd name="connsiteX9" fmla="*/ 157639 w 659249"/>
                    <a:gd name="connsiteY9" fmla="*/ 353473 h 408057"/>
                    <a:gd name="connsiteX10" fmla="*/ 46577 w 659249"/>
                    <a:gd name="connsiteY10" fmla="*/ 313087 h 408057"/>
                    <a:gd name="connsiteX11" fmla="*/ 0 w 659249"/>
                    <a:gd name="connsiteY11" fmla="*/ 315087 h 40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9249" h="408057">
                      <a:moveTo>
                        <a:pt x="0" y="315087"/>
                      </a:moveTo>
                      <a:cubicBezTo>
                        <a:pt x="31432" y="249365"/>
                        <a:pt x="77819" y="198882"/>
                        <a:pt x="134207" y="156877"/>
                      </a:cubicBezTo>
                      <a:cubicBezTo>
                        <a:pt x="184785" y="119158"/>
                        <a:pt x="243268" y="102870"/>
                        <a:pt x="304705" y="98870"/>
                      </a:cubicBezTo>
                      <a:cubicBezTo>
                        <a:pt x="340328" y="96583"/>
                        <a:pt x="376428" y="103346"/>
                        <a:pt x="412242" y="102108"/>
                      </a:cubicBezTo>
                      <a:cubicBezTo>
                        <a:pt x="478726" y="99917"/>
                        <a:pt x="542830" y="86487"/>
                        <a:pt x="598646" y="47720"/>
                      </a:cubicBezTo>
                      <a:cubicBezTo>
                        <a:pt x="617792" y="34481"/>
                        <a:pt x="634270" y="17431"/>
                        <a:pt x="654463" y="0"/>
                      </a:cubicBezTo>
                      <a:cubicBezTo>
                        <a:pt x="655892" y="7239"/>
                        <a:pt x="658177" y="14097"/>
                        <a:pt x="658368" y="21050"/>
                      </a:cubicBezTo>
                      <a:cubicBezTo>
                        <a:pt x="661035" y="99441"/>
                        <a:pt x="659416" y="177451"/>
                        <a:pt x="627888" y="251079"/>
                      </a:cubicBezTo>
                      <a:cubicBezTo>
                        <a:pt x="589121" y="341567"/>
                        <a:pt x="521208" y="392430"/>
                        <a:pt x="422624" y="404908"/>
                      </a:cubicBezTo>
                      <a:cubicBezTo>
                        <a:pt x="328041" y="416814"/>
                        <a:pt x="241840" y="393954"/>
                        <a:pt x="157639" y="353473"/>
                      </a:cubicBezTo>
                      <a:cubicBezTo>
                        <a:pt x="122301" y="336423"/>
                        <a:pt x="84296" y="324422"/>
                        <a:pt x="46577" y="313087"/>
                      </a:cubicBezTo>
                      <a:cubicBezTo>
                        <a:pt x="33623" y="309086"/>
                        <a:pt x="18193" y="313944"/>
                        <a:pt x="0" y="3150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24" name="任意多边形: 形状 322"/>
                <p:cNvSpPr/>
                <p:nvPr/>
              </p:nvSpPr>
              <p:spPr>
                <a:xfrm>
                  <a:off x="-300517" y="5849072"/>
                  <a:ext cx="47425" cy="111571"/>
                </a:xfrm>
                <a:custGeom>
                  <a:avLst/>
                  <a:gdLst>
                    <a:gd name="connsiteX0" fmla="*/ 146652 w 331967"/>
                    <a:gd name="connsiteY0" fmla="*/ 780973 h 780972"/>
                    <a:gd name="connsiteX1" fmla="*/ 3205 w 331967"/>
                    <a:gd name="connsiteY1" fmla="*/ 538656 h 780972"/>
                    <a:gd name="connsiteX2" fmla="*/ 32542 w 331967"/>
                    <a:gd name="connsiteY2" fmla="*/ 367968 h 780972"/>
                    <a:gd name="connsiteX3" fmla="*/ 75024 w 331967"/>
                    <a:gd name="connsiteY3" fmla="*/ 175945 h 780972"/>
                    <a:gd name="connsiteX4" fmla="*/ 70071 w 331967"/>
                    <a:gd name="connsiteY4" fmla="*/ 58025 h 780972"/>
                    <a:gd name="connsiteX5" fmla="*/ 51021 w 331967"/>
                    <a:gd name="connsiteY5" fmla="*/ 1923 h 780972"/>
                    <a:gd name="connsiteX6" fmla="*/ 141413 w 331967"/>
                    <a:gd name="connsiteY6" fmla="*/ 17734 h 780972"/>
                    <a:gd name="connsiteX7" fmla="*/ 326770 w 331967"/>
                    <a:gd name="connsiteY7" fmla="*/ 261289 h 780972"/>
                    <a:gd name="connsiteX8" fmla="*/ 288479 w 331967"/>
                    <a:gd name="connsiteY8" fmla="*/ 451693 h 780972"/>
                    <a:gd name="connsiteX9" fmla="*/ 175227 w 331967"/>
                    <a:gd name="connsiteY9" fmla="*/ 663720 h 780972"/>
                    <a:gd name="connsiteX10" fmla="*/ 146652 w 331967"/>
                    <a:gd name="connsiteY10" fmla="*/ 780973 h 780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1967" h="780972">
                      <a:moveTo>
                        <a:pt x="146652" y="780973"/>
                      </a:moveTo>
                      <a:cubicBezTo>
                        <a:pt x="78739" y="714869"/>
                        <a:pt x="21303" y="637717"/>
                        <a:pt x="3205" y="538656"/>
                      </a:cubicBezTo>
                      <a:cubicBezTo>
                        <a:pt x="-7558" y="479506"/>
                        <a:pt x="10444" y="423404"/>
                        <a:pt x="32542" y="367968"/>
                      </a:cubicBezTo>
                      <a:cubicBezTo>
                        <a:pt x="57022" y="306723"/>
                        <a:pt x="73976" y="242620"/>
                        <a:pt x="75024" y="175945"/>
                      </a:cubicBezTo>
                      <a:cubicBezTo>
                        <a:pt x="75691" y="136606"/>
                        <a:pt x="74071" y="97078"/>
                        <a:pt x="70071" y="58025"/>
                      </a:cubicBezTo>
                      <a:cubicBezTo>
                        <a:pt x="68166" y="39642"/>
                        <a:pt x="58165" y="22211"/>
                        <a:pt x="51021" y="1923"/>
                      </a:cubicBezTo>
                      <a:cubicBezTo>
                        <a:pt x="82549" y="-3983"/>
                        <a:pt x="112933" y="4399"/>
                        <a:pt x="141413" y="17734"/>
                      </a:cubicBezTo>
                      <a:cubicBezTo>
                        <a:pt x="245617" y="66217"/>
                        <a:pt x="303052" y="151561"/>
                        <a:pt x="326770" y="261289"/>
                      </a:cubicBezTo>
                      <a:cubicBezTo>
                        <a:pt x="341533" y="329773"/>
                        <a:pt x="323626" y="391781"/>
                        <a:pt x="288479" y="451693"/>
                      </a:cubicBezTo>
                      <a:cubicBezTo>
                        <a:pt x="247903" y="520750"/>
                        <a:pt x="208945" y="591139"/>
                        <a:pt x="175227" y="663720"/>
                      </a:cubicBezTo>
                      <a:cubicBezTo>
                        <a:pt x="158939" y="699248"/>
                        <a:pt x="155986" y="740968"/>
                        <a:pt x="146652" y="78097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25" name="任意多边形: 形状 323"/>
                <p:cNvSpPr/>
                <p:nvPr/>
              </p:nvSpPr>
              <p:spPr>
                <a:xfrm>
                  <a:off x="-234415" y="6354448"/>
                  <a:ext cx="110737" cy="46489"/>
                </a:xfrm>
                <a:custGeom>
                  <a:avLst/>
                  <a:gdLst>
                    <a:gd name="connsiteX0" fmla="*/ 775136 w 775136"/>
                    <a:gd name="connsiteY0" fmla="*/ 172682 h 325408"/>
                    <a:gd name="connsiteX1" fmla="*/ 481100 w 775136"/>
                    <a:gd name="connsiteY1" fmla="*/ 325273 h 325408"/>
                    <a:gd name="connsiteX2" fmla="*/ 394232 w 775136"/>
                    <a:gd name="connsiteY2" fmla="*/ 306318 h 325408"/>
                    <a:gd name="connsiteX3" fmla="*/ 127055 w 775136"/>
                    <a:gd name="connsiteY3" fmla="*/ 259074 h 325408"/>
                    <a:gd name="connsiteX4" fmla="*/ 2087 w 775136"/>
                    <a:gd name="connsiteY4" fmla="*/ 291650 h 325408"/>
                    <a:gd name="connsiteX5" fmla="*/ 31710 w 775136"/>
                    <a:gd name="connsiteY5" fmla="*/ 161443 h 325408"/>
                    <a:gd name="connsiteX6" fmla="*/ 270407 w 775136"/>
                    <a:gd name="connsiteY6" fmla="*/ 3137 h 325408"/>
                    <a:gd name="connsiteX7" fmla="*/ 459954 w 775136"/>
                    <a:gd name="connsiteY7" fmla="*/ 46476 h 325408"/>
                    <a:gd name="connsiteX8" fmla="*/ 661979 w 775136"/>
                    <a:gd name="connsiteY8" fmla="*/ 148775 h 325408"/>
                    <a:gd name="connsiteX9" fmla="*/ 775136 w 775136"/>
                    <a:gd name="connsiteY9" fmla="*/ 172682 h 325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5136" h="325408">
                      <a:moveTo>
                        <a:pt x="775136" y="172682"/>
                      </a:moveTo>
                      <a:cubicBezTo>
                        <a:pt x="694555" y="255550"/>
                        <a:pt x="607592" y="328988"/>
                        <a:pt x="481100" y="325273"/>
                      </a:cubicBezTo>
                      <a:cubicBezTo>
                        <a:pt x="451953" y="324415"/>
                        <a:pt x="422235" y="315843"/>
                        <a:pt x="394232" y="306318"/>
                      </a:cubicBezTo>
                      <a:cubicBezTo>
                        <a:pt x="307459" y="276695"/>
                        <a:pt x="219353" y="256026"/>
                        <a:pt x="127055" y="259074"/>
                      </a:cubicBezTo>
                      <a:cubicBezTo>
                        <a:pt x="78002" y="260693"/>
                        <a:pt x="51713" y="267647"/>
                        <a:pt x="2087" y="291650"/>
                      </a:cubicBezTo>
                      <a:cubicBezTo>
                        <a:pt x="-5152" y="243644"/>
                        <a:pt x="6850" y="200114"/>
                        <a:pt x="31710" y="161443"/>
                      </a:cubicBezTo>
                      <a:cubicBezTo>
                        <a:pt x="87717" y="74098"/>
                        <a:pt x="168203" y="20092"/>
                        <a:pt x="270407" y="3137"/>
                      </a:cubicBezTo>
                      <a:cubicBezTo>
                        <a:pt x="338225" y="-8102"/>
                        <a:pt x="400328" y="11900"/>
                        <a:pt x="459954" y="46476"/>
                      </a:cubicBezTo>
                      <a:cubicBezTo>
                        <a:pt x="525200" y="84195"/>
                        <a:pt x="592828" y="118771"/>
                        <a:pt x="661979" y="148775"/>
                      </a:cubicBezTo>
                      <a:cubicBezTo>
                        <a:pt x="695888" y="163538"/>
                        <a:pt x="735512" y="164777"/>
                        <a:pt x="775136" y="17268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26" name="任意多边形: 形状 324"/>
                <p:cNvSpPr/>
                <p:nvPr/>
              </p:nvSpPr>
              <p:spPr>
                <a:xfrm>
                  <a:off x="-152663" y="6393336"/>
                  <a:ext cx="106766" cy="48581"/>
                </a:xfrm>
                <a:custGeom>
                  <a:avLst/>
                  <a:gdLst>
                    <a:gd name="connsiteX0" fmla="*/ 8007 w 747337"/>
                    <a:gd name="connsiteY0" fmla="*/ 340053 h 340052"/>
                    <a:gd name="connsiteX1" fmla="*/ 15436 w 747337"/>
                    <a:gd name="connsiteY1" fmla="*/ 213846 h 340052"/>
                    <a:gd name="connsiteX2" fmla="*/ 248608 w 747337"/>
                    <a:gd name="connsiteY2" fmla="*/ 6773 h 340052"/>
                    <a:gd name="connsiteX3" fmla="*/ 387959 w 747337"/>
                    <a:gd name="connsiteY3" fmla="*/ 14869 h 340052"/>
                    <a:gd name="connsiteX4" fmla="*/ 589127 w 747337"/>
                    <a:gd name="connsiteY4" fmla="*/ 76115 h 340052"/>
                    <a:gd name="connsiteX5" fmla="*/ 747337 w 747337"/>
                    <a:gd name="connsiteY5" fmla="*/ 77163 h 340052"/>
                    <a:gd name="connsiteX6" fmla="*/ 743813 w 747337"/>
                    <a:gd name="connsiteY6" fmla="*/ 90117 h 340052"/>
                    <a:gd name="connsiteX7" fmla="*/ 572363 w 747337"/>
                    <a:gd name="connsiteY7" fmla="*/ 262424 h 340052"/>
                    <a:gd name="connsiteX8" fmla="*/ 401675 w 747337"/>
                    <a:gd name="connsiteY8" fmla="*/ 289094 h 340052"/>
                    <a:gd name="connsiteX9" fmla="*/ 110877 w 747337"/>
                    <a:gd name="connsiteY9" fmla="*/ 296714 h 340052"/>
                    <a:gd name="connsiteX10" fmla="*/ 8007 w 747337"/>
                    <a:gd name="connsiteY10" fmla="*/ 340053 h 340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7337" h="340052">
                      <a:moveTo>
                        <a:pt x="8007" y="340053"/>
                      </a:moveTo>
                      <a:cubicBezTo>
                        <a:pt x="-5138" y="300143"/>
                        <a:pt x="-1709" y="255661"/>
                        <a:pt x="15436" y="213846"/>
                      </a:cubicBezTo>
                      <a:cubicBezTo>
                        <a:pt x="59156" y="107452"/>
                        <a:pt x="135832" y="36300"/>
                        <a:pt x="248608" y="6773"/>
                      </a:cubicBezTo>
                      <a:cubicBezTo>
                        <a:pt x="295948" y="-5609"/>
                        <a:pt x="341858" y="105"/>
                        <a:pt x="387959" y="14869"/>
                      </a:cubicBezTo>
                      <a:cubicBezTo>
                        <a:pt x="454634" y="36300"/>
                        <a:pt x="521595" y="57446"/>
                        <a:pt x="589127" y="76115"/>
                      </a:cubicBezTo>
                      <a:cubicBezTo>
                        <a:pt x="640371" y="90307"/>
                        <a:pt x="692854" y="90497"/>
                        <a:pt x="747337" y="77163"/>
                      </a:cubicBezTo>
                      <a:cubicBezTo>
                        <a:pt x="745908" y="82592"/>
                        <a:pt x="745813" y="86974"/>
                        <a:pt x="743813" y="90117"/>
                      </a:cubicBezTo>
                      <a:cubicBezTo>
                        <a:pt x="699427" y="160221"/>
                        <a:pt x="645991" y="221371"/>
                        <a:pt x="572363" y="262424"/>
                      </a:cubicBezTo>
                      <a:cubicBezTo>
                        <a:pt x="518737" y="292332"/>
                        <a:pt x="461682" y="298524"/>
                        <a:pt x="401675" y="289094"/>
                      </a:cubicBezTo>
                      <a:cubicBezTo>
                        <a:pt x="304329" y="273759"/>
                        <a:pt x="206698" y="268806"/>
                        <a:pt x="110877" y="296714"/>
                      </a:cubicBezTo>
                      <a:cubicBezTo>
                        <a:pt x="76301" y="306715"/>
                        <a:pt x="44011" y="324622"/>
                        <a:pt x="8007" y="340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27" name="任意多边形: 形状 325"/>
                <p:cNvSpPr/>
                <p:nvPr/>
              </p:nvSpPr>
              <p:spPr>
                <a:xfrm>
                  <a:off x="-199146" y="5740567"/>
                  <a:ext cx="58719" cy="109772"/>
                </a:xfrm>
                <a:custGeom>
                  <a:avLst/>
                  <a:gdLst>
                    <a:gd name="connsiteX0" fmla="*/ 62487 w 411017"/>
                    <a:gd name="connsiteY0" fmla="*/ 768382 h 768381"/>
                    <a:gd name="connsiteX1" fmla="*/ 4861 w 411017"/>
                    <a:gd name="connsiteY1" fmla="*/ 595789 h 768381"/>
                    <a:gd name="connsiteX2" fmla="*/ 23625 w 411017"/>
                    <a:gd name="connsiteY2" fmla="*/ 431006 h 768381"/>
                    <a:gd name="connsiteX3" fmla="*/ 79061 w 411017"/>
                    <a:gd name="connsiteY3" fmla="*/ 351092 h 768381"/>
                    <a:gd name="connsiteX4" fmla="*/ 230889 w 411017"/>
                    <a:gd name="connsiteY4" fmla="*/ 73438 h 768381"/>
                    <a:gd name="connsiteX5" fmla="*/ 236509 w 411017"/>
                    <a:gd name="connsiteY5" fmla="*/ 0 h 768381"/>
                    <a:gd name="connsiteX6" fmla="*/ 326139 w 411017"/>
                    <a:gd name="connsiteY6" fmla="*/ 64865 h 768381"/>
                    <a:gd name="connsiteX7" fmla="*/ 401673 w 411017"/>
                    <a:gd name="connsiteY7" fmla="*/ 371666 h 768381"/>
                    <a:gd name="connsiteX8" fmla="*/ 298612 w 411017"/>
                    <a:gd name="connsiteY8" fmla="*/ 505016 h 768381"/>
                    <a:gd name="connsiteX9" fmla="*/ 165357 w 411017"/>
                    <a:gd name="connsiteY9" fmla="*/ 617601 h 768381"/>
                    <a:gd name="connsiteX10" fmla="*/ 62487 w 411017"/>
                    <a:gd name="connsiteY10" fmla="*/ 768382 h 768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017" h="768381">
                      <a:moveTo>
                        <a:pt x="62487" y="768382"/>
                      </a:moveTo>
                      <a:cubicBezTo>
                        <a:pt x="32769" y="712280"/>
                        <a:pt x="14005" y="655796"/>
                        <a:pt x="4861" y="595789"/>
                      </a:cubicBezTo>
                      <a:cubicBezTo>
                        <a:pt x="-3807" y="538925"/>
                        <a:pt x="-2759" y="482822"/>
                        <a:pt x="23625" y="431006"/>
                      </a:cubicBezTo>
                      <a:cubicBezTo>
                        <a:pt x="38199" y="402336"/>
                        <a:pt x="58106" y="375761"/>
                        <a:pt x="79061" y="351092"/>
                      </a:cubicBezTo>
                      <a:cubicBezTo>
                        <a:pt x="148879" y="268796"/>
                        <a:pt x="208601" y="181166"/>
                        <a:pt x="230889" y="73438"/>
                      </a:cubicBezTo>
                      <a:cubicBezTo>
                        <a:pt x="235747" y="49911"/>
                        <a:pt x="234795" y="25241"/>
                        <a:pt x="236509" y="0"/>
                      </a:cubicBezTo>
                      <a:cubicBezTo>
                        <a:pt x="274228" y="9620"/>
                        <a:pt x="302613" y="34576"/>
                        <a:pt x="326139" y="64865"/>
                      </a:cubicBezTo>
                      <a:cubicBezTo>
                        <a:pt x="396624" y="155734"/>
                        <a:pt x="428247" y="256889"/>
                        <a:pt x="401673" y="371666"/>
                      </a:cubicBezTo>
                      <a:cubicBezTo>
                        <a:pt x="387766" y="431673"/>
                        <a:pt x="343761" y="468630"/>
                        <a:pt x="298612" y="505016"/>
                      </a:cubicBezTo>
                      <a:cubicBezTo>
                        <a:pt x="253368" y="541496"/>
                        <a:pt x="208315" y="578453"/>
                        <a:pt x="165357" y="617601"/>
                      </a:cubicBezTo>
                      <a:cubicBezTo>
                        <a:pt x="107064" y="670655"/>
                        <a:pt x="92967" y="693611"/>
                        <a:pt x="62487" y="76838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28" name="任意多边形: 形状 326"/>
                <p:cNvSpPr/>
                <p:nvPr/>
              </p:nvSpPr>
              <p:spPr>
                <a:xfrm>
                  <a:off x="-300345" y="6289479"/>
                  <a:ext cx="109405" cy="57455"/>
                </a:xfrm>
                <a:custGeom>
                  <a:avLst/>
                  <a:gdLst>
                    <a:gd name="connsiteX0" fmla="*/ 765810 w 765809"/>
                    <a:gd name="connsiteY0" fmla="*/ 338559 h 402173"/>
                    <a:gd name="connsiteX1" fmla="*/ 442913 w 765809"/>
                    <a:gd name="connsiteY1" fmla="*/ 383136 h 402173"/>
                    <a:gd name="connsiteX2" fmla="*/ 351282 w 765809"/>
                    <a:gd name="connsiteY2" fmla="*/ 324366 h 402173"/>
                    <a:gd name="connsiteX3" fmla="*/ 105251 w 765809"/>
                    <a:gd name="connsiteY3" fmla="*/ 190540 h 402173"/>
                    <a:gd name="connsiteX4" fmla="*/ 0 w 765809"/>
                    <a:gd name="connsiteY4" fmla="*/ 176634 h 402173"/>
                    <a:gd name="connsiteX5" fmla="*/ 56959 w 765809"/>
                    <a:gd name="connsiteY5" fmla="*/ 85003 h 402173"/>
                    <a:gd name="connsiteX6" fmla="*/ 314706 w 765809"/>
                    <a:gd name="connsiteY6" fmla="*/ 1088 h 402173"/>
                    <a:gd name="connsiteX7" fmla="*/ 499205 w 765809"/>
                    <a:gd name="connsiteY7" fmla="*/ 99386 h 402173"/>
                    <a:gd name="connsiteX8" fmla="*/ 663416 w 765809"/>
                    <a:gd name="connsiteY8" fmla="*/ 274455 h 402173"/>
                    <a:gd name="connsiteX9" fmla="*/ 765810 w 765809"/>
                    <a:gd name="connsiteY9" fmla="*/ 338559 h 40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5809" h="402173">
                      <a:moveTo>
                        <a:pt x="765810" y="338559"/>
                      </a:moveTo>
                      <a:cubicBezTo>
                        <a:pt x="664083" y="386660"/>
                        <a:pt x="558737" y="427522"/>
                        <a:pt x="442913" y="383136"/>
                      </a:cubicBezTo>
                      <a:cubicBezTo>
                        <a:pt x="409670" y="370372"/>
                        <a:pt x="379762" y="346750"/>
                        <a:pt x="351282" y="324366"/>
                      </a:cubicBezTo>
                      <a:cubicBezTo>
                        <a:pt x="276606" y="265883"/>
                        <a:pt x="198406" y="213781"/>
                        <a:pt x="105251" y="190540"/>
                      </a:cubicBezTo>
                      <a:cubicBezTo>
                        <a:pt x="71819" y="182158"/>
                        <a:pt x="36576" y="181205"/>
                        <a:pt x="0" y="176634"/>
                      </a:cubicBezTo>
                      <a:cubicBezTo>
                        <a:pt x="5239" y="141486"/>
                        <a:pt x="28480" y="110244"/>
                        <a:pt x="56959" y="85003"/>
                      </a:cubicBezTo>
                      <a:cubicBezTo>
                        <a:pt x="130207" y="20328"/>
                        <a:pt x="217837" y="-5865"/>
                        <a:pt x="314706" y="1088"/>
                      </a:cubicBezTo>
                      <a:cubicBezTo>
                        <a:pt x="390239" y="6517"/>
                        <a:pt x="449675" y="41950"/>
                        <a:pt x="499205" y="99386"/>
                      </a:cubicBezTo>
                      <a:cubicBezTo>
                        <a:pt x="551402" y="160060"/>
                        <a:pt x="605504" y="219401"/>
                        <a:pt x="663416" y="274455"/>
                      </a:cubicBezTo>
                      <a:cubicBezTo>
                        <a:pt x="691515" y="301125"/>
                        <a:pt x="730091" y="316746"/>
                        <a:pt x="765810" y="33855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29" name="任意多边形: 形状 327"/>
                <p:cNvSpPr/>
                <p:nvPr/>
              </p:nvSpPr>
              <p:spPr>
                <a:xfrm>
                  <a:off x="-340297" y="5928856"/>
                  <a:ext cx="49486" cy="107567"/>
                </a:xfrm>
                <a:custGeom>
                  <a:avLst/>
                  <a:gdLst>
                    <a:gd name="connsiteX0" fmla="*/ 0 w 346389"/>
                    <a:gd name="connsiteY0" fmla="*/ 10568 h 752946"/>
                    <a:gd name="connsiteX1" fmla="*/ 146209 w 346389"/>
                    <a:gd name="connsiteY1" fmla="*/ 21522 h 752946"/>
                    <a:gd name="connsiteX2" fmla="*/ 343186 w 346389"/>
                    <a:gd name="connsiteY2" fmla="*/ 269172 h 752946"/>
                    <a:gd name="connsiteX3" fmla="*/ 333566 w 346389"/>
                    <a:gd name="connsiteY3" fmla="*/ 377566 h 752946"/>
                    <a:gd name="connsiteX4" fmla="*/ 274320 w 346389"/>
                    <a:gd name="connsiteY4" fmla="*/ 567018 h 752946"/>
                    <a:gd name="connsiteX5" fmla="*/ 268700 w 346389"/>
                    <a:gd name="connsiteY5" fmla="*/ 752946 h 752946"/>
                    <a:gd name="connsiteX6" fmla="*/ 227743 w 346389"/>
                    <a:gd name="connsiteY6" fmla="*/ 726943 h 752946"/>
                    <a:gd name="connsiteX7" fmla="*/ 191072 w 346389"/>
                    <a:gd name="connsiteY7" fmla="*/ 699511 h 752946"/>
                    <a:gd name="connsiteX8" fmla="*/ 63532 w 346389"/>
                    <a:gd name="connsiteY8" fmla="*/ 529490 h 752946"/>
                    <a:gd name="connsiteX9" fmla="*/ 59150 w 346389"/>
                    <a:gd name="connsiteY9" fmla="*/ 384710 h 752946"/>
                    <a:gd name="connsiteX10" fmla="*/ 34671 w 346389"/>
                    <a:gd name="connsiteY10" fmla="*/ 66575 h 752946"/>
                    <a:gd name="connsiteX11" fmla="*/ 20193 w 346389"/>
                    <a:gd name="connsiteY11" fmla="*/ 38000 h 752946"/>
                    <a:gd name="connsiteX12" fmla="*/ 0 w 346389"/>
                    <a:gd name="connsiteY12" fmla="*/ 10568 h 752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389" h="752946">
                      <a:moveTo>
                        <a:pt x="0" y="10568"/>
                      </a:moveTo>
                      <a:cubicBezTo>
                        <a:pt x="52006" y="-8672"/>
                        <a:pt x="100775" y="376"/>
                        <a:pt x="146209" y="21522"/>
                      </a:cubicBezTo>
                      <a:cubicBezTo>
                        <a:pt x="252412" y="70957"/>
                        <a:pt x="321183" y="152776"/>
                        <a:pt x="343186" y="269172"/>
                      </a:cubicBezTo>
                      <a:cubicBezTo>
                        <a:pt x="349949" y="304986"/>
                        <a:pt x="345662" y="341752"/>
                        <a:pt x="333566" y="377566"/>
                      </a:cubicBezTo>
                      <a:cubicBezTo>
                        <a:pt x="312515" y="440336"/>
                        <a:pt x="292989" y="503582"/>
                        <a:pt x="274320" y="567018"/>
                      </a:cubicBezTo>
                      <a:cubicBezTo>
                        <a:pt x="256889" y="626264"/>
                        <a:pt x="249174" y="686367"/>
                        <a:pt x="268700" y="752946"/>
                      </a:cubicBezTo>
                      <a:cubicBezTo>
                        <a:pt x="252127" y="742469"/>
                        <a:pt x="239649" y="735135"/>
                        <a:pt x="227743" y="726943"/>
                      </a:cubicBezTo>
                      <a:cubicBezTo>
                        <a:pt x="215170" y="718275"/>
                        <a:pt x="202692" y="709417"/>
                        <a:pt x="191072" y="699511"/>
                      </a:cubicBezTo>
                      <a:cubicBezTo>
                        <a:pt x="135827" y="652458"/>
                        <a:pt x="86582" y="601023"/>
                        <a:pt x="63532" y="529490"/>
                      </a:cubicBezTo>
                      <a:cubicBezTo>
                        <a:pt x="48006" y="481389"/>
                        <a:pt x="52768" y="433573"/>
                        <a:pt x="59150" y="384710"/>
                      </a:cubicBezTo>
                      <a:cubicBezTo>
                        <a:pt x="73152" y="277268"/>
                        <a:pt x="76105" y="170016"/>
                        <a:pt x="34671" y="66575"/>
                      </a:cubicBezTo>
                      <a:cubicBezTo>
                        <a:pt x="30670" y="56669"/>
                        <a:pt x="25813" y="47049"/>
                        <a:pt x="20193" y="38000"/>
                      </a:cubicBezTo>
                      <a:cubicBezTo>
                        <a:pt x="14668" y="29046"/>
                        <a:pt x="7715" y="20950"/>
                        <a:pt x="0" y="1056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30" name="任意多边形: 形状 328"/>
                <p:cNvSpPr/>
                <p:nvPr/>
              </p:nvSpPr>
              <p:spPr>
                <a:xfrm>
                  <a:off x="-349115" y="6207553"/>
                  <a:ext cx="100043" cy="67861"/>
                </a:xfrm>
                <a:custGeom>
                  <a:avLst/>
                  <a:gdLst>
                    <a:gd name="connsiteX0" fmla="*/ 700278 w 700277"/>
                    <a:gd name="connsiteY0" fmla="*/ 459198 h 475011"/>
                    <a:gd name="connsiteX1" fmla="*/ 440722 w 700277"/>
                    <a:gd name="connsiteY1" fmla="*/ 455769 h 475011"/>
                    <a:gd name="connsiteX2" fmla="*/ 308610 w 700277"/>
                    <a:gd name="connsiteY2" fmla="*/ 352232 h 475011"/>
                    <a:gd name="connsiteX3" fmla="*/ 90392 w 700277"/>
                    <a:gd name="connsiteY3" fmla="*/ 146397 h 475011"/>
                    <a:gd name="connsiteX4" fmla="*/ 0 w 700277"/>
                    <a:gd name="connsiteY4" fmla="*/ 112488 h 475011"/>
                    <a:gd name="connsiteX5" fmla="*/ 61817 w 700277"/>
                    <a:gd name="connsiteY5" fmla="*/ 45432 h 475011"/>
                    <a:gd name="connsiteX6" fmla="*/ 448056 w 700277"/>
                    <a:gd name="connsiteY6" fmla="*/ 83627 h 475011"/>
                    <a:gd name="connsiteX7" fmla="*/ 494443 w 700277"/>
                    <a:gd name="connsiteY7" fmla="*/ 151064 h 475011"/>
                    <a:gd name="connsiteX8" fmla="*/ 615029 w 700277"/>
                    <a:gd name="connsiteY8" fmla="*/ 370710 h 475011"/>
                    <a:gd name="connsiteX9" fmla="*/ 700278 w 700277"/>
                    <a:gd name="connsiteY9" fmla="*/ 459198 h 47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0277" h="475011">
                      <a:moveTo>
                        <a:pt x="700278" y="459198"/>
                      </a:moveTo>
                      <a:cubicBezTo>
                        <a:pt x="615124" y="477295"/>
                        <a:pt x="527971" y="484344"/>
                        <a:pt x="440722" y="455769"/>
                      </a:cubicBezTo>
                      <a:cubicBezTo>
                        <a:pt x="383762" y="437195"/>
                        <a:pt x="342805" y="399952"/>
                        <a:pt x="308610" y="352232"/>
                      </a:cubicBezTo>
                      <a:cubicBezTo>
                        <a:pt x="249364" y="269650"/>
                        <a:pt x="181832" y="194689"/>
                        <a:pt x="90392" y="146397"/>
                      </a:cubicBezTo>
                      <a:cubicBezTo>
                        <a:pt x="62579" y="131728"/>
                        <a:pt x="31147" y="123918"/>
                        <a:pt x="0" y="112488"/>
                      </a:cubicBezTo>
                      <a:cubicBezTo>
                        <a:pt x="10858" y="85532"/>
                        <a:pt x="34576" y="63625"/>
                        <a:pt x="61817" y="45432"/>
                      </a:cubicBezTo>
                      <a:cubicBezTo>
                        <a:pt x="171926" y="-28006"/>
                        <a:pt x="356235" y="-10385"/>
                        <a:pt x="448056" y="83627"/>
                      </a:cubicBezTo>
                      <a:cubicBezTo>
                        <a:pt x="466820" y="102867"/>
                        <a:pt x="481298" y="127251"/>
                        <a:pt x="494443" y="151064"/>
                      </a:cubicBezTo>
                      <a:cubicBezTo>
                        <a:pt x="535019" y="224121"/>
                        <a:pt x="571024" y="299844"/>
                        <a:pt x="615029" y="370710"/>
                      </a:cubicBezTo>
                      <a:cubicBezTo>
                        <a:pt x="636080" y="404619"/>
                        <a:pt x="671132" y="429670"/>
                        <a:pt x="700278" y="45919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31" name="任意多边形: 形状 329"/>
                <p:cNvSpPr/>
                <p:nvPr/>
              </p:nvSpPr>
              <p:spPr>
                <a:xfrm>
                  <a:off x="-364845" y="6014958"/>
                  <a:ext cx="57683" cy="100023"/>
                </a:xfrm>
                <a:custGeom>
                  <a:avLst/>
                  <a:gdLst>
                    <a:gd name="connsiteX0" fmla="*/ 403765 w 403764"/>
                    <a:gd name="connsiteY0" fmla="*/ 700134 h 700134"/>
                    <a:gd name="connsiteX1" fmla="*/ 177927 w 403764"/>
                    <a:gd name="connsiteY1" fmla="*/ 549734 h 700134"/>
                    <a:gd name="connsiteX2" fmla="*/ 124587 w 403764"/>
                    <a:gd name="connsiteY2" fmla="*/ 366664 h 700134"/>
                    <a:gd name="connsiteX3" fmla="*/ 53912 w 403764"/>
                    <a:gd name="connsiteY3" fmla="*/ 92439 h 700134"/>
                    <a:gd name="connsiteX4" fmla="*/ 0 w 403764"/>
                    <a:gd name="connsiteY4" fmla="*/ 22145 h 700134"/>
                    <a:gd name="connsiteX5" fmla="*/ 148495 w 403764"/>
                    <a:gd name="connsiteY5" fmla="*/ 9095 h 700134"/>
                    <a:gd name="connsiteX6" fmla="*/ 388906 w 403764"/>
                    <a:gd name="connsiteY6" fmla="*/ 237029 h 700134"/>
                    <a:gd name="connsiteX7" fmla="*/ 390525 w 403764"/>
                    <a:gd name="connsiteY7" fmla="*/ 354758 h 700134"/>
                    <a:gd name="connsiteX8" fmla="*/ 371380 w 403764"/>
                    <a:gd name="connsiteY8" fmla="*/ 543924 h 700134"/>
                    <a:gd name="connsiteX9" fmla="*/ 403765 w 403764"/>
                    <a:gd name="connsiteY9" fmla="*/ 700134 h 70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764" h="700134">
                      <a:moveTo>
                        <a:pt x="403765" y="700134"/>
                      </a:moveTo>
                      <a:cubicBezTo>
                        <a:pt x="312706" y="665368"/>
                        <a:pt x="235458" y="622791"/>
                        <a:pt x="177927" y="549734"/>
                      </a:cubicBezTo>
                      <a:cubicBezTo>
                        <a:pt x="135160" y="495442"/>
                        <a:pt x="126778" y="432386"/>
                        <a:pt x="124587" y="366664"/>
                      </a:cubicBezTo>
                      <a:cubicBezTo>
                        <a:pt x="121349" y="270080"/>
                        <a:pt x="102013" y="177212"/>
                        <a:pt x="53912" y="92439"/>
                      </a:cubicBezTo>
                      <a:cubicBezTo>
                        <a:pt x="39529" y="67198"/>
                        <a:pt x="18383" y="45766"/>
                        <a:pt x="0" y="22145"/>
                      </a:cubicBezTo>
                      <a:cubicBezTo>
                        <a:pt x="44006" y="-3097"/>
                        <a:pt x="95917" y="-5764"/>
                        <a:pt x="148495" y="9095"/>
                      </a:cubicBezTo>
                      <a:cubicBezTo>
                        <a:pt x="268129" y="43004"/>
                        <a:pt x="356235" y="113299"/>
                        <a:pt x="388906" y="237029"/>
                      </a:cubicBezTo>
                      <a:cubicBezTo>
                        <a:pt x="398621" y="273890"/>
                        <a:pt x="393383" y="315610"/>
                        <a:pt x="390525" y="354758"/>
                      </a:cubicBezTo>
                      <a:cubicBezTo>
                        <a:pt x="385858" y="418004"/>
                        <a:pt x="375666" y="480773"/>
                        <a:pt x="371380" y="543924"/>
                      </a:cubicBezTo>
                      <a:cubicBezTo>
                        <a:pt x="367856" y="596216"/>
                        <a:pt x="376523" y="647461"/>
                        <a:pt x="403765" y="7001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32" name="任意多边形: 形状 330"/>
                <p:cNvSpPr/>
                <p:nvPr/>
              </p:nvSpPr>
              <p:spPr>
                <a:xfrm>
                  <a:off x="-299835" y="6050589"/>
                  <a:ext cx="54710" cy="98083"/>
                </a:xfrm>
                <a:custGeom>
                  <a:avLst/>
                  <a:gdLst>
                    <a:gd name="connsiteX0" fmla="*/ 382954 w 382954"/>
                    <a:gd name="connsiteY0" fmla="*/ 358997 h 686561"/>
                    <a:gd name="connsiteX1" fmla="*/ 84155 w 382954"/>
                    <a:gd name="connsiteY1" fmla="*/ 686562 h 686561"/>
                    <a:gd name="connsiteX2" fmla="*/ 27291 w 382954"/>
                    <a:gd name="connsiteY2" fmla="*/ 573405 h 686561"/>
                    <a:gd name="connsiteX3" fmla="*/ 56723 w 382954"/>
                    <a:gd name="connsiteY3" fmla="*/ 176213 h 686561"/>
                    <a:gd name="connsiteX4" fmla="*/ 233602 w 382954"/>
                    <a:gd name="connsiteY4" fmla="*/ 27527 h 686561"/>
                    <a:gd name="connsiteX5" fmla="*/ 378763 w 382954"/>
                    <a:gd name="connsiteY5" fmla="*/ 0 h 686561"/>
                    <a:gd name="connsiteX6" fmla="*/ 350474 w 382954"/>
                    <a:gd name="connsiteY6" fmla="*/ 182118 h 686561"/>
                    <a:gd name="connsiteX7" fmla="*/ 382954 w 382954"/>
                    <a:gd name="connsiteY7" fmla="*/ 358997 h 68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54" h="686561">
                      <a:moveTo>
                        <a:pt x="382954" y="358997"/>
                      </a:moveTo>
                      <a:cubicBezTo>
                        <a:pt x="235507" y="427101"/>
                        <a:pt x="112158" y="513016"/>
                        <a:pt x="84155" y="686562"/>
                      </a:cubicBezTo>
                      <a:cubicBezTo>
                        <a:pt x="58152" y="653605"/>
                        <a:pt x="40245" y="614553"/>
                        <a:pt x="27291" y="573405"/>
                      </a:cubicBezTo>
                      <a:cubicBezTo>
                        <a:pt x="-15477" y="437197"/>
                        <a:pt x="-9666" y="304038"/>
                        <a:pt x="56723" y="176213"/>
                      </a:cubicBezTo>
                      <a:cubicBezTo>
                        <a:pt x="94918" y="102775"/>
                        <a:pt x="157402" y="56769"/>
                        <a:pt x="233602" y="27527"/>
                      </a:cubicBezTo>
                      <a:cubicBezTo>
                        <a:pt x="281608" y="9144"/>
                        <a:pt x="331424" y="3238"/>
                        <a:pt x="378763" y="0"/>
                      </a:cubicBezTo>
                      <a:cubicBezTo>
                        <a:pt x="368857" y="62103"/>
                        <a:pt x="356189" y="121729"/>
                        <a:pt x="350474" y="182118"/>
                      </a:cubicBezTo>
                      <a:cubicBezTo>
                        <a:pt x="344854" y="242506"/>
                        <a:pt x="349045" y="302895"/>
                        <a:pt x="382954" y="35899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33" name="任意多边形: 形状 331"/>
                <p:cNvSpPr/>
                <p:nvPr/>
              </p:nvSpPr>
              <p:spPr>
                <a:xfrm>
                  <a:off x="-238934" y="5868549"/>
                  <a:ext cx="104343" cy="53897"/>
                </a:xfrm>
                <a:custGeom>
                  <a:avLst/>
                  <a:gdLst>
                    <a:gd name="connsiteX0" fmla="*/ 730377 w 730376"/>
                    <a:gd name="connsiteY0" fmla="*/ 161526 h 377267"/>
                    <a:gd name="connsiteX1" fmla="*/ 442436 w 730376"/>
                    <a:gd name="connsiteY1" fmla="*/ 377267 h 377267"/>
                    <a:gd name="connsiteX2" fmla="*/ 0 w 730376"/>
                    <a:gd name="connsiteY2" fmla="*/ 337453 h 377267"/>
                    <a:gd name="connsiteX3" fmla="*/ 17621 w 730376"/>
                    <a:gd name="connsiteY3" fmla="*/ 291828 h 377267"/>
                    <a:gd name="connsiteX4" fmla="*/ 379857 w 730376"/>
                    <a:gd name="connsiteY4" fmla="*/ 6935 h 377267"/>
                    <a:gd name="connsiteX5" fmla="*/ 654653 w 730376"/>
                    <a:gd name="connsiteY5" fmla="*/ 87231 h 377267"/>
                    <a:gd name="connsiteX6" fmla="*/ 730377 w 730376"/>
                    <a:gd name="connsiteY6" fmla="*/ 161526 h 377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0376" h="377267">
                      <a:moveTo>
                        <a:pt x="730377" y="161526"/>
                      </a:moveTo>
                      <a:cubicBezTo>
                        <a:pt x="549497" y="228010"/>
                        <a:pt x="472059" y="306877"/>
                        <a:pt x="442436" y="377267"/>
                      </a:cubicBezTo>
                      <a:cubicBezTo>
                        <a:pt x="301942" y="301829"/>
                        <a:pt x="158972" y="252775"/>
                        <a:pt x="0" y="337453"/>
                      </a:cubicBezTo>
                      <a:cubicBezTo>
                        <a:pt x="6096" y="321451"/>
                        <a:pt x="10763" y="306115"/>
                        <a:pt x="17621" y="291828"/>
                      </a:cubicBezTo>
                      <a:cubicBezTo>
                        <a:pt x="92297" y="138380"/>
                        <a:pt x="215455" y="43321"/>
                        <a:pt x="379857" y="6935"/>
                      </a:cubicBezTo>
                      <a:cubicBezTo>
                        <a:pt x="482537" y="-15830"/>
                        <a:pt x="575405" y="19127"/>
                        <a:pt x="654653" y="87231"/>
                      </a:cubicBezTo>
                      <a:cubicBezTo>
                        <a:pt x="680466" y="109329"/>
                        <a:pt x="703326" y="134856"/>
                        <a:pt x="730377" y="16152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34" name="任意多边形: 形状 332"/>
                <p:cNvSpPr/>
                <p:nvPr/>
              </p:nvSpPr>
              <p:spPr>
                <a:xfrm>
                  <a:off x="-253011" y="5784506"/>
                  <a:ext cx="50062" cy="112848"/>
                </a:xfrm>
                <a:custGeom>
                  <a:avLst/>
                  <a:gdLst>
                    <a:gd name="connsiteX0" fmla="*/ 115969 w 350420"/>
                    <a:gd name="connsiteY0" fmla="*/ 789908 h 789908"/>
                    <a:gd name="connsiteX1" fmla="*/ 3479 w 350420"/>
                    <a:gd name="connsiteY1" fmla="*/ 560451 h 789908"/>
                    <a:gd name="connsiteX2" fmla="*/ 42246 w 350420"/>
                    <a:gd name="connsiteY2" fmla="*/ 376619 h 789908"/>
                    <a:gd name="connsiteX3" fmla="*/ 130447 w 350420"/>
                    <a:gd name="connsiteY3" fmla="*/ 75057 h 789908"/>
                    <a:gd name="connsiteX4" fmla="*/ 125780 w 350420"/>
                    <a:gd name="connsiteY4" fmla="*/ 36671 h 789908"/>
                    <a:gd name="connsiteX5" fmla="*/ 114731 w 350420"/>
                    <a:gd name="connsiteY5" fmla="*/ 0 h 789908"/>
                    <a:gd name="connsiteX6" fmla="*/ 215791 w 350420"/>
                    <a:gd name="connsiteY6" fmla="*/ 42100 h 789908"/>
                    <a:gd name="connsiteX7" fmla="*/ 349617 w 350420"/>
                    <a:gd name="connsiteY7" fmla="*/ 350996 h 789908"/>
                    <a:gd name="connsiteX8" fmla="*/ 301326 w 350420"/>
                    <a:gd name="connsiteY8" fmla="*/ 467582 h 789908"/>
                    <a:gd name="connsiteX9" fmla="*/ 192836 w 350420"/>
                    <a:gd name="connsiteY9" fmla="*/ 604361 h 789908"/>
                    <a:gd name="connsiteX10" fmla="*/ 115969 w 350420"/>
                    <a:gd name="connsiteY10" fmla="*/ 789908 h 78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0420" h="789908">
                      <a:moveTo>
                        <a:pt x="115969" y="789908"/>
                      </a:moveTo>
                      <a:cubicBezTo>
                        <a:pt x="58343" y="717899"/>
                        <a:pt x="18052" y="645795"/>
                        <a:pt x="3479" y="560451"/>
                      </a:cubicBezTo>
                      <a:cubicBezTo>
                        <a:pt x="-7951" y="493586"/>
                        <a:pt x="9765" y="434626"/>
                        <a:pt x="42246" y="376619"/>
                      </a:cubicBezTo>
                      <a:cubicBezTo>
                        <a:pt x="94538" y="283273"/>
                        <a:pt x="130828" y="184213"/>
                        <a:pt x="130447" y="75057"/>
                      </a:cubicBezTo>
                      <a:cubicBezTo>
                        <a:pt x="130447" y="62198"/>
                        <a:pt x="128447" y="49244"/>
                        <a:pt x="125780" y="36671"/>
                      </a:cubicBezTo>
                      <a:cubicBezTo>
                        <a:pt x="123303" y="24860"/>
                        <a:pt x="118827" y="13525"/>
                        <a:pt x="114731" y="0"/>
                      </a:cubicBezTo>
                      <a:cubicBezTo>
                        <a:pt x="154831" y="286"/>
                        <a:pt x="187597" y="17526"/>
                        <a:pt x="215791" y="42100"/>
                      </a:cubicBezTo>
                      <a:cubicBezTo>
                        <a:pt x="309231" y="123539"/>
                        <a:pt x="357333" y="225933"/>
                        <a:pt x="349617" y="350996"/>
                      </a:cubicBezTo>
                      <a:cubicBezTo>
                        <a:pt x="346950" y="394335"/>
                        <a:pt x="329043" y="433388"/>
                        <a:pt x="301326" y="467582"/>
                      </a:cubicBezTo>
                      <a:cubicBezTo>
                        <a:pt x="264654" y="512731"/>
                        <a:pt x="227888" y="557879"/>
                        <a:pt x="192836" y="604361"/>
                      </a:cubicBezTo>
                      <a:cubicBezTo>
                        <a:pt x="152831" y="657415"/>
                        <a:pt x="120351" y="714375"/>
                        <a:pt x="115969" y="7899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35" name="任意多边形: 形状 333"/>
                <p:cNvSpPr/>
                <p:nvPr/>
              </p:nvSpPr>
              <p:spPr>
                <a:xfrm>
                  <a:off x="-285625" y="6118668"/>
                  <a:ext cx="53685" cy="107037"/>
                </a:xfrm>
                <a:custGeom>
                  <a:avLst/>
                  <a:gdLst>
                    <a:gd name="connsiteX0" fmla="*/ 222241 w 375783"/>
                    <a:gd name="connsiteY0" fmla="*/ 749237 h 749236"/>
                    <a:gd name="connsiteX1" fmla="*/ 83938 w 375783"/>
                    <a:gd name="connsiteY1" fmla="*/ 608266 h 749236"/>
                    <a:gd name="connsiteX2" fmla="*/ 2213 w 375783"/>
                    <a:gd name="connsiteY2" fmla="*/ 364236 h 749236"/>
                    <a:gd name="connsiteX3" fmla="*/ 99845 w 375783"/>
                    <a:gd name="connsiteY3" fmla="*/ 88868 h 749236"/>
                    <a:gd name="connsiteX4" fmla="*/ 240529 w 375783"/>
                    <a:gd name="connsiteY4" fmla="*/ 0 h 749236"/>
                    <a:gd name="connsiteX5" fmla="*/ 375784 w 375783"/>
                    <a:gd name="connsiteY5" fmla="*/ 332613 h 749236"/>
                    <a:gd name="connsiteX6" fmla="*/ 240529 w 375783"/>
                    <a:gd name="connsiteY6" fmla="*/ 518255 h 749236"/>
                    <a:gd name="connsiteX7" fmla="*/ 222241 w 375783"/>
                    <a:gd name="connsiteY7" fmla="*/ 749237 h 74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783" h="749236">
                      <a:moveTo>
                        <a:pt x="222241" y="749237"/>
                      </a:moveTo>
                      <a:cubicBezTo>
                        <a:pt x="161662" y="709994"/>
                        <a:pt x="118609" y="663035"/>
                        <a:pt x="83938" y="608266"/>
                      </a:cubicBezTo>
                      <a:cubicBezTo>
                        <a:pt x="36694" y="533781"/>
                        <a:pt x="11548" y="452056"/>
                        <a:pt x="2213" y="364236"/>
                      </a:cubicBezTo>
                      <a:cubicBezTo>
                        <a:pt x="-9312" y="255937"/>
                        <a:pt x="24311" y="164592"/>
                        <a:pt x="99845" y="88868"/>
                      </a:cubicBezTo>
                      <a:cubicBezTo>
                        <a:pt x="138707" y="49911"/>
                        <a:pt x="184617" y="19431"/>
                        <a:pt x="240529" y="0"/>
                      </a:cubicBezTo>
                      <a:cubicBezTo>
                        <a:pt x="255007" y="123063"/>
                        <a:pt x="275105" y="242697"/>
                        <a:pt x="375784" y="332613"/>
                      </a:cubicBezTo>
                      <a:cubicBezTo>
                        <a:pt x="317491" y="385286"/>
                        <a:pt x="271009" y="446246"/>
                        <a:pt x="240529" y="518255"/>
                      </a:cubicBezTo>
                      <a:cubicBezTo>
                        <a:pt x="209668" y="590836"/>
                        <a:pt x="194333" y="665036"/>
                        <a:pt x="222241" y="74923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36" name="任意多边形: 形状 334"/>
                <p:cNvSpPr/>
                <p:nvPr/>
              </p:nvSpPr>
              <p:spPr>
                <a:xfrm>
                  <a:off x="-131325" y="5801574"/>
                  <a:ext cx="102520" cy="53950"/>
                </a:xfrm>
                <a:custGeom>
                  <a:avLst/>
                  <a:gdLst>
                    <a:gd name="connsiteX0" fmla="*/ 354235 w 717613"/>
                    <a:gd name="connsiteY0" fmla="*/ 377635 h 377635"/>
                    <a:gd name="connsiteX1" fmla="*/ 211836 w 717613"/>
                    <a:gd name="connsiteY1" fmla="*/ 195708 h 377635"/>
                    <a:gd name="connsiteX2" fmla="*/ 0 w 717613"/>
                    <a:gd name="connsiteY2" fmla="*/ 112936 h 377635"/>
                    <a:gd name="connsiteX3" fmla="*/ 71056 w 717613"/>
                    <a:gd name="connsiteY3" fmla="*/ 64930 h 377635"/>
                    <a:gd name="connsiteX4" fmla="*/ 273367 w 717613"/>
                    <a:gd name="connsiteY4" fmla="*/ 2922 h 377635"/>
                    <a:gd name="connsiteX5" fmla="*/ 491014 w 717613"/>
                    <a:gd name="connsiteY5" fmla="*/ 28544 h 377635"/>
                    <a:gd name="connsiteX6" fmla="*/ 685133 w 717613"/>
                    <a:gd name="connsiteY6" fmla="*/ 229331 h 377635"/>
                    <a:gd name="connsiteX7" fmla="*/ 717613 w 717613"/>
                    <a:gd name="connsiteY7" fmla="*/ 343822 h 377635"/>
                    <a:gd name="connsiteX8" fmla="*/ 354235 w 717613"/>
                    <a:gd name="connsiteY8" fmla="*/ 377635 h 377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7613" h="377635">
                      <a:moveTo>
                        <a:pt x="354235" y="377635"/>
                      </a:moveTo>
                      <a:cubicBezTo>
                        <a:pt x="317278" y="307627"/>
                        <a:pt x="273082" y="244762"/>
                        <a:pt x="211836" y="195708"/>
                      </a:cubicBezTo>
                      <a:cubicBezTo>
                        <a:pt x="151067" y="147130"/>
                        <a:pt x="84677" y="112078"/>
                        <a:pt x="0" y="112936"/>
                      </a:cubicBezTo>
                      <a:cubicBezTo>
                        <a:pt x="23622" y="96838"/>
                        <a:pt x="46101" y="78550"/>
                        <a:pt x="71056" y="64930"/>
                      </a:cubicBezTo>
                      <a:cubicBezTo>
                        <a:pt x="134017" y="30544"/>
                        <a:pt x="201263" y="10351"/>
                        <a:pt x="273367" y="2922"/>
                      </a:cubicBezTo>
                      <a:cubicBezTo>
                        <a:pt x="348520" y="-4889"/>
                        <a:pt x="421100" y="2731"/>
                        <a:pt x="491014" y="28544"/>
                      </a:cubicBezTo>
                      <a:cubicBezTo>
                        <a:pt x="587026" y="63977"/>
                        <a:pt x="649986" y="134557"/>
                        <a:pt x="685133" y="229331"/>
                      </a:cubicBezTo>
                      <a:cubicBezTo>
                        <a:pt x="698373" y="265050"/>
                        <a:pt x="706184" y="302864"/>
                        <a:pt x="717613" y="343822"/>
                      </a:cubicBezTo>
                      <a:cubicBezTo>
                        <a:pt x="589407" y="322295"/>
                        <a:pt x="468916" y="307436"/>
                        <a:pt x="354235" y="3776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37" name="任意多边形: 形状 335"/>
                <p:cNvSpPr/>
                <p:nvPr/>
              </p:nvSpPr>
              <p:spPr>
                <a:xfrm>
                  <a:off x="-295090" y="5986357"/>
                  <a:ext cx="78731" cy="78901"/>
                </a:xfrm>
                <a:custGeom>
                  <a:avLst/>
                  <a:gdLst>
                    <a:gd name="connsiteX0" fmla="*/ 551096 w 551095"/>
                    <a:gd name="connsiteY0" fmla="*/ 33369 h 552290"/>
                    <a:gd name="connsiteX1" fmla="*/ 411555 w 551095"/>
                    <a:gd name="connsiteY1" fmla="*/ 364743 h 552290"/>
                    <a:gd name="connsiteX2" fmla="*/ 10933 w 551095"/>
                    <a:gd name="connsiteY2" fmla="*/ 552291 h 552290"/>
                    <a:gd name="connsiteX3" fmla="*/ 14743 w 551095"/>
                    <a:gd name="connsiteY3" fmla="*/ 343979 h 552290"/>
                    <a:gd name="connsiteX4" fmla="*/ 192575 w 551095"/>
                    <a:gd name="connsiteY4" fmla="*/ 61086 h 552290"/>
                    <a:gd name="connsiteX5" fmla="*/ 350595 w 551095"/>
                    <a:gd name="connsiteY5" fmla="*/ 2031 h 552290"/>
                    <a:gd name="connsiteX6" fmla="*/ 551096 w 551095"/>
                    <a:gd name="connsiteY6" fmla="*/ 33369 h 552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1095" h="552290">
                      <a:moveTo>
                        <a:pt x="551096" y="33369"/>
                      </a:moveTo>
                      <a:cubicBezTo>
                        <a:pt x="472610" y="133000"/>
                        <a:pt x="402982" y="232441"/>
                        <a:pt x="411555" y="364743"/>
                      </a:cubicBezTo>
                      <a:cubicBezTo>
                        <a:pt x="250582" y="369601"/>
                        <a:pt x="103421" y="401224"/>
                        <a:pt x="10933" y="552291"/>
                      </a:cubicBezTo>
                      <a:cubicBezTo>
                        <a:pt x="-5545" y="482567"/>
                        <a:pt x="-2688" y="412940"/>
                        <a:pt x="14743" y="343979"/>
                      </a:cubicBezTo>
                      <a:cubicBezTo>
                        <a:pt x="43318" y="230631"/>
                        <a:pt x="98658" y="133190"/>
                        <a:pt x="192575" y="61086"/>
                      </a:cubicBezTo>
                      <a:cubicBezTo>
                        <a:pt x="238771" y="25653"/>
                        <a:pt x="292302" y="8603"/>
                        <a:pt x="350595" y="2031"/>
                      </a:cubicBezTo>
                      <a:cubicBezTo>
                        <a:pt x="419937" y="-5779"/>
                        <a:pt x="484231" y="9842"/>
                        <a:pt x="551096" y="333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38" name="任意多边形: 形状 336"/>
                <p:cNvSpPr/>
                <p:nvPr/>
              </p:nvSpPr>
              <p:spPr>
                <a:xfrm>
                  <a:off x="-253102" y="6177398"/>
                  <a:ext cx="53249" cy="107241"/>
                </a:xfrm>
                <a:custGeom>
                  <a:avLst/>
                  <a:gdLst>
                    <a:gd name="connsiteX0" fmla="*/ 186612 w 372730"/>
                    <a:gd name="connsiteY0" fmla="*/ 0 h 750665"/>
                    <a:gd name="connsiteX1" fmla="*/ 372731 w 372730"/>
                    <a:gd name="connsiteY1" fmla="*/ 312706 h 750665"/>
                    <a:gd name="connsiteX2" fmla="*/ 286625 w 372730"/>
                    <a:gd name="connsiteY2" fmla="*/ 750665 h 750665"/>
                    <a:gd name="connsiteX3" fmla="*/ 198328 w 372730"/>
                    <a:gd name="connsiteY3" fmla="*/ 693801 h 750665"/>
                    <a:gd name="connsiteX4" fmla="*/ 6590 w 372730"/>
                    <a:gd name="connsiteY4" fmla="*/ 375190 h 750665"/>
                    <a:gd name="connsiteX5" fmla="*/ 89838 w 372730"/>
                    <a:gd name="connsiteY5" fmla="*/ 89630 h 750665"/>
                    <a:gd name="connsiteX6" fmla="*/ 186612 w 372730"/>
                    <a:gd name="connsiteY6" fmla="*/ 0 h 750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2730" h="750665">
                      <a:moveTo>
                        <a:pt x="186612" y="0"/>
                      </a:moveTo>
                      <a:cubicBezTo>
                        <a:pt x="222141" y="125730"/>
                        <a:pt x="261193" y="240982"/>
                        <a:pt x="372731" y="312706"/>
                      </a:cubicBezTo>
                      <a:cubicBezTo>
                        <a:pt x="283101" y="445198"/>
                        <a:pt x="221855" y="583025"/>
                        <a:pt x="286625" y="750665"/>
                      </a:cubicBezTo>
                      <a:cubicBezTo>
                        <a:pt x="257097" y="731806"/>
                        <a:pt x="225855" y="715232"/>
                        <a:pt x="198328" y="693801"/>
                      </a:cubicBezTo>
                      <a:cubicBezTo>
                        <a:pt x="94029" y="612267"/>
                        <a:pt x="31641" y="503968"/>
                        <a:pt x="6590" y="375190"/>
                      </a:cubicBezTo>
                      <a:cubicBezTo>
                        <a:pt x="-14460" y="266890"/>
                        <a:pt x="15353" y="170593"/>
                        <a:pt x="89838" y="89630"/>
                      </a:cubicBezTo>
                      <a:cubicBezTo>
                        <a:pt x="118509" y="58483"/>
                        <a:pt x="152037" y="31718"/>
                        <a:pt x="186612"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39" name="任意多边形: 形状 337"/>
                <p:cNvSpPr/>
                <p:nvPr/>
              </p:nvSpPr>
              <p:spPr>
                <a:xfrm>
                  <a:off x="-187389" y="5830785"/>
                  <a:ext cx="107078" cy="53247"/>
                </a:xfrm>
                <a:custGeom>
                  <a:avLst/>
                  <a:gdLst>
                    <a:gd name="connsiteX0" fmla="*/ 749522 w 749522"/>
                    <a:gd name="connsiteY0" fmla="*/ 253370 h 372718"/>
                    <a:gd name="connsiteX1" fmla="*/ 406908 w 749522"/>
                    <a:gd name="connsiteY1" fmla="*/ 372718 h 372718"/>
                    <a:gd name="connsiteX2" fmla="*/ 0 w 749522"/>
                    <a:gd name="connsiteY2" fmla="*/ 200220 h 372718"/>
                    <a:gd name="connsiteX3" fmla="*/ 69723 w 749522"/>
                    <a:gd name="connsiteY3" fmla="*/ 126782 h 372718"/>
                    <a:gd name="connsiteX4" fmla="*/ 301276 w 749522"/>
                    <a:gd name="connsiteY4" fmla="*/ 12578 h 372718"/>
                    <a:gd name="connsiteX5" fmla="*/ 550259 w 749522"/>
                    <a:gd name="connsiteY5" fmla="*/ 27913 h 372718"/>
                    <a:gd name="connsiteX6" fmla="*/ 704279 w 749522"/>
                    <a:gd name="connsiteY6" fmla="*/ 166407 h 372718"/>
                    <a:gd name="connsiteX7" fmla="*/ 749522 w 749522"/>
                    <a:gd name="connsiteY7" fmla="*/ 253370 h 37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9522" h="372718">
                      <a:moveTo>
                        <a:pt x="749522" y="253370"/>
                      </a:moveTo>
                      <a:cubicBezTo>
                        <a:pt x="621792" y="262037"/>
                        <a:pt x="502063" y="278325"/>
                        <a:pt x="406908" y="372718"/>
                      </a:cubicBezTo>
                      <a:cubicBezTo>
                        <a:pt x="297752" y="257465"/>
                        <a:pt x="175165" y="171550"/>
                        <a:pt x="0" y="200220"/>
                      </a:cubicBezTo>
                      <a:cubicBezTo>
                        <a:pt x="23146" y="175646"/>
                        <a:pt x="44482" y="148976"/>
                        <a:pt x="69723" y="126782"/>
                      </a:cubicBezTo>
                      <a:cubicBezTo>
                        <a:pt x="136493" y="68299"/>
                        <a:pt x="214408" y="30008"/>
                        <a:pt x="301276" y="12578"/>
                      </a:cubicBezTo>
                      <a:cubicBezTo>
                        <a:pt x="385096" y="-4186"/>
                        <a:pt x="469106" y="-8758"/>
                        <a:pt x="550259" y="27913"/>
                      </a:cubicBezTo>
                      <a:cubicBezTo>
                        <a:pt x="616363" y="57821"/>
                        <a:pt x="666560" y="105542"/>
                        <a:pt x="704279" y="166407"/>
                      </a:cubicBezTo>
                      <a:cubicBezTo>
                        <a:pt x="720947" y="193267"/>
                        <a:pt x="733711" y="222604"/>
                        <a:pt x="749522" y="2533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40" name="任意多边形: 形状 338"/>
                <p:cNvSpPr/>
                <p:nvPr/>
              </p:nvSpPr>
              <p:spPr>
                <a:xfrm>
                  <a:off x="-276656" y="5921039"/>
                  <a:ext cx="88070" cy="69473"/>
                </a:xfrm>
                <a:custGeom>
                  <a:avLst/>
                  <a:gdLst>
                    <a:gd name="connsiteX0" fmla="*/ 616471 w 616470"/>
                    <a:gd name="connsiteY0" fmla="*/ 67480 h 486294"/>
                    <a:gd name="connsiteX1" fmla="*/ 426447 w 616470"/>
                    <a:gd name="connsiteY1" fmla="*/ 367708 h 486294"/>
                    <a:gd name="connsiteX2" fmla="*/ 870 w 616470"/>
                    <a:gd name="connsiteY2" fmla="*/ 486294 h 486294"/>
                    <a:gd name="connsiteX3" fmla="*/ 1251 w 616470"/>
                    <a:gd name="connsiteY3" fmla="*/ 421429 h 486294"/>
                    <a:gd name="connsiteX4" fmla="*/ 143364 w 616470"/>
                    <a:gd name="connsiteY4" fmla="*/ 124058 h 486294"/>
                    <a:gd name="connsiteX5" fmla="*/ 392443 w 616470"/>
                    <a:gd name="connsiteY5" fmla="*/ 138 h 486294"/>
                    <a:gd name="connsiteX6" fmla="*/ 616471 w 616470"/>
                    <a:gd name="connsiteY6" fmla="*/ 67480 h 48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6470" h="486294">
                      <a:moveTo>
                        <a:pt x="616471" y="67480"/>
                      </a:moveTo>
                      <a:cubicBezTo>
                        <a:pt x="524840" y="150252"/>
                        <a:pt x="441211" y="235405"/>
                        <a:pt x="426447" y="367708"/>
                      </a:cubicBezTo>
                      <a:cubicBezTo>
                        <a:pt x="270523" y="348372"/>
                        <a:pt x="119361" y="353039"/>
                        <a:pt x="870" y="486294"/>
                      </a:cubicBezTo>
                      <a:cubicBezTo>
                        <a:pt x="870" y="464101"/>
                        <a:pt x="-1321" y="442479"/>
                        <a:pt x="1251" y="421429"/>
                      </a:cubicBezTo>
                      <a:cubicBezTo>
                        <a:pt x="15062" y="306462"/>
                        <a:pt x="65259" y="208069"/>
                        <a:pt x="143364" y="124058"/>
                      </a:cubicBezTo>
                      <a:cubicBezTo>
                        <a:pt x="210515" y="51859"/>
                        <a:pt x="291382" y="3567"/>
                        <a:pt x="392443" y="138"/>
                      </a:cubicBezTo>
                      <a:cubicBezTo>
                        <a:pt x="453117" y="-1862"/>
                        <a:pt x="547605" y="17759"/>
                        <a:pt x="616471" y="6748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41" name="任意多边形: 形状 339"/>
                <p:cNvSpPr/>
                <p:nvPr/>
              </p:nvSpPr>
              <p:spPr>
                <a:xfrm>
                  <a:off x="-205686" y="6239980"/>
                  <a:ext cx="47513" cy="90463"/>
                </a:xfrm>
                <a:custGeom>
                  <a:avLst/>
                  <a:gdLst>
                    <a:gd name="connsiteX0" fmla="*/ 121221 w 332580"/>
                    <a:gd name="connsiteY0" fmla="*/ 0 h 633222"/>
                    <a:gd name="connsiteX1" fmla="*/ 332580 w 332580"/>
                    <a:gd name="connsiteY1" fmla="*/ 242316 h 633222"/>
                    <a:gd name="connsiteX2" fmla="*/ 276669 w 332580"/>
                    <a:gd name="connsiteY2" fmla="*/ 437293 h 633222"/>
                    <a:gd name="connsiteX3" fmla="*/ 327437 w 332580"/>
                    <a:gd name="connsiteY3" fmla="*/ 633222 h 633222"/>
                    <a:gd name="connsiteX4" fmla="*/ 303815 w 332580"/>
                    <a:gd name="connsiteY4" fmla="*/ 629698 h 633222"/>
                    <a:gd name="connsiteX5" fmla="*/ 51212 w 332580"/>
                    <a:gd name="connsiteY5" fmla="*/ 421862 h 633222"/>
                    <a:gd name="connsiteX6" fmla="*/ 63 w 332580"/>
                    <a:gd name="connsiteY6" fmla="*/ 244412 h 633222"/>
                    <a:gd name="connsiteX7" fmla="*/ 78263 w 332580"/>
                    <a:gd name="connsiteY7" fmla="*/ 47625 h 633222"/>
                    <a:gd name="connsiteX8" fmla="*/ 121221 w 332580"/>
                    <a:gd name="connsiteY8" fmla="*/ 0 h 633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2580" h="633222">
                      <a:moveTo>
                        <a:pt x="121221" y="0"/>
                      </a:moveTo>
                      <a:cubicBezTo>
                        <a:pt x="172274" y="102299"/>
                        <a:pt x="223328" y="196596"/>
                        <a:pt x="332580" y="242316"/>
                      </a:cubicBezTo>
                      <a:cubicBezTo>
                        <a:pt x="300767" y="304038"/>
                        <a:pt x="281526" y="368999"/>
                        <a:pt x="276669" y="437293"/>
                      </a:cubicBezTo>
                      <a:cubicBezTo>
                        <a:pt x="271811" y="505873"/>
                        <a:pt x="281812" y="571595"/>
                        <a:pt x="327437" y="633222"/>
                      </a:cubicBezTo>
                      <a:cubicBezTo>
                        <a:pt x="317531" y="631793"/>
                        <a:pt x="310387" y="631793"/>
                        <a:pt x="303815" y="629698"/>
                      </a:cubicBezTo>
                      <a:cubicBezTo>
                        <a:pt x="191706" y="594360"/>
                        <a:pt x="110267" y="521684"/>
                        <a:pt x="51212" y="421862"/>
                      </a:cubicBezTo>
                      <a:cubicBezTo>
                        <a:pt x="18827" y="367189"/>
                        <a:pt x="-1271" y="309372"/>
                        <a:pt x="63" y="244412"/>
                      </a:cubicBezTo>
                      <a:cubicBezTo>
                        <a:pt x="1682" y="168593"/>
                        <a:pt x="32162" y="105156"/>
                        <a:pt x="78263" y="47625"/>
                      </a:cubicBezTo>
                      <a:cubicBezTo>
                        <a:pt x="91026" y="31813"/>
                        <a:pt x="105409" y="17431"/>
                        <a:pt x="121221"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42" name="任意多边形: 形状 340"/>
                <p:cNvSpPr/>
                <p:nvPr/>
              </p:nvSpPr>
              <p:spPr>
                <a:xfrm>
                  <a:off x="-158068" y="6285443"/>
                  <a:ext cx="59224" cy="79326"/>
                </a:xfrm>
                <a:custGeom>
                  <a:avLst/>
                  <a:gdLst>
                    <a:gd name="connsiteX0" fmla="*/ 414557 w 414556"/>
                    <a:gd name="connsiteY0" fmla="*/ 554927 h 555265"/>
                    <a:gd name="connsiteX1" fmla="*/ 262252 w 414556"/>
                    <a:gd name="connsiteY1" fmla="*/ 526352 h 555265"/>
                    <a:gd name="connsiteX2" fmla="*/ 35557 w 414556"/>
                    <a:gd name="connsiteY2" fmla="*/ 332137 h 555265"/>
                    <a:gd name="connsiteX3" fmla="*/ 28889 w 414556"/>
                    <a:gd name="connsiteY3" fmla="*/ 67532 h 555265"/>
                    <a:gd name="connsiteX4" fmla="*/ 62989 w 414556"/>
                    <a:gd name="connsiteY4" fmla="*/ 0 h 555265"/>
                    <a:gd name="connsiteX5" fmla="*/ 322355 w 414556"/>
                    <a:gd name="connsiteY5" fmla="*/ 179832 h 555265"/>
                    <a:gd name="connsiteX6" fmla="*/ 414557 w 414556"/>
                    <a:gd name="connsiteY6" fmla="*/ 554927 h 55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556" h="555265">
                      <a:moveTo>
                        <a:pt x="414557" y="554927"/>
                      </a:moveTo>
                      <a:cubicBezTo>
                        <a:pt x="360550" y="557403"/>
                        <a:pt x="310353" y="546163"/>
                        <a:pt x="262252" y="526352"/>
                      </a:cubicBezTo>
                      <a:cubicBezTo>
                        <a:pt x="165573" y="486537"/>
                        <a:pt x="87182" y="424244"/>
                        <a:pt x="35557" y="332137"/>
                      </a:cubicBezTo>
                      <a:cubicBezTo>
                        <a:pt x="-13021" y="245554"/>
                        <a:pt x="-8449" y="156496"/>
                        <a:pt x="28889" y="67532"/>
                      </a:cubicBezTo>
                      <a:cubicBezTo>
                        <a:pt x="38224" y="45148"/>
                        <a:pt x="50702" y="24098"/>
                        <a:pt x="62989" y="0"/>
                      </a:cubicBezTo>
                      <a:cubicBezTo>
                        <a:pt x="135284" y="84582"/>
                        <a:pt x="207864" y="162878"/>
                        <a:pt x="322355" y="179832"/>
                      </a:cubicBezTo>
                      <a:cubicBezTo>
                        <a:pt x="299590" y="317278"/>
                        <a:pt x="302162" y="447961"/>
                        <a:pt x="414557" y="55492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43" name="任意多边形: 形状 341"/>
                <p:cNvSpPr/>
                <p:nvPr/>
              </p:nvSpPr>
              <p:spPr>
                <a:xfrm>
                  <a:off x="-102796" y="6317829"/>
                  <a:ext cx="64887" cy="67614"/>
                </a:xfrm>
                <a:custGeom>
                  <a:avLst/>
                  <a:gdLst>
                    <a:gd name="connsiteX0" fmla="*/ 305699 w 454193"/>
                    <a:gd name="connsiteY0" fmla="*/ 123920 h 473285"/>
                    <a:gd name="connsiteX1" fmla="*/ 454194 w 454193"/>
                    <a:gd name="connsiteY1" fmla="*/ 469964 h 473285"/>
                    <a:gd name="connsiteX2" fmla="*/ 356658 w 454193"/>
                    <a:gd name="connsiteY2" fmla="*/ 472345 h 473285"/>
                    <a:gd name="connsiteX3" fmla="*/ 106627 w 454193"/>
                    <a:gd name="connsiteY3" fmla="*/ 368332 h 473285"/>
                    <a:gd name="connsiteX4" fmla="*/ 1280 w 454193"/>
                    <a:gd name="connsiteY4" fmla="*/ 174879 h 473285"/>
                    <a:gd name="connsiteX5" fmla="*/ 32141 w 454193"/>
                    <a:gd name="connsiteY5" fmla="*/ 0 h 473285"/>
                    <a:gd name="connsiteX6" fmla="*/ 305699 w 454193"/>
                    <a:gd name="connsiteY6" fmla="*/ 123920 h 473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4193" h="473285">
                      <a:moveTo>
                        <a:pt x="305699" y="123920"/>
                      </a:moveTo>
                      <a:cubicBezTo>
                        <a:pt x="309509" y="257366"/>
                        <a:pt x="332369" y="381953"/>
                        <a:pt x="454194" y="469964"/>
                      </a:cubicBezTo>
                      <a:cubicBezTo>
                        <a:pt x="421618" y="471011"/>
                        <a:pt x="388852" y="475107"/>
                        <a:pt x="356658" y="472345"/>
                      </a:cubicBezTo>
                      <a:cubicBezTo>
                        <a:pt x="262646" y="464439"/>
                        <a:pt x="178921" y="429006"/>
                        <a:pt x="106627" y="368332"/>
                      </a:cubicBezTo>
                      <a:cubicBezTo>
                        <a:pt x="46524" y="317945"/>
                        <a:pt x="7852" y="255175"/>
                        <a:pt x="1280" y="174879"/>
                      </a:cubicBezTo>
                      <a:cubicBezTo>
                        <a:pt x="-3673" y="114586"/>
                        <a:pt x="5566" y="57245"/>
                        <a:pt x="32141" y="0"/>
                      </a:cubicBezTo>
                      <a:cubicBezTo>
                        <a:pt x="113199" y="64866"/>
                        <a:pt x="194161" y="127159"/>
                        <a:pt x="305699" y="1239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nvGrpSpPr>
              <p:cNvPr id="544" name="组合 543"/>
              <p:cNvGrpSpPr/>
              <p:nvPr/>
            </p:nvGrpSpPr>
            <p:grpSpPr>
              <a:xfrm>
                <a:off x="3934" y="3051"/>
                <a:ext cx="526" cy="122"/>
                <a:chOff x="4134" y="3051"/>
                <a:chExt cx="526" cy="122"/>
              </a:xfrm>
            </p:grpSpPr>
            <p:sp>
              <p:nvSpPr>
                <p:cNvPr id="545" name="任意多边形: 形状 316"/>
                <p:cNvSpPr/>
                <p:nvPr/>
              </p:nvSpPr>
              <p:spPr>
                <a:xfrm>
                  <a:off x="41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46" name="任意多边形: 形状 316"/>
                <p:cNvSpPr/>
                <p:nvPr/>
              </p:nvSpPr>
              <p:spPr>
                <a:xfrm>
                  <a:off x="43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47" name="任意多边形: 形状 316"/>
                <p:cNvSpPr/>
                <p:nvPr/>
              </p:nvSpPr>
              <p:spPr>
                <a:xfrm>
                  <a:off x="45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grpSp>
          <p:nvGrpSpPr>
            <p:cNvPr id="548" name="组合 547"/>
            <p:cNvGrpSpPr>
              <a:grpSpLocks noChangeAspect="1"/>
            </p:cNvGrpSpPr>
            <p:nvPr/>
          </p:nvGrpSpPr>
          <p:grpSpPr>
            <a:xfrm rot="0">
              <a:off x="4454" y="3141"/>
              <a:ext cx="3401" cy="1046"/>
              <a:chOff x="2324" y="3051"/>
              <a:chExt cx="3746" cy="1152"/>
            </a:xfrm>
          </p:grpSpPr>
          <p:grpSp>
            <p:nvGrpSpPr>
              <p:cNvPr id="549" name="组合 548"/>
              <p:cNvGrpSpPr/>
              <p:nvPr/>
            </p:nvGrpSpPr>
            <p:grpSpPr>
              <a:xfrm rot="0">
                <a:off x="5448" y="3051"/>
                <a:ext cx="622" cy="1153"/>
                <a:chOff x="161382" y="5709773"/>
                <a:chExt cx="394870" cy="732742"/>
              </a:xfrm>
              <a:gradFill>
                <a:gsLst>
                  <a:gs pos="65000">
                    <a:srgbClr val="FFCD69"/>
                  </a:gs>
                  <a:gs pos="0">
                    <a:srgbClr val="FFCD69">
                      <a:lumMod val="60000"/>
                      <a:lumOff val="40000"/>
                    </a:srgbClr>
                  </a:gs>
                </a:gsLst>
                <a:lin ang="16200000" scaled="1"/>
              </a:gradFill>
            </p:grpSpPr>
            <p:sp>
              <p:nvSpPr>
                <p:cNvPr id="550" name="任意多边形: 形状 342"/>
                <p:cNvSpPr/>
                <p:nvPr/>
              </p:nvSpPr>
              <p:spPr>
                <a:xfrm>
                  <a:off x="161382" y="5741166"/>
                  <a:ext cx="94563" cy="59022"/>
                </a:xfrm>
                <a:custGeom>
                  <a:avLst/>
                  <a:gdLst>
                    <a:gd name="connsiteX0" fmla="*/ 661919 w 661918"/>
                    <a:gd name="connsiteY0" fmla="*/ 323183 h 413139"/>
                    <a:gd name="connsiteX1" fmla="*/ 532665 w 661918"/>
                    <a:gd name="connsiteY1" fmla="*/ 342900 h 413139"/>
                    <a:gd name="connsiteX2" fmla="*/ 361786 w 661918"/>
                    <a:gd name="connsiteY2" fmla="*/ 406432 h 413139"/>
                    <a:gd name="connsiteX3" fmla="*/ 110040 w 661918"/>
                    <a:gd name="connsiteY3" fmla="*/ 360331 h 413139"/>
                    <a:gd name="connsiteX4" fmla="*/ 21458 w 661918"/>
                    <a:gd name="connsiteY4" fmla="*/ 227171 h 413139"/>
                    <a:gd name="connsiteX5" fmla="*/ 4980 w 661918"/>
                    <a:gd name="connsiteY5" fmla="*/ 0 h 413139"/>
                    <a:gd name="connsiteX6" fmla="*/ 186717 w 661918"/>
                    <a:gd name="connsiteY6" fmla="*/ 99632 h 413139"/>
                    <a:gd name="connsiteX7" fmla="*/ 337307 w 661918"/>
                    <a:gd name="connsiteY7" fmla="*/ 103727 h 413139"/>
                    <a:gd name="connsiteX8" fmla="*/ 457608 w 661918"/>
                    <a:gd name="connsiteY8" fmla="*/ 125159 h 413139"/>
                    <a:gd name="connsiteX9" fmla="*/ 661919 w 661918"/>
                    <a:gd name="connsiteY9" fmla="*/ 323183 h 41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1918" h="413139">
                      <a:moveTo>
                        <a:pt x="661919" y="323183"/>
                      </a:moveTo>
                      <a:cubicBezTo>
                        <a:pt x="611151" y="308324"/>
                        <a:pt x="571527" y="324136"/>
                        <a:pt x="532665" y="342900"/>
                      </a:cubicBezTo>
                      <a:cubicBezTo>
                        <a:pt x="477705" y="369570"/>
                        <a:pt x="423032" y="397002"/>
                        <a:pt x="361786" y="406432"/>
                      </a:cubicBezTo>
                      <a:cubicBezTo>
                        <a:pt x="272728" y="420053"/>
                        <a:pt x="186336" y="416719"/>
                        <a:pt x="110040" y="360331"/>
                      </a:cubicBezTo>
                      <a:cubicBezTo>
                        <a:pt x="64606" y="326708"/>
                        <a:pt x="37746" y="280130"/>
                        <a:pt x="21458" y="227171"/>
                      </a:cubicBezTo>
                      <a:cubicBezTo>
                        <a:pt x="-1116" y="154019"/>
                        <a:pt x="-4545" y="79153"/>
                        <a:pt x="4980" y="0"/>
                      </a:cubicBezTo>
                      <a:cubicBezTo>
                        <a:pt x="52890" y="59722"/>
                        <a:pt x="115184" y="90868"/>
                        <a:pt x="186717" y="99632"/>
                      </a:cubicBezTo>
                      <a:cubicBezTo>
                        <a:pt x="236342" y="105728"/>
                        <a:pt x="287015" y="103346"/>
                        <a:pt x="337307" y="103727"/>
                      </a:cubicBezTo>
                      <a:cubicBezTo>
                        <a:pt x="378741" y="104108"/>
                        <a:pt x="419031" y="109538"/>
                        <a:pt x="457608" y="125159"/>
                      </a:cubicBezTo>
                      <a:cubicBezTo>
                        <a:pt x="550477" y="162878"/>
                        <a:pt x="613722" y="231267"/>
                        <a:pt x="661919" y="3231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51" name="任意多边形: 形状 343"/>
                <p:cNvSpPr/>
                <p:nvPr/>
              </p:nvSpPr>
              <p:spPr>
                <a:xfrm>
                  <a:off x="247888" y="5709773"/>
                  <a:ext cx="71274" cy="98083"/>
                </a:xfrm>
                <a:custGeom>
                  <a:avLst/>
                  <a:gdLst>
                    <a:gd name="connsiteX0" fmla="*/ 102025 w 498901"/>
                    <a:gd name="connsiteY0" fmla="*/ 0 h 686561"/>
                    <a:gd name="connsiteX1" fmla="*/ 239947 w 498901"/>
                    <a:gd name="connsiteY1" fmla="*/ 210217 h 686561"/>
                    <a:gd name="connsiteX2" fmla="*/ 371964 w 498901"/>
                    <a:gd name="connsiteY2" fmla="*/ 304705 h 686561"/>
                    <a:gd name="connsiteX3" fmla="*/ 485883 w 498901"/>
                    <a:gd name="connsiteY3" fmla="*/ 467392 h 686561"/>
                    <a:gd name="connsiteX4" fmla="*/ 491407 w 498901"/>
                    <a:gd name="connsiteY4" fmla="*/ 674275 h 686561"/>
                    <a:gd name="connsiteX5" fmla="*/ 486645 w 498901"/>
                    <a:gd name="connsiteY5" fmla="*/ 686562 h 686561"/>
                    <a:gd name="connsiteX6" fmla="*/ 207276 w 498901"/>
                    <a:gd name="connsiteY6" fmla="*/ 514541 h 686561"/>
                    <a:gd name="connsiteX7" fmla="*/ 124599 w 498901"/>
                    <a:gd name="connsiteY7" fmla="*/ 480917 h 686561"/>
                    <a:gd name="connsiteX8" fmla="*/ 7537 w 498901"/>
                    <a:gd name="connsiteY8" fmla="*/ 327184 h 686561"/>
                    <a:gd name="connsiteX9" fmla="*/ 58020 w 498901"/>
                    <a:gd name="connsiteY9" fmla="*/ 45434 h 686561"/>
                    <a:gd name="connsiteX10" fmla="*/ 80213 w 498901"/>
                    <a:gd name="connsiteY10" fmla="*/ 16478 h 686561"/>
                    <a:gd name="connsiteX11" fmla="*/ 102025 w 498901"/>
                    <a:gd name="connsiteY11" fmla="*/ 0 h 68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8901" h="686561">
                      <a:moveTo>
                        <a:pt x="102025" y="0"/>
                      </a:moveTo>
                      <a:cubicBezTo>
                        <a:pt x="119266" y="90678"/>
                        <a:pt x="175082" y="154400"/>
                        <a:pt x="239947" y="210217"/>
                      </a:cubicBezTo>
                      <a:cubicBezTo>
                        <a:pt x="280809" y="245364"/>
                        <a:pt x="326625" y="275177"/>
                        <a:pt x="371964" y="304705"/>
                      </a:cubicBezTo>
                      <a:cubicBezTo>
                        <a:pt x="432352" y="343948"/>
                        <a:pt x="468547" y="399098"/>
                        <a:pt x="485883" y="467392"/>
                      </a:cubicBezTo>
                      <a:cubicBezTo>
                        <a:pt x="503314" y="535781"/>
                        <a:pt x="501218" y="605028"/>
                        <a:pt x="491407" y="674275"/>
                      </a:cubicBezTo>
                      <a:cubicBezTo>
                        <a:pt x="490931" y="677894"/>
                        <a:pt x="488740" y="681228"/>
                        <a:pt x="486645" y="686562"/>
                      </a:cubicBezTo>
                      <a:cubicBezTo>
                        <a:pt x="414731" y="593693"/>
                        <a:pt x="308051" y="558832"/>
                        <a:pt x="207276" y="514541"/>
                      </a:cubicBezTo>
                      <a:cubicBezTo>
                        <a:pt x="180035" y="502539"/>
                        <a:pt x="151841" y="492824"/>
                        <a:pt x="124599" y="480917"/>
                      </a:cubicBezTo>
                      <a:cubicBezTo>
                        <a:pt x="57353" y="451390"/>
                        <a:pt x="20967" y="397955"/>
                        <a:pt x="7537" y="327184"/>
                      </a:cubicBezTo>
                      <a:cubicBezTo>
                        <a:pt x="-11513" y="226886"/>
                        <a:pt x="5632" y="132874"/>
                        <a:pt x="58020" y="45434"/>
                      </a:cubicBezTo>
                      <a:cubicBezTo>
                        <a:pt x="64211" y="35052"/>
                        <a:pt x="72022" y="25337"/>
                        <a:pt x="80213" y="16478"/>
                      </a:cubicBezTo>
                      <a:cubicBezTo>
                        <a:pt x="85738" y="10382"/>
                        <a:pt x="93453" y="6287"/>
                        <a:pt x="102025"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52" name="任意多边形: 形状 344"/>
                <p:cNvSpPr/>
                <p:nvPr/>
              </p:nvSpPr>
              <p:spPr>
                <a:xfrm>
                  <a:off x="436641" y="5848557"/>
                  <a:ext cx="47246" cy="112303"/>
                </a:xfrm>
                <a:custGeom>
                  <a:avLst/>
                  <a:gdLst>
                    <a:gd name="connsiteX0" fmla="*/ 284228 w 330709"/>
                    <a:gd name="connsiteY0" fmla="*/ 0 h 786098"/>
                    <a:gd name="connsiteX1" fmla="*/ 270226 w 330709"/>
                    <a:gd name="connsiteY1" fmla="*/ 274796 h 786098"/>
                    <a:gd name="connsiteX2" fmla="*/ 308135 w 330709"/>
                    <a:gd name="connsiteY2" fmla="*/ 394145 h 786098"/>
                    <a:gd name="connsiteX3" fmla="*/ 295277 w 330709"/>
                    <a:gd name="connsiteY3" fmla="*/ 638937 h 786098"/>
                    <a:gd name="connsiteX4" fmla="*/ 182500 w 330709"/>
                    <a:gd name="connsiteY4" fmla="*/ 786098 h 786098"/>
                    <a:gd name="connsiteX5" fmla="*/ 172785 w 330709"/>
                    <a:gd name="connsiteY5" fmla="*/ 712470 h 786098"/>
                    <a:gd name="connsiteX6" fmla="*/ 83726 w 330709"/>
                    <a:gd name="connsiteY6" fmla="*/ 522637 h 786098"/>
                    <a:gd name="connsiteX7" fmla="*/ 37911 w 330709"/>
                    <a:gd name="connsiteY7" fmla="*/ 445961 h 786098"/>
                    <a:gd name="connsiteX8" fmla="*/ 23338 w 330709"/>
                    <a:gd name="connsiteY8" fmla="*/ 202406 h 786098"/>
                    <a:gd name="connsiteX9" fmla="*/ 203551 w 330709"/>
                    <a:gd name="connsiteY9" fmla="*/ 15907 h 786098"/>
                    <a:gd name="connsiteX10" fmla="*/ 284228 w 330709"/>
                    <a:gd name="connsiteY10" fmla="*/ 0 h 78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709" h="786098">
                      <a:moveTo>
                        <a:pt x="284228" y="0"/>
                      </a:moveTo>
                      <a:cubicBezTo>
                        <a:pt x="237555" y="95440"/>
                        <a:pt x="251462" y="185452"/>
                        <a:pt x="270226" y="274796"/>
                      </a:cubicBezTo>
                      <a:cubicBezTo>
                        <a:pt x="278799" y="315468"/>
                        <a:pt x="292038" y="355759"/>
                        <a:pt x="308135" y="394145"/>
                      </a:cubicBezTo>
                      <a:cubicBezTo>
                        <a:pt x="343378" y="478441"/>
                        <a:pt x="336043" y="559118"/>
                        <a:pt x="295277" y="638937"/>
                      </a:cubicBezTo>
                      <a:cubicBezTo>
                        <a:pt x="267082" y="693992"/>
                        <a:pt x="229554" y="741617"/>
                        <a:pt x="182500" y="786098"/>
                      </a:cubicBezTo>
                      <a:cubicBezTo>
                        <a:pt x="179167" y="759524"/>
                        <a:pt x="178024" y="735521"/>
                        <a:pt x="172785" y="712470"/>
                      </a:cubicBezTo>
                      <a:cubicBezTo>
                        <a:pt x="157069" y="642842"/>
                        <a:pt x="118969" y="583311"/>
                        <a:pt x="83726" y="522637"/>
                      </a:cubicBezTo>
                      <a:cubicBezTo>
                        <a:pt x="68772" y="496919"/>
                        <a:pt x="53341" y="471392"/>
                        <a:pt x="37911" y="445961"/>
                      </a:cubicBezTo>
                      <a:cubicBezTo>
                        <a:pt x="-9619" y="367284"/>
                        <a:pt x="-10095" y="285845"/>
                        <a:pt x="23338" y="202406"/>
                      </a:cubicBezTo>
                      <a:cubicBezTo>
                        <a:pt x="58009" y="115729"/>
                        <a:pt x="114873" y="49721"/>
                        <a:pt x="203551" y="15907"/>
                      </a:cubicBezTo>
                      <a:cubicBezTo>
                        <a:pt x="226792" y="6858"/>
                        <a:pt x="253176" y="5810"/>
                        <a:pt x="284228"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53" name="任意多边形: 形状 345"/>
                <p:cNvSpPr/>
                <p:nvPr/>
              </p:nvSpPr>
              <p:spPr>
                <a:xfrm>
                  <a:off x="306784" y="6354415"/>
                  <a:ext cx="111339" cy="46622"/>
                </a:xfrm>
                <a:custGeom>
                  <a:avLst/>
                  <a:gdLst>
                    <a:gd name="connsiteX0" fmla="*/ 775430 w 779345"/>
                    <a:gd name="connsiteY0" fmla="*/ 292072 h 326343"/>
                    <a:gd name="connsiteX1" fmla="*/ 544163 w 779345"/>
                    <a:gd name="connsiteY1" fmla="*/ 266450 h 326343"/>
                    <a:gd name="connsiteX2" fmla="*/ 380429 w 779345"/>
                    <a:gd name="connsiteY2" fmla="*/ 309598 h 326343"/>
                    <a:gd name="connsiteX3" fmla="*/ 134112 w 779345"/>
                    <a:gd name="connsiteY3" fmla="*/ 280928 h 326343"/>
                    <a:gd name="connsiteX4" fmla="*/ 0 w 779345"/>
                    <a:gd name="connsiteY4" fmla="*/ 169390 h 326343"/>
                    <a:gd name="connsiteX5" fmla="*/ 58198 w 779345"/>
                    <a:gd name="connsiteY5" fmla="*/ 163866 h 326343"/>
                    <a:gd name="connsiteX6" fmla="*/ 227647 w 779345"/>
                    <a:gd name="connsiteY6" fmla="*/ 98715 h 326343"/>
                    <a:gd name="connsiteX7" fmla="*/ 355378 w 779345"/>
                    <a:gd name="connsiteY7" fmla="*/ 27087 h 326343"/>
                    <a:gd name="connsiteX8" fmla="*/ 577977 w 779345"/>
                    <a:gd name="connsiteY8" fmla="*/ 22991 h 326343"/>
                    <a:gd name="connsiteX9" fmla="*/ 744760 w 779345"/>
                    <a:gd name="connsiteY9" fmla="*/ 162247 h 326343"/>
                    <a:gd name="connsiteX10" fmla="*/ 778859 w 779345"/>
                    <a:gd name="connsiteY10" fmla="*/ 267593 h 326343"/>
                    <a:gd name="connsiteX11" fmla="*/ 775430 w 779345"/>
                    <a:gd name="connsiteY11" fmla="*/ 292072 h 3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9345" h="326343">
                      <a:moveTo>
                        <a:pt x="775430" y="292072"/>
                      </a:moveTo>
                      <a:cubicBezTo>
                        <a:pt x="699421" y="250829"/>
                        <a:pt x="621506" y="252924"/>
                        <a:pt x="544163" y="266450"/>
                      </a:cubicBezTo>
                      <a:cubicBezTo>
                        <a:pt x="488728" y="276165"/>
                        <a:pt x="433483" y="290644"/>
                        <a:pt x="380429" y="309598"/>
                      </a:cubicBezTo>
                      <a:cubicBezTo>
                        <a:pt x="292417" y="340936"/>
                        <a:pt x="211741" y="326553"/>
                        <a:pt x="134112" y="280928"/>
                      </a:cubicBezTo>
                      <a:cubicBezTo>
                        <a:pt x="84582" y="251781"/>
                        <a:pt x="40672" y="215396"/>
                        <a:pt x="0" y="169390"/>
                      </a:cubicBezTo>
                      <a:cubicBezTo>
                        <a:pt x="21622" y="167390"/>
                        <a:pt x="39910" y="165961"/>
                        <a:pt x="58198" y="163866"/>
                      </a:cubicBezTo>
                      <a:cubicBezTo>
                        <a:pt x="120396" y="157008"/>
                        <a:pt x="174212" y="128052"/>
                        <a:pt x="227647" y="98715"/>
                      </a:cubicBezTo>
                      <a:cubicBezTo>
                        <a:pt x="270415" y="75188"/>
                        <a:pt x="311944" y="49280"/>
                        <a:pt x="355378" y="27087"/>
                      </a:cubicBezTo>
                      <a:cubicBezTo>
                        <a:pt x="428434" y="-10251"/>
                        <a:pt x="503777" y="-6441"/>
                        <a:pt x="577977" y="22991"/>
                      </a:cubicBezTo>
                      <a:cubicBezTo>
                        <a:pt x="648462" y="50995"/>
                        <a:pt x="708088" y="94905"/>
                        <a:pt x="744760" y="162247"/>
                      </a:cubicBezTo>
                      <a:cubicBezTo>
                        <a:pt x="762095" y="194155"/>
                        <a:pt x="768572" y="232065"/>
                        <a:pt x="778859" y="267593"/>
                      </a:cubicBezTo>
                      <a:cubicBezTo>
                        <a:pt x="780669" y="274070"/>
                        <a:pt x="776954" y="282166"/>
                        <a:pt x="775430" y="29207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54" name="任意多边形: 形状 346"/>
                <p:cNvSpPr/>
                <p:nvPr/>
              </p:nvSpPr>
              <p:spPr>
                <a:xfrm>
                  <a:off x="474520" y="5928904"/>
                  <a:ext cx="49387" cy="107369"/>
                </a:xfrm>
                <a:custGeom>
                  <a:avLst/>
                  <a:gdLst>
                    <a:gd name="connsiteX0" fmla="*/ 78806 w 345696"/>
                    <a:gd name="connsiteY0" fmla="*/ 751560 h 751560"/>
                    <a:gd name="connsiteX1" fmla="*/ 88046 w 345696"/>
                    <a:gd name="connsiteY1" fmla="*/ 688124 h 751560"/>
                    <a:gd name="connsiteX2" fmla="*/ 66519 w 345696"/>
                    <a:gd name="connsiteY2" fmla="*/ 551249 h 751560"/>
                    <a:gd name="connsiteX3" fmla="*/ 16703 w 345696"/>
                    <a:gd name="connsiteY3" fmla="*/ 395230 h 751560"/>
                    <a:gd name="connsiteX4" fmla="*/ 44612 w 345696"/>
                    <a:gd name="connsiteY4" fmla="*/ 157105 h 751560"/>
                    <a:gd name="connsiteX5" fmla="*/ 240160 w 345696"/>
                    <a:gd name="connsiteY5" fmla="*/ 7277 h 751560"/>
                    <a:gd name="connsiteX6" fmla="*/ 345697 w 345696"/>
                    <a:gd name="connsiteY6" fmla="*/ 9658 h 751560"/>
                    <a:gd name="connsiteX7" fmla="*/ 280355 w 345696"/>
                    <a:gd name="connsiteY7" fmla="*/ 316649 h 751560"/>
                    <a:gd name="connsiteX8" fmla="*/ 292833 w 345696"/>
                    <a:gd name="connsiteY8" fmla="*/ 444188 h 751560"/>
                    <a:gd name="connsiteX9" fmla="*/ 271687 w 345696"/>
                    <a:gd name="connsiteY9" fmla="*/ 553154 h 751560"/>
                    <a:gd name="connsiteX10" fmla="*/ 78806 w 345696"/>
                    <a:gd name="connsiteY10" fmla="*/ 751560 h 7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5696" h="751560">
                      <a:moveTo>
                        <a:pt x="78806" y="751560"/>
                      </a:moveTo>
                      <a:cubicBezTo>
                        <a:pt x="82712" y="726700"/>
                        <a:pt x="89950" y="706983"/>
                        <a:pt x="88046" y="688124"/>
                      </a:cubicBezTo>
                      <a:cubicBezTo>
                        <a:pt x="83378" y="642213"/>
                        <a:pt x="77758" y="595922"/>
                        <a:pt x="66519" y="551249"/>
                      </a:cubicBezTo>
                      <a:cubicBezTo>
                        <a:pt x="53279" y="498386"/>
                        <a:pt x="34991" y="446665"/>
                        <a:pt x="16703" y="395230"/>
                      </a:cubicBezTo>
                      <a:cubicBezTo>
                        <a:pt x="-13396" y="310838"/>
                        <a:pt x="-2061" y="230733"/>
                        <a:pt x="44612" y="157105"/>
                      </a:cubicBezTo>
                      <a:cubicBezTo>
                        <a:pt x="90808" y="84143"/>
                        <a:pt x="154054" y="29851"/>
                        <a:pt x="240160" y="7277"/>
                      </a:cubicBezTo>
                      <a:cubicBezTo>
                        <a:pt x="275402" y="-1963"/>
                        <a:pt x="310550" y="-3677"/>
                        <a:pt x="345697" y="9658"/>
                      </a:cubicBezTo>
                      <a:cubicBezTo>
                        <a:pt x="278355" y="102908"/>
                        <a:pt x="271878" y="208349"/>
                        <a:pt x="280355" y="316649"/>
                      </a:cubicBezTo>
                      <a:cubicBezTo>
                        <a:pt x="283689" y="359225"/>
                        <a:pt x="293785" y="401802"/>
                        <a:pt x="292833" y="444188"/>
                      </a:cubicBezTo>
                      <a:cubicBezTo>
                        <a:pt x="291976" y="480764"/>
                        <a:pt x="285975" y="519722"/>
                        <a:pt x="271687" y="553154"/>
                      </a:cubicBezTo>
                      <a:cubicBezTo>
                        <a:pt x="234063" y="640784"/>
                        <a:pt x="163674" y="699458"/>
                        <a:pt x="78806" y="75156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55" name="任意多边形: 形状 347"/>
                <p:cNvSpPr/>
                <p:nvPr/>
              </p:nvSpPr>
              <p:spPr>
                <a:xfrm>
                  <a:off x="229166" y="6393357"/>
                  <a:ext cx="106681" cy="49158"/>
                </a:xfrm>
                <a:custGeom>
                  <a:avLst/>
                  <a:gdLst>
                    <a:gd name="connsiteX0" fmla="*/ 743998 w 746743"/>
                    <a:gd name="connsiteY0" fmla="*/ 344095 h 344094"/>
                    <a:gd name="connsiteX1" fmla="*/ 509969 w 746743"/>
                    <a:gd name="connsiteY1" fmla="*/ 278373 h 344094"/>
                    <a:gd name="connsiteX2" fmla="*/ 343281 w 746743"/>
                    <a:gd name="connsiteY2" fmla="*/ 290850 h 344094"/>
                    <a:gd name="connsiteX3" fmla="*/ 155162 w 746743"/>
                    <a:gd name="connsiteY3" fmla="*/ 249036 h 344094"/>
                    <a:gd name="connsiteX4" fmla="*/ 0 w 746743"/>
                    <a:gd name="connsiteY4" fmla="*/ 77681 h 344094"/>
                    <a:gd name="connsiteX5" fmla="*/ 51911 w 746743"/>
                    <a:gd name="connsiteY5" fmla="*/ 85301 h 344094"/>
                    <a:gd name="connsiteX6" fmla="*/ 225076 w 746743"/>
                    <a:gd name="connsiteY6" fmla="*/ 59107 h 344094"/>
                    <a:gd name="connsiteX7" fmla="*/ 347186 w 746743"/>
                    <a:gd name="connsiteY7" fmla="*/ 19769 h 344094"/>
                    <a:gd name="connsiteX8" fmla="*/ 589979 w 746743"/>
                    <a:gd name="connsiteY8" fmla="*/ 44248 h 344094"/>
                    <a:gd name="connsiteX9" fmla="*/ 744950 w 746743"/>
                    <a:gd name="connsiteY9" fmla="*/ 263323 h 344094"/>
                    <a:gd name="connsiteX10" fmla="*/ 743998 w 746743"/>
                    <a:gd name="connsiteY10" fmla="*/ 344095 h 344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6743" h="344094">
                      <a:moveTo>
                        <a:pt x="743998" y="344095"/>
                      </a:moveTo>
                      <a:cubicBezTo>
                        <a:pt x="670084" y="290755"/>
                        <a:pt x="590550" y="279610"/>
                        <a:pt x="509969" y="278373"/>
                      </a:cubicBezTo>
                      <a:cubicBezTo>
                        <a:pt x="454438" y="277515"/>
                        <a:pt x="398716" y="284754"/>
                        <a:pt x="343281" y="290850"/>
                      </a:cubicBezTo>
                      <a:cubicBezTo>
                        <a:pt x="275463" y="298280"/>
                        <a:pt x="212407" y="287802"/>
                        <a:pt x="155162" y="249036"/>
                      </a:cubicBezTo>
                      <a:cubicBezTo>
                        <a:pt x="90773" y="205411"/>
                        <a:pt x="41243" y="148356"/>
                        <a:pt x="0" y="77681"/>
                      </a:cubicBezTo>
                      <a:cubicBezTo>
                        <a:pt x="20003" y="80729"/>
                        <a:pt x="35909" y="84062"/>
                        <a:pt x="51911" y="85301"/>
                      </a:cubicBezTo>
                      <a:cubicBezTo>
                        <a:pt x="111633" y="90063"/>
                        <a:pt x="168688" y="77109"/>
                        <a:pt x="225076" y="59107"/>
                      </a:cubicBezTo>
                      <a:cubicBezTo>
                        <a:pt x="265843" y="46058"/>
                        <a:pt x="307467" y="35485"/>
                        <a:pt x="347186" y="19769"/>
                      </a:cubicBezTo>
                      <a:cubicBezTo>
                        <a:pt x="433006" y="-14236"/>
                        <a:pt x="513969" y="-3282"/>
                        <a:pt x="589979" y="44248"/>
                      </a:cubicBezTo>
                      <a:cubicBezTo>
                        <a:pt x="671608" y="95207"/>
                        <a:pt x="729234" y="165692"/>
                        <a:pt x="744950" y="263323"/>
                      </a:cubicBezTo>
                      <a:cubicBezTo>
                        <a:pt x="749237" y="289517"/>
                        <a:pt x="744569" y="317139"/>
                        <a:pt x="743998" y="34409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56" name="任意多边形: 形状 348"/>
                <p:cNvSpPr/>
                <p:nvPr/>
              </p:nvSpPr>
              <p:spPr>
                <a:xfrm>
                  <a:off x="373897" y="6289458"/>
                  <a:ext cx="110072" cy="57380"/>
                </a:xfrm>
                <a:custGeom>
                  <a:avLst/>
                  <a:gdLst>
                    <a:gd name="connsiteX0" fmla="*/ 770477 w 770477"/>
                    <a:gd name="connsiteY0" fmla="*/ 180869 h 401643"/>
                    <a:gd name="connsiteX1" fmla="*/ 476631 w 770477"/>
                    <a:gd name="connsiteY1" fmla="*/ 281643 h 401643"/>
                    <a:gd name="connsiteX2" fmla="*/ 387477 w 770477"/>
                    <a:gd name="connsiteY2" fmla="*/ 350223 h 401643"/>
                    <a:gd name="connsiteX3" fmla="*/ 190690 w 770477"/>
                    <a:gd name="connsiteY3" fmla="*/ 398896 h 401643"/>
                    <a:gd name="connsiteX4" fmla="*/ 0 w 770477"/>
                    <a:gd name="connsiteY4" fmla="*/ 334602 h 401643"/>
                    <a:gd name="connsiteX5" fmla="*/ 40196 w 770477"/>
                    <a:gd name="connsiteY5" fmla="*/ 319077 h 401643"/>
                    <a:gd name="connsiteX6" fmla="*/ 161449 w 770477"/>
                    <a:gd name="connsiteY6" fmla="*/ 224112 h 401643"/>
                    <a:gd name="connsiteX7" fmla="*/ 299562 w 770477"/>
                    <a:gd name="connsiteY7" fmla="*/ 70855 h 401643"/>
                    <a:gd name="connsiteX8" fmla="*/ 452438 w 770477"/>
                    <a:gd name="connsiteY8" fmla="*/ 1418 h 401643"/>
                    <a:gd name="connsiteX9" fmla="*/ 691991 w 770477"/>
                    <a:gd name="connsiteY9" fmla="*/ 68188 h 401643"/>
                    <a:gd name="connsiteX10" fmla="*/ 770477 w 770477"/>
                    <a:gd name="connsiteY10" fmla="*/ 180869 h 40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0477" h="401643">
                      <a:moveTo>
                        <a:pt x="770477" y="180869"/>
                      </a:moveTo>
                      <a:cubicBezTo>
                        <a:pt x="655987" y="172391"/>
                        <a:pt x="564737" y="223064"/>
                        <a:pt x="476631" y="281643"/>
                      </a:cubicBezTo>
                      <a:cubicBezTo>
                        <a:pt x="445484" y="302312"/>
                        <a:pt x="417100" y="327268"/>
                        <a:pt x="387477" y="350223"/>
                      </a:cubicBezTo>
                      <a:cubicBezTo>
                        <a:pt x="328994" y="395372"/>
                        <a:pt x="262890" y="407945"/>
                        <a:pt x="190690" y="398896"/>
                      </a:cubicBezTo>
                      <a:cubicBezTo>
                        <a:pt x="124016" y="390514"/>
                        <a:pt x="62103" y="369273"/>
                        <a:pt x="0" y="334602"/>
                      </a:cubicBezTo>
                      <a:cubicBezTo>
                        <a:pt x="15716" y="328602"/>
                        <a:pt x="28385" y="324696"/>
                        <a:pt x="40196" y="319077"/>
                      </a:cubicBezTo>
                      <a:cubicBezTo>
                        <a:pt x="87535" y="296312"/>
                        <a:pt x="126968" y="263736"/>
                        <a:pt x="161449" y="224112"/>
                      </a:cubicBezTo>
                      <a:cubicBezTo>
                        <a:pt x="206598" y="172296"/>
                        <a:pt x="252984" y="121433"/>
                        <a:pt x="299562" y="70855"/>
                      </a:cubicBezTo>
                      <a:cubicBezTo>
                        <a:pt x="340519" y="26278"/>
                        <a:pt x="394145" y="6371"/>
                        <a:pt x="452438" y="1418"/>
                      </a:cubicBezTo>
                      <a:cubicBezTo>
                        <a:pt x="539877" y="-5916"/>
                        <a:pt x="621030" y="15038"/>
                        <a:pt x="691991" y="68188"/>
                      </a:cubicBezTo>
                      <a:cubicBezTo>
                        <a:pt x="729806" y="96668"/>
                        <a:pt x="758857" y="132196"/>
                        <a:pt x="770477" y="1808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57" name="任意多边形: 形状 349"/>
                <p:cNvSpPr/>
                <p:nvPr/>
              </p:nvSpPr>
              <p:spPr>
                <a:xfrm>
                  <a:off x="323941" y="5739655"/>
                  <a:ext cx="58777" cy="110997"/>
                </a:xfrm>
                <a:custGeom>
                  <a:avLst/>
                  <a:gdLst>
                    <a:gd name="connsiteX0" fmla="*/ 349961 w 411427"/>
                    <a:gd name="connsiteY0" fmla="*/ 776954 h 776954"/>
                    <a:gd name="connsiteX1" fmla="*/ 203848 w 411427"/>
                    <a:gd name="connsiteY1" fmla="*/ 586169 h 776954"/>
                    <a:gd name="connsiteX2" fmla="*/ 74213 w 411427"/>
                    <a:gd name="connsiteY2" fmla="*/ 480346 h 776954"/>
                    <a:gd name="connsiteX3" fmla="*/ 108 w 411427"/>
                    <a:gd name="connsiteY3" fmla="*/ 319278 h 776954"/>
                    <a:gd name="connsiteX4" fmla="*/ 106121 w 411427"/>
                    <a:gd name="connsiteY4" fmla="*/ 48292 h 776954"/>
                    <a:gd name="connsiteX5" fmla="*/ 175844 w 411427"/>
                    <a:gd name="connsiteY5" fmla="*/ 0 h 776954"/>
                    <a:gd name="connsiteX6" fmla="*/ 296336 w 411427"/>
                    <a:gd name="connsiteY6" fmla="*/ 314516 h 776954"/>
                    <a:gd name="connsiteX7" fmla="*/ 378727 w 411427"/>
                    <a:gd name="connsiteY7" fmla="*/ 421005 h 776954"/>
                    <a:gd name="connsiteX8" fmla="*/ 410159 w 411427"/>
                    <a:gd name="connsiteY8" fmla="*/ 574929 h 776954"/>
                    <a:gd name="connsiteX9" fmla="*/ 365773 w 411427"/>
                    <a:gd name="connsiteY9" fmla="*/ 744379 h 776954"/>
                    <a:gd name="connsiteX10" fmla="*/ 349961 w 411427"/>
                    <a:gd name="connsiteY10" fmla="*/ 776954 h 776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427" h="776954">
                      <a:moveTo>
                        <a:pt x="349961" y="776954"/>
                      </a:moveTo>
                      <a:cubicBezTo>
                        <a:pt x="323767" y="691134"/>
                        <a:pt x="264236" y="638080"/>
                        <a:pt x="203848" y="586169"/>
                      </a:cubicBezTo>
                      <a:cubicBezTo>
                        <a:pt x="161557" y="549878"/>
                        <a:pt x="116694" y="516446"/>
                        <a:pt x="74213" y="480346"/>
                      </a:cubicBezTo>
                      <a:cubicBezTo>
                        <a:pt x="24968" y="438436"/>
                        <a:pt x="1537" y="383381"/>
                        <a:pt x="108" y="319278"/>
                      </a:cubicBezTo>
                      <a:cubicBezTo>
                        <a:pt x="-2178" y="214313"/>
                        <a:pt x="31731" y="122777"/>
                        <a:pt x="106121" y="48292"/>
                      </a:cubicBezTo>
                      <a:cubicBezTo>
                        <a:pt x="124886" y="29528"/>
                        <a:pt x="150222" y="17336"/>
                        <a:pt x="175844" y="0"/>
                      </a:cubicBezTo>
                      <a:cubicBezTo>
                        <a:pt x="169939" y="127444"/>
                        <a:pt x="228803" y="222885"/>
                        <a:pt x="296336" y="314516"/>
                      </a:cubicBezTo>
                      <a:cubicBezTo>
                        <a:pt x="323006" y="350615"/>
                        <a:pt x="354819" y="383286"/>
                        <a:pt x="378727" y="421005"/>
                      </a:cubicBezTo>
                      <a:cubicBezTo>
                        <a:pt x="407969" y="467201"/>
                        <a:pt x="414636" y="520351"/>
                        <a:pt x="410159" y="574929"/>
                      </a:cubicBezTo>
                      <a:cubicBezTo>
                        <a:pt x="405397" y="634175"/>
                        <a:pt x="389490" y="690277"/>
                        <a:pt x="365773" y="744379"/>
                      </a:cubicBezTo>
                      <a:cubicBezTo>
                        <a:pt x="361772" y="753904"/>
                        <a:pt x="356724" y="763238"/>
                        <a:pt x="349961" y="776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58" name="任意多边形: 形状 350"/>
                <p:cNvSpPr/>
                <p:nvPr/>
              </p:nvSpPr>
              <p:spPr>
                <a:xfrm>
                  <a:off x="491112" y="6015111"/>
                  <a:ext cx="57723" cy="99706"/>
                </a:xfrm>
                <a:custGeom>
                  <a:avLst/>
                  <a:gdLst>
                    <a:gd name="connsiteX0" fmla="*/ 0 w 404050"/>
                    <a:gd name="connsiteY0" fmla="*/ 692012 h 697917"/>
                    <a:gd name="connsiteX1" fmla="*/ 24003 w 404050"/>
                    <a:gd name="connsiteY1" fmla="*/ 481319 h 697917"/>
                    <a:gd name="connsiteX2" fmla="*/ 4477 w 404050"/>
                    <a:gd name="connsiteY2" fmla="*/ 299677 h 697917"/>
                    <a:gd name="connsiteX3" fmla="*/ 59150 w 404050"/>
                    <a:gd name="connsiteY3" fmla="*/ 134133 h 697917"/>
                    <a:gd name="connsiteX4" fmla="*/ 237363 w 404050"/>
                    <a:gd name="connsiteY4" fmla="*/ 11451 h 697917"/>
                    <a:gd name="connsiteX5" fmla="*/ 404051 w 404050"/>
                    <a:gd name="connsiteY5" fmla="*/ 22119 h 697917"/>
                    <a:gd name="connsiteX6" fmla="*/ 278035 w 404050"/>
                    <a:gd name="connsiteY6" fmla="*/ 331110 h 697917"/>
                    <a:gd name="connsiteX7" fmla="*/ 259080 w 404050"/>
                    <a:gd name="connsiteY7" fmla="*/ 478271 h 697917"/>
                    <a:gd name="connsiteX8" fmla="*/ 100108 w 404050"/>
                    <a:gd name="connsiteY8" fmla="*/ 651626 h 697917"/>
                    <a:gd name="connsiteX9" fmla="*/ 4001 w 404050"/>
                    <a:gd name="connsiteY9" fmla="*/ 697918 h 697917"/>
                    <a:gd name="connsiteX10" fmla="*/ 0 w 404050"/>
                    <a:gd name="connsiteY10" fmla="*/ 692012 h 69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4050" h="697917">
                      <a:moveTo>
                        <a:pt x="0" y="692012"/>
                      </a:moveTo>
                      <a:cubicBezTo>
                        <a:pt x="34386" y="624670"/>
                        <a:pt x="31338" y="553137"/>
                        <a:pt x="24003" y="481319"/>
                      </a:cubicBezTo>
                      <a:cubicBezTo>
                        <a:pt x="17812" y="420740"/>
                        <a:pt x="9716" y="360352"/>
                        <a:pt x="4477" y="299677"/>
                      </a:cubicBezTo>
                      <a:cubicBezTo>
                        <a:pt x="-952" y="237193"/>
                        <a:pt x="21336" y="181758"/>
                        <a:pt x="59150" y="134133"/>
                      </a:cubicBezTo>
                      <a:cubicBezTo>
                        <a:pt x="105633" y="75744"/>
                        <a:pt x="164021" y="32215"/>
                        <a:pt x="237363" y="11451"/>
                      </a:cubicBezTo>
                      <a:cubicBezTo>
                        <a:pt x="294132" y="-4551"/>
                        <a:pt x="349663" y="-6171"/>
                        <a:pt x="404051" y="22119"/>
                      </a:cubicBezTo>
                      <a:cubicBezTo>
                        <a:pt x="312230" y="105939"/>
                        <a:pt x="292418" y="217476"/>
                        <a:pt x="278035" y="331110"/>
                      </a:cubicBezTo>
                      <a:cubicBezTo>
                        <a:pt x="271844" y="380259"/>
                        <a:pt x="272796" y="431408"/>
                        <a:pt x="259080" y="478271"/>
                      </a:cubicBezTo>
                      <a:cubicBezTo>
                        <a:pt x="235172" y="559995"/>
                        <a:pt x="171641" y="611145"/>
                        <a:pt x="100108" y="651626"/>
                      </a:cubicBezTo>
                      <a:cubicBezTo>
                        <a:pt x="69247" y="669057"/>
                        <a:pt x="36100" y="682678"/>
                        <a:pt x="4001" y="697918"/>
                      </a:cubicBezTo>
                      <a:cubicBezTo>
                        <a:pt x="2763" y="696012"/>
                        <a:pt x="1429" y="694012"/>
                        <a:pt x="0" y="6920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59" name="任意多边形: 形状 351"/>
                <p:cNvSpPr/>
                <p:nvPr/>
              </p:nvSpPr>
              <p:spPr>
                <a:xfrm>
                  <a:off x="431688" y="6207551"/>
                  <a:ext cx="101268" cy="67868"/>
                </a:xfrm>
                <a:custGeom>
                  <a:avLst/>
                  <a:gdLst>
                    <a:gd name="connsiteX0" fmla="*/ 708850 w 708850"/>
                    <a:gd name="connsiteY0" fmla="*/ 116791 h 475062"/>
                    <a:gd name="connsiteX1" fmla="*/ 496443 w 708850"/>
                    <a:gd name="connsiteY1" fmla="*/ 237283 h 475062"/>
                    <a:gd name="connsiteX2" fmla="*/ 380143 w 708850"/>
                    <a:gd name="connsiteY2" fmla="*/ 375871 h 475062"/>
                    <a:gd name="connsiteX3" fmla="*/ 214503 w 708850"/>
                    <a:gd name="connsiteY3" fmla="*/ 468930 h 475062"/>
                    <a:gd name="connsiteX4" fmla="*/ 0 w 708850"/>
                    <a:gd name="connsiteY4" fmla="*/ 457310 h 475062"/>
                    <a:gd name="connsiteX5" fmla="*/ 30766 w 708850"/>
                    <a:gd name="connsiteY5" fmla="*/ 435688 h 475062"/>
                    <a:gd name="connsiteX6" fmla="*/ 137065 w 708850"/>
                    <a:gd name="connsiteY6" fmla="*/ 297861 h 475062"/>
                    <a:gd name="connsiteX7" fmla="*/ 221932 w 708850"/>
                    <a:gd name="connsiteY7" fmla="*/ 133460 h 475062"/>
                    <a:gd name="connsiteX8" fmla="*/ 386525 w 708850"/>
                    <a:gd name="connsiteY8" fmla="*/ 12492 h 475062"/>
                    <a:gd name="connsiteX9" fmla="*/ 608457 w 708850"/>
                    <a:gd name="connsiteY9" fmla="*/ 26304 h 475062"/>
                    <a:gd name="connsiteX10" fmla="*/ 708850 w 708850"/>
                    <a:gd name="connsiteY10" fmla="*/ 116791 h 47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8850" h="475062">
                      <a:moveTo>
                        <a:pt x="708850" y="116791"/>
                      </a:moveTo>
                      <a:cubicBezTo>
                        <a:pt x="618649" y="127650"/>
                        <a:pt x="554355" y="178799"/>
                        <a:pt x="496443" y="237283"/>
                      </a:cubicBezTo>
                      <a:cubicBezTo>
                        <a:pt x="454152" y="280050"/>
                        <a:pt x="417672" y="328627"/>
                        <a:pt x="380143" y="375871"/>
                      </a:cubicBezTo>
                      <a:cubicBezTo>
                        <a:pt x="337375" y="429783"/>
                        <a:pt x="280607" y="458262"/>
                        <a:pt x="214503" y="468930"/>
                      </a:cubicBezTo>
                      <a:cubicBezTo>
                        <a:pt x="144304" y="480265"/>
                        <a:pt x="74390" y="475598"/>
                        <a:pt x="0" y="457310"/>
                      </a:cubicBezTo>
                      <a:cubicBezTo>
                        <a:pt x="12288" y="448642"/>
                        <a:pt x="21622" y="442260"/>
                        <a:pt x="30766" y="435688"/>
                      </a:cubicBezTo>
                      <a:cubicBezTo>
                        <a:pt x="80010" y="400446"/>
                        <a:pt x="109442" y="349677"/>
                        <a:pt x="137065" y="297861"/>
                      </a:cubicBezTo>
                      <a:cubicBezTo>
                        <a:pt x="166116" y="243474"/>
                        <a:pt x="193357" y="188133"/>
                        <a:pt x="221932" y="133460"/>
                      </a:cubicBezTo>
                      <a:cubicBezTo>
                        <a:pt x="256985" y="66499"/>
                        <a:pt x="316325" y="30971"/>
                        <a:pt x="386525" y="12492"/>
                      </a:cubicBezTo>
                      <a:cubicBezTo>
                        <a:pt x="461582" y="-7320"/>
                        <a:pt x="536163" y="-4176"/>
                        <a:pt x="608457" y="26304"/>
                      </a:cubicBezTo>
                      <a:cubicBezTo>
                        <a:pt x="651224" y="44401"/>
                        <a:pt x="685229" y="72500"/>
                        <a:pt x="708850" y="11679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60" name="任意多边形: 形状 352"/>
                <p:cNvSpPr/>
                <p:nvPr/>
              </p:nvSpPr>
              <p:spPr>
                <a:xfrm>
                  <a:off x="472170" y="6113307"/>
                  <a:ext cx="84082" cy="83088"/>
                </a:xfrm>
                <a:custGeom>
                  <a:avLst/>
                  <a:gdLst>
                    <a:gd name="connsiteX0" fmla="*/ 588550 w 588550"/>
                    <a:gd name="connsiteY0" fmla="*/ 61627 h 581596"/>
                    <a:gd name="connsiteX1" fmla="*/ 403479 w 588550"/>
                    <a:gd name="connsiteY1" fmla="*/ 256985 h 581596"/>
                    <a:gd name="connsiteX2" fmla="*/ 353092 w 588550"/>
                    <a:gd name="connsiteY2" fmla="*/ 372523 h 581596"/>
                    <a:gd name="connsiteX3" fmla="*/ 214217 w 588550"/>
                    <a:gd name="connsiteY3" fmla="*/ 532353 h 581596"/>
                    <a:gd name="connsiteX4" fmla="*/ 0 w 588550"/>
                    <a:gd name="connsiteY4" fmla="*/ 581597 h 581596"/>
                    <a:gd name="connsiteX5" fmla="*/ 5810 w 588550"/>
                    <a:gd name="connsiteY5" fmla="*/ 568738 h 581596"/>
                    <a:gd name="connsiteX6" fmla="*/ 91345 w 588550"/>
                    <a:gd name="connsiteY6" fmla="*/ 366427 h 581596"/>
                    <a:gd name="connsiteX7" fmla="*/ 121158 w 588550"/>
                    <a:gd name="connsiteY7" fmla="*/ 215075 h 581596"/>
                    <a:gd name="connsiteX8" fmla="*/ 263462 w 588550"/>
                    <a:gd name="connsiteY8" fmla="*/ 40386 h 581596"/>
                    <a:gd name="connsiteX9" fmla="*/ 500920 w 588550"/>
                    <a:gd name="connsiteY9" fmla="*/ 10192 h 581596"/>
                    <a:gd name="connsiteX10" fmla="*/ 588550 w 588550"/>
                    <a:gd name="connsiteY10" fmla="*/ 61627 h 581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8550" h="581596">
                      <a:moveTo>
                        <a:pt x="588550" y="61627"/>
                      </a:moveTo>
                      <a:cubicBezTo>
                        <a:pt x="496824" y="100394"/>
                        <a:pt x="447199" y="176499"/>
                        <a:pt x="403479" y="256985"/>
                      </a:cubicBezTo>
                      <a:cubicBezTo>
                        <a:pt x="383477" y="293751"/>
                        <a:pt x="366617" y="332804"/>
                        <a:pt x="353092" y="372523"/>
                      </a:cubicBezTo>
                      <a:cubicBezTo>
                        <a:pt x="328327" y="445294"/>
                        <a:pt x="283083" y="498444"/>
                        <a:pt x="214217" y="532353"/>
                      </a:cubicBezTo>
                      <a:cubicBezTo>
                        <a:pt x="147447" y="565309"/>
                        <a:pt x="76867" y="579501"/>
                        <a:pt x="0" y="581597"/>
                      </a:cubicBezTo>
                      <a:cubicBezTo>
                        <a:pt x="2763" y="575215"/>
                        <a:pt x="3429" y="571215"/>
                        <a:pt x="5810" y="568738"/>
                      </a:cubicBezTo>
                      <a:cubicBezTo>
                        <a:pt x="60389" y="512255"/>
                        <a:pt x="75343" y="439008"/>
                        <a:pt x="91345" y="366427"/>
                      </a:cubicBezTo>
                      <a:cubicBezTo>
                        <a:pt x="102394" y="316231"/>
                        <a:pt x="109824" y="265176"/>
                        <a:pt x="121158" y="215075"/>
                      </a:cubicBezTo>
                      <a:cubicBezTo>
                        <a:pt x="139541" y="133732"/>
                        <a:pt x="191071" y="77534"/>
                        <a:pt x="263462" y="40386"/>
                      </a:cubicBezTo>
                      <a:cubicBezTo>
                        <a:pt x="338519" y="1810"/>
                        <a:pt x="417957" y="-11049"/>
                        <a:pt x="500920" y="10192"/>
                      </a:cubicBezTo>
                      <a:cubicBezTo>
                        <a:pt x="533876" y="18669"/>
                        <a:pt x="563594" y="34195"/>
                        <a:pt x="588550" y="6162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61" name="任意多边形: 形状 353"/>
                <p:cNvSpPr/>
                <p:nvPr/>
              </p:nvSpPr>
              <p:spPr>
                <a:xfrm>
                  <a:off x="386291" y="5784565"/>
                  <a:ext cx="50284" cy="112231"/>
                </a:xfrm>
                <a:custGeom>
                  <a:avLst/>
                  <a:gdLst>
                    <a:gd name="connsiteX0" fmla="*/ 236327 w 351976"/>
                    <a:gd name="connsiteY0" fmla="*/ 63 h 785589"/>
                    <a:gd name="connsiteX1" fmla="*/ 248233 w 351976"/>
                    <a:gd name="connsiteY1" fmla="*/ 234759 h 785589"/>
                    <a:gd name="connsiteX2" fmla="*/ 317385 w 351976"/>
                    <a:gd name="connsiteY2" fmla="*/ 389159 h 785589"/>
                    <a:gd name="connsiteX3" fmla="*/ 323100 w 351976"/>
                    <a:gd name="connsiteY3" fmla="*/ 645381 h 785589"/>
                    <a:gd name="connsiteX4" fmla="*/ 247471 w 351976"/>
                    <a:gd name="connsiteY4" fmla="*/ 776064 h 785589"/>
                    <a:gd name="connsiteX5" fmla="*/ 236232 w 351976"/>
                    <a:gd name="connsiteY5" fmla="*/ 785589 h 785589"/>
                    <a:gd name="connsiteX6" fmla="*/ 186416 w 351976"/>
                    <a:gd name="connsiteY6" fmla="*/ 644334 h 785589"/>
                    <a:gd name="connsiteX7" fmla="*/ 79736 w 351976"/>
                    <a:gd name="connsiteY7" fmla="*/ 503649 h 785589"/>
                    <a:gd name="connsiteX8" fmla="*/ 7155 w 351976"/>
                    <a:gd name="connsiteY8" fmla="*/ 380682 h 785589"/>
                    <a:gd name="connsiteX9" fmla="*/ 28682 w 351976"/>
                    <a:gd name="connsiteY9" fmla="*/ 187229 h 785589"/>
                    <a:gd name="connsiteX10" fmla="*/ 148030 w 351976"/>
                    <a:gd name="connsiteY10" fmla="*/ 31686 h 785589"/>
                    <a:gd name="connsiteX11" fmla="*/ 236327 w 351976"/>
                    <a:gd name="connsiteY11" fmla="*/ 63 h 78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1976" h="785589">
                      <a:moveTo>
                        <a:pt x="236327" y="63"/>
                      </a:moveTo>
                      <a:cubicBezTo>
                        <a:pt x="205942" y="81597"/>
                        <a:pt x="222992" y="159416"/>
                        <a:pt x="248233" y="234759"/>
                      </a:cubicBezTo>
                      <a:cubicBezTo>
                        <a:pt x="266045" y="288003"/>
                        <a:pt x="290620" y="339629"/>
                        <a:pt x="317385" y="389159"/>
                      </a:cubicBezTo>
                      <a:cubicBezTo>
                        <a:pt x="363485" y="474598"/>
                        <a:pt x="361581" y="560228"/>
                        <a:pt x="323100" y="645381"/>
                      </a:cubicBezTo>
                      <a:cubicBezTo>
                        <a:pt x="302430" y="691006"/>
                        <a:pt x="273093" y="732726"/>
                        <a:pt x="247471" y="776064"/>
                      </a:cubicBezTo>
                      <a:cubicBezTo>
                        <a:pt x="245757" y="779017"/>
                        <a:pt x="242042" y="780732"/>
                        <a:pt x="236232" y="785589"/>
                      </a:cubicBezTo>
                      <a:cubicBezTo>
                        <a:pt x="231945" y="732059"/>
                        <a:pt x="214991" y="685386"/>
                        <a:pt x="186416" y="644334"/>
                      </a:cubicBezTo>
                      <a:cubicBezTo>
                        <a:pt x="152793" y="596042"/>
                        <a:pt x="116312" y="549750"/>
                        <a:pt x="79736" y="503649"/>
                      </a:cubicBezTo>
                      <a:cubicBezTo>
                        <a:pt x="49827" y="465835"/>
                        <a:pt x="18681" y="429735"/>
                        <a:pt x="7155" y="380682"/>
                      </a:cubicBezTo>
                      <a:cubicBezTo>
                        <a:pt x="-8656" y="313245"/>
                        <a:pt x="3155" y="249332"/>
                        <a:pt x="28682" y="187229"/>
                      </a:cubicBezTo>
                      <a:cubicBezTo>
                        <a:pt x="54304" y="124935"/>
                        <a:pt x="92690" y="71119"/>
                        <a:pt x="148030" y="31686"/>
                      </a:cubicBezTo>
                      <a:cubicBezTo>
                        <a:pt x="173462" y="13588"/>
                        <a:pt x="201942" y="-1080"/>
                        <a:pt x="236327" y="6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62" name="任意多边形: 形状 354"/>
                <p:cNvSpPr/>
                <p:nvPr/>
              </p:nvSpPr>
              <p:spPr>
                <a:xfrm>
                  <a:off x="318568" y="5868720"/>
                  <a:ext cx="103717" cy="53631"/>
                </a:xfrm>
                <a:custGeom>
                  <a:avLst/>
                  <a:gdLst>
                    <a:gd name="connsiteX0" fmla="*/ 0 w 725995"/>
                    <a:gd name="connsiteY0" fmla="*/ 161662 h 375403"/>
                    <a:gd name="connsiteX1" fmla="*/ 185356 w 725995"/>
                    <a:gd name="connsiteY1" fmla="*/ 19550 h 375403"/>
                    <a:gd name="connsiteX2" fmla="*/ 414623 w 725995"/>
                    <a:gd name="connsiteY2" fmla="*/ 23645 h 375403"/>
                    <a:gd name="connsiteX3" fmla="*/ 622268 w 725995"/>
                    <a:gd name="connsiteY3" fmla="*/ 160996 h 375403"/>
                    <a:gd name="connsiteX4" fmla="*/ 725996 w 725995"/>
                    <a:gd name="connsiteY4" fmla="*/ 335399 h 375403"/>
                    <a:gd name="connsiteX5" fmla="*/ 288226 w 725995"/>
                    <a:gd name="connsiteY5" fmla="*/ 375403 h 375403"/>
                    <a:gd name="connsiteX6" fmla="*/ 0 w 725995"/>
                    <a:gd name="connsiteY6" fmla="*/ 161662 h 375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5995" h="375403">
                      <a:moveTo>
                        <a:pt x="0" y="161662"/>
                      </a:moveTo>
                      <a:cubicBezTo>
                        <a:pt x="49244" y="96702"/>
                        <a:pt x="109252" y="47648"/>
                        <a:pt x="185356" y="19550"/>
                      </a:cubicBezTo>
                      <a:cubicBezTo>
                        <a:pt x="262318" y="-8835"/>
                        <a:pt x="339471" y="-5311"/>
                        <a:pt x="414623" y="23645"/>
                      </a:cubicBezTo>
                      <a:cubicBezTo>
                        <a:pt x="493490" y="53935"/>
                        <a:pt x="564642" y="98036"/>
                        <a:pt x="622268" y="160996"/>
                      </a:cubicBezTo>
                      <a:cubicBezTo>
                        <a:pt x="668369" y="211383"/>
                        <a:pt x="705993" y="267295"/>
                        <a:pt x="725996" y="335399"/>
                      </a:cubicBezTo>
                      <a:cubicBezTo>
                        <a:pt x="570357" y="252436"/>
                        <a:pt x="428625" y="299299"/>
                        <a:pt x="288226" y="375403"/>
                      </a:cubicBezTo>
                      <a:cubicBezTo>
                        <a:pt x="226409" y="258341"/>
                        <a:pt x="116586" y="206525"/>
                        <a:pt x="0" y="16166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63" name="任意多边形: 形状 355"/>
                <p:cNvSpPr/>
                <p:nvPr/>
              </p:nvSpPr>
              <p:spPr>
                <a:xfrm>
                  <a:off x="428409" y="6050358"/>
                  <a:ext cx="54864" cy="98709"/>
                </a:xfrm>
                <a:custGeom>
                  <a:avLst/>
                  <a:gdLst>
                    <a:gd name="connsiteX0" fmla="*/ 0 w 384032"/>
                    <a:gd name="connsiteY0" fmla="*/ 0 h 690943"/>
                    <a:gd name="connsiteX1" fmla="*/ 94488 w 384032"/>
                    <a:gd name="connsiteY1" fmla="*/ 12763 h 690943"/>
                    <a:gd name="connsiteX2" fmla="*/ 269462 w 384032"/>
                    <a:gd name="connsiteY2" fmla="*/ 101156 h 690943"/>
                    <a:gd name="connsiteX3" fmla="*/ 363093 w 384032"/>
                    <a:gd name="connsiteY3" fmla="*/ 263271 h 690943"/>
                    <a:gd name="connsiteX4" fmla="*/ 338423 w 384032"/>
                    <a:gd name="connsiteY4" fmla="*/ 623126 h 690943"/>
                    <a:gd name="connsiteX5" fmla="*/ 301276 w 384032"/>
                    <a:gd name="connsiteY5" fmla="*/ 690943 h 690943"/>
                    <a:gd name="connsiteX6" fmla="*/ 4000 w 384032"/>
                    <a:gd name="connsiteY6" fmla="*/ 362045 h 690943"/>
                    <a:gd name="connsiteX7" fmla="*/ 0 w 384032"/>
                    <a:gd name="connsiteY7" fmla="*/ 0 h 690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32" h="690943">
                      <a:moveTo>
                        <a:pt x="0" y="0"/>
                      </a:moveTo>
                      <a:cubicBezTo>
                        <a:pt x="33718" y="4381"/>
                        <a:pt x="64484" y="6572"/>
                        <a:pt x="94488" y="12763"/>
                      </a:cubicBezTo>
                      <a:cubicBezTo>
                        <a:pt x="160591" y="26384"/>
                        <a:pt x="220503" y="54578"/>
                        <a:pt x="269462" y="101156"/>
                      </a:cubicBezTo>
                      <a:cubicBezTo>
                        <a:pt x="316230" y="145542"/>
                        <a:pt x="345948" y="200882"/>
                        <a:pt x="363093" y="263271"/>
                      </a:cubicBezTo>
                      <a:cubicBezTo>
                        <a:pt x="396907" y="386239"/>
                        <a:pt x="390525" y="506349"/>
                        <a:pt x="338423" y="623126"/>
                      </a:cubicBezTo>
                      <a:cubicBezTo>
                        <a:pt x="328613" y="645224"/>
                        <a:pt x="315182" y="665702"/>
                        <a:pt x="301276" y="690943"/>
                      </a:cubicBezTo>
                      <a:cubicBezTo>
                        <a:pt x="273177" y="513302"/>
                        <a:pt x="149066" y="429292"/>
                        <a:pt x="4000" y="362045"/>
                      </a:cubicBezTo>
                      <a:cubicBezTo>
                        <a:pt x="60770" y="242887"/>
                        <a:pt x="34290" y="124016"/>
                        <a:pt x="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64" name="任意多边形: 形状 356"/>
                <p:cNvSpPr/>
                <p:nvPr/>
              </p:nvSpPr>
              <p:spPr>
                <a:xfrm>
                  <a:off x="383326" y="6178174"/>
                  <a:ext cx="53259" cy="106057"/>
                </a:xfrm>
                <a:custGeom>
                  <a:avLst/>
                  <a:gdLst>
                    <a:gd name="connsiteX0" fmla="*/ 79915 w 372803"/>
                    <a:gd name="connsiteY0" fmla="*/ 742188 h 742373"/>
                    <a:gd name="connsiteX1" fmla="*/ 107918 w 372803"/>
                    <a:gd name="connsiteY1" fmla="*/ 556736 h 742373"/>
                    <a:gd name="connsiteX2" fmla="*/ 4667 w 372803"/>
                    <a:gd name="connsiteY2" fmla="*/ 315944 h 742373"/>
                    <a:gd name="connsiteX3" fmla="*/ 0 w 372803"/>
                    <a:gd name="connsiteY3" fmla="*/ 307562 h 742373"/>
                    <a:gd name="connsiteX4" fmla="*/ 184785 w 372803"/>
                    <a:gd name="connsiteY4" fmla="*/ 0 h 742373"/>
                    <a:gd name="connsiteX5" fmla="*/ 365570 w 372803"/>
                    <a:gd name="connsiteY5" fmla="*/ 241459 h 742373"/>
                    <a:gd name="connsiteX6" fmla="*/ 313754 w 372803"/>
                    <a:gd name="connsiteY6" fmla="*/ 520065 h 742373"/>
                    <a:gd name="connsiteX7" fmla="*/ 103346 w 372803"/>
                    <a:gd name="connsiteY7" fmla="*/ 734187 h 742373"/>
                    <a:gd name="connsiteX8" fmla="*/ 86773 w 372803"/>
                    <a:gd name="connsiteY8" fmla="*/ 742093 h 742373"/>
                    <a:gd name="connsiteX9" fmla="*/ 79915 w 372803"/>
                    <a:gd name="connsiteY9" fmla="*/ 742188 h 74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803" h="742373">
                      <a:moveTo>
                        <a:pt x="79915" y="742188"/>
                      </a:moveTo>
                      <a:cubicBezTo>
                        <a:pt x="115157" y="683133"/>
                        <a:pt x="115919" y="620173"/>
                        <a:pt x="107918" y="556736"/>
                      </a:cubicBezTo>
                      <a:cubicBezTo>
                        <a:pt x="96678" y="466915"/>
                        <a:pt x="57912" y="388144"/>
                        <a:pt x="4667" y="315944"/>
                      </a:cubicBezTo>
                      <a:cubicBezTo>
                        <a:pt x="2953" y="313658"/>
                        <a:pt x="1810" y="310896"/>
                        <a:pt x="0" y="307562"/>
                      </a:cubicBezTo>
                      <a:cubicBezTo>
                        <a:pt x="110776" y="235458"/>
                        <a:pt x="150209" y="120587"/>
                        <a:pt x="184785" y="0"/>
                      </a:cubicBezTo>
                      <a:cubicBezTo>
                        <a:pt x="276606" y="59912"/>
                        <a:pt x="342900" y="134969"/>
                        <a:pt x="365570" y="241459"/>
                      </a:cubicBezTo>
                      <a:cubicBezTo>
                        <a:pt x="386810" y="340900"/>
                        <a:pt x="358807" y="432435"/>
                        <a:pt x="313754" y="520065"/>
                      </a:cubicBezTo>
                      <a:cubicBezTo>
                        <a:pt x="265843" y="613124"/>
                        <a:pt x="196596" y="685514"/>
                        <a:pt x="103346" y="734187"/>
                      </a:cubicBezTo>
                      <a:cubicBezTo>
                        <a:pt x="97917" y="737044"/>
                        <a:pt x="92393" y="739616"/>
                        <a:pt x="86773" y="742093"/>
                      </a:cubicBezTo>
                      <a:cubicBezTo>
                        <a:pt x="85630" y="742664"/>
                        <a:pt x="84011" y="742188"/>
                        <a:pt x="79915" y="742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65" name="任意多边形: 形状 357"/>
                <p:cNvSpPr/>
                <p:nvPr/>
              </p:nvSpPr>
              <p:spPr>
                <a:xfrm>
                  <a:off x="399737" y="5986267"/>
                  <a:ext cx="78908" cy="78515"/>
                </a:xfrm>
                <a:custGeom>
                  <a:avLst/>
                  <a:gdLst>
                    <a:gd name="connsiteX0" fmla="*/ 543782 w 552338"/>
                    <a:gd name="connsiteY0" fmla="*/ 549589 h 549588"/>
                    <a:gd name="connsiteX1" fmla="*/ 141637 w 552338"/>
                    <a:gd name="connsiteY1" fmla="*/ 366423 h 549588"/>
                    <a:gd name="connsiteX2" fmla="*/ 0 w 552338"/>
                    <a:gd name="connsiteY2" fmla="*/ 33715 h 549588"/>
                    <a:gd name="connsiteX3" fmla="*/ 80582 w 552338"/>
                    <a:gd name="connsiteY3" fmla="*/ 9616 h 549588"/>
                    <a:gd name="connsiteX4" fmla="*/ 375571 w 552338"/>
                    <a:gd name="connsiteY4" fmla="*/ 73148 h 549588"/>
                    <a:gd name="connsiteX5" fmla="*/ 511493 w 552338"/>
                    <a:gd name="connsiteY5" fmla="*/ 263839 h 549588"/>
                    <a:gd name="connsiteX6" fmla="*/ 552259 w 552338"/>
                    <a:gd name="connsiteY6" fmla="*/ 457101 h 549588"/>
                    <a:gd name="connsiteX7" fmla="*/ 543782 w 552338"/>
                    <a:gd name="connsiteY7" fmla="*/ 549589 h 54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338" h="549588">
                      <a:moveTo>
                        <a:pt x="543782" y="549589"/>
                      </a:moveTo>
                      <a:cubicBezTo>
                        <a:pt x="480060" y="430812"/>
                        <a:pt x="309086" y="360136"/>
                        <a:pt x="141637" y="366423"/>
                      </a:cubicBezTo>
                      <a:cubicBezTo>
                        <a:pt x="148304" y="234978"/>
                        <a:pt x="80867" y="134489"/>
                        <a:pt x="0" y="33715"/>
                      </a:cubicBezTo>
                      <a:cubicBezTo>
                        <a:pt x="28384" y="25142"/>
                        <a:pt x="54102" y="15236"/>
                        <a:pt x="80582" y="9616"/>
                      </a:cubicBezTo>
                      <a:cubicBezTo>
                        <a:pt x="188119" y="-13148"/>
                        <a:pt x="288607" y="3139"/>
                        <a:pt x="375571" y="73148"/>
                      </a:cubicBezTo>
                      <a:cubicBezTo>
                        <a:pt x="438150" y="123535"/>
                        <a:pt x="479203" y="191068"/>
                        <a:pt x="511493" y="263839"/>
                      </a:cubicBezTo>
                      <a:cubicBezTo>
                        <a:pt x="538734" y="325275"/>
                        <a:pt x="550164" y="390521"/>
                        <a:pt x="552259" y="457101"/>
                      </a:cubicBezTo>
                      <a:cubicBezTo>
                        <a:pt x="553117" y="487676"/>
                        <a:pt x="546830" y="518632"/>
                        <a:pt x="543782" y="5495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66" name="任意多边形: 形状 358"/>
                <p:cNvSpPr/>
                <p:nvPr/>
              </p:nvSpPr>
              <p:spPr>
                <a:xfrm>
                  <a:off x="212347" y="5801627"/>
                  <a:ext cx="102656" cy="53829"/>
                </a:xfrm>
                <a:custGeom>
                  <a:avLst/>
                  <a:gdLst>
                    <a:gd name="connsiteX0" fmla="*/ 715899 w 718566"/>
                    <a:gd name="connsiteY0" fmla="*/ 117235 h 376791"/>
                    <a:gd name="connsiteX1" fmla="*/ 485775 w 718566"/>
                    <a:gd name="connsiteY1" fmla="*/ 212485 h 376791"/>
                    <a:gd name="connsiteX2" fmla="*/ 373094 w 718566"/>
                    <a:gd name="connsiteY2" fmla="*/ 359551 h 376791"/>
                    <a:gd name="connsiteX3" fmla="*/ 362808 w 718566"/>
                    <a:gd name="connsiteY3" fmla="*/ 376791 h 376791"/>
                    <a:gd name="connsiteX4" fmla="*/ 0 w 718566"/>
                    <a:gd name="connsiteY4" fmla="*/ 343644 h 376791"/>
                    <a:gd name="connsiteX5" fmla="*/ 31718 w 718566"/>
                    <a:gd name="connsiteY5" fmla="*/ 228487 h 376791"/>
                    <a:gd name="connsiteX6" fmla="*/ 232696 w 718566"/>
                    <a:gd name="connsiteY6" fmla="*/ 25985 h 376791"/>
                    <a:gd name="connsiteX7" fmla="*/ 443770 w 718566"/>
                    <a:gd name="connsiteY7" fmla="*/ 2744 h 376791"/>
                    <a:gd name="connsiteX8" fmla="*/ 626269 w 718566"/>
                    <a:gd name="connsiteY8" fmla="*/ 54465 h 376791"/>
                    <a:gd name="connsiteX9" fmla="*/ 718566 w 718566"/>
                    <a:gd name="connsiteY9" fmla="*/ 111425 h 376791"/>
                    <a:gd name="connsiteX10" fmla="*/ 715899 w 718566"/>
                    <a:gd name="connsiteY10" fmla="*/ 117235 h 376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8566" h="376791">
                      <a:moveTo>
                        <a:pt x="715899" y="117235"/>
                      </a:moveTo>
                      <a:cubicBezTo>
                        <a:pt x="623792" y="111710"/>
                        <a:pt x="551307" y="154097"/>
                        <a:pt x="485775" y="212485"/>
                      </a:cubicBezTo>
                      <a:cubicBezTo>
                        <a:pt x="439008" y="254204"/>
                        <a:pt x="402622" y="304401"/>
                        <a:pt x="373094" y="359551"/>
                      </a:cubicBezTo>
                      <a:cubicBezTo>
                        <a:pt x="369951" y="365456"/>
                        <a:pt x="366236" y="371076"/>
                        <a:pt x="362808" y="376791"/>
                      </a:cubicBezTo>
                      <a:cubicBezTo>
                        <a:pt x="249460" y="307163"/>
                        <a:pt x="128874" y="322118"/>
                        <a:pt x="0" y="343644"/>
                      </a:cubicBezTo>
                      <a:cubicBezTo>
                        <a:pt x="11240" y="301925"/>
                        <a:pt x="18193" y="263920"/>
                        <a:pt x="31718" y="228487"/>
                      </a:cubicBezTo>
                      <a:cubicBezTo>
                        <a:pt x="68675" y="131999"/>
                        <a:pt x="133160" y="60371"/>
                        <a:pt x="232696" y="25985"/>
                      </a:cubicBezTo>
                      <a:cubicBezTo>
                        <a:pt x="300990" y="2363"/>
                        <a:pt x="371285" y="-4495"/>
                        <a:pt x="443770" y="2744"/>
                      </a:cubicBezTo>
                      <a:cubicBezTo>
                        <a:pt x="508159" y="9221"/>
                        <a:pt x="569214" y="25128"/>
                        <a:pt x="626269" y="54465"/>
                      </a:cubicBezTo>
                      <a:cubicBezTo>
                        <a:pt x="658368" y="70943"/>
                        <a:pt x="687896" y="92279"/>
                        <a:pt x="718566" y="111425"/>
                      </a:cubicBezTo>
                      <a:cubicBezTo>
                        <a:pt x="717804" y="113234"/>
                        <a:pt x="716852" y="115235"/>
                        <a:pt x="715899" y="1172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67" name="任意多边形: 形状 359"/>
                <p:cNvSpPr/>
                <p:nvPr/>
              </p:nvSpPr>
              <p:spPr>
                <a:xfrm>
                  <a:off x="415223" y="6118736"/>
                  <a:ext cx="53907" cy="106534"/>
                </a:xfrm>
                <a:custGeom>
                  <a:avLst/>
                  <a:gdLst>
                    <a:gd name="connsiteX0" fmla="*/ 159544 w 377338"/>
                    <a:gd name="connsiteY0" fmla="*/ 745712 h 745712"/>
                    <a:gd name="connsiteX1" fmla="*/ 33718 w 377338"/>
                    <a:gd name="connsiteY1" fmla="*/ 362617 h 745712"/>
                    <a:gd name="connsiteX2" fmla="*/ 0 w 377338"/>
                    <a:gd name="connsiteY2" fmla="*/ 336423 h 745712"/>
                    <a:gd name="connsiteX3" fmla="*/ 136112 w 377338"/>
                    <a:gd name="connsiteY3" fmla="*/ 0 h 745712"/>
                    <a:gd name="connsiteX4" fmla="*/ 236029 w 377338"/>
                    <a:gd name="connsiteY4" fmla="*/ 53435 h 745712"/>
                    <a:gd name="connsiteX5" fmla="*/ 373666 w 377338"/>
                    <a:gd name="connsiteY5" fmla="*/ 274511 h 745712"/>
                    <a:gd name="connsiteX6" fmla="*/ 346043 w 377338"/>
                    <a:gd name="connsiteY6" fmla="*/ 499682 h 745712"/>
                    <a:gd name="connsiteX7" fmla="*/ 178594 w 377338"/>
                    <a:gd name="connsiteY7" fmla="*/ 733044 h 745712"/>
                    <a:gd name="connsiteX8" fmla="*/ 159544 w 377338"/>
                    <a:gd name="connsiteY8" fmla="*/ 745712 h 74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338" h="745712">
                      <a:moveTo>
                        <a:pt x="159544" y="745712"/>
                      </a:moveTo>
                      <a:cubicBezTo>
                        <a:pt x="195167" y="591408"/>
                        <a:pt x="132207" y="471011"/>
                        <a:pt x="33718" y="362617"/>
                      </a:cubicBezTo>
                      <a:cubicBezTo>
                        <a:pt x="24669" y="352616"/>
                        <a:pt x="12192" y="345758"/>
                        <a:pt x="0" y="336423"/>
                      </a:cubicBezTo>
                      <a:cubicBezTo>
                        <a:pt x="101346" y="242030"/>
                        <a:pt x="123349" y="123920"/>
                        <a:pt x="136112" y="0"/>
                      </a:cubicBezTo>
                      <a:cubicBezTo>
                        <a:pt x="174117" y="9811"/>
                        <a:pt x="205644" y="30956"/>
                        <a:pt x="236029" y="53435"/>
                      </a:cubicBezTo>
                      <a:cubicBezTo>
                        <a:pt x="310801" y="108871"/>
                        <a:pt x="361093" y="180880"/>
                        <a:pt x="373666" y="274511"/>
                      </a:cubicBezTo>
                      <a:cubicBezTo>
                        <a:pt x="384048" y="351473"/>
                        <a:pt x="371665" y="426720"/>
                        <a:pt x="346043" y="499682"/>
                      </a:cubicBezTo>
                      <a:cubicBezTo>
                        <a:pt x="312991" y="593598"/>
                        <a:pt x="258223" y="672370"/>
                        <a:pt x="178594" y="733044"/>
                      </a:cubicBezTo>
                      <a:cubicBezTo>
                        <a:pt x="172688" y="737616"/>
                        <a:pt x="166211" y="741331"/>
                        <a:pt x="159544" y="7457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68" name="任意多边形: 形状 360"/>
                <p:cNvSpPr/>
                <p:nvPr/>
              </p:nvSpPr>
              <p:spPr>
                <a:xfrm>
                  <a:off x="264001" y="5830889"/>
                  <a:ext cx="106901" cy="53183"/>
                </a:xfrm>
                <a:custGeom>
                  <a:avLst/>
                  <a:gdLst>
                    <a:gd name="connsiteX0" fmla="*/ 0 w 748283"/>
                    <a:gd name="connsiteY0" fmla="*/ 252924 h 372272"/>
                    <a:gd name="connsiteX1" fmla="*/ 217361 w 748283"/>
                    <a:gd name="connsiteY1" fmla="*/ 19276 h 372272"/>
                    <a:gd name="connsiteX2" fmla="*/ 390715 w 748283"/>
                    <a:gd name="connsiteY2" fmla="*/ 3369 h 372272"/>
                    <a:gd name="connsiteX3" fmla="*/ 553212 w 748283"/>
                    <a:gd name="connsiteY3" fmla="*/ 46327 h 372272"/>
                    <a:gd name="connsiteX4" fmla="*/ 748284 w 748283"/>
                    <a:gd name="connsiteY4" fmla="*/ 203013 h 372272"/>
                    <a:gd name="connsiteX5" fmla="*/ 340519 w 748283"/>
                    <a:gd name="connsiteY5" fmla="*/ 372272 h 372272"/>
                    <a:gd name="connsiteX6" fmla="*/ 0 w 748283"/>
                    <a:gd name="connsiteY6" fmla="*/ 252924 h 37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8283" h="372272">
                      <a:moveTo>
                        <a:pt x="0" y="252924"/>
                      </a:moveTo>
                      <a:cubicBezTo>
                        <a:pt x="43434" y="145482"/>
                        <a:pt x="107442" y="60710"/>
                        <a:pt x="217361" y="19276"/>
                      </a:cubicBezTo>
                      <a:cubicBezTo>
                        <a:pt x="273463" y="-1870"/>
                        <a:pt x="331565" y="-2917"/>
                        <a:pt x="390715" y="3369"/>
                      </a:cubicBezTo>
                      <a:cubicBezTo>
                        <a:pt x="447294" y="9370"/>
                        <a:pt x="501396" y="23372"/>
                        <a:pt x="553212" y="46327"/>
                      </a:cubicBezTo>
                      <a:cubicBezTo>
                        <a:pt x="631603" y="80998"/>
                        <a:pt x="696182" y="133195"/>
                        <a:pt x="748284" y="203013"/>
                      </a:cubicBezTo>
                      <a:cubicBezTo>
                        <a:pt x="574262" y="170533"/>
                        <a:pt x="451199" y="255686"/>
                        <a:pt x="340519" y="372272"/>
                      </a:cubicBezTo>
                      <a:cubicBezTo>
                        <a:pt x="248412" y="277403"/>
                        <a:pt x="127159" y="261497"/>
                        <a:pt x="0" y="25292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69" name="任意多边形: 形状 361"/>
                <p:cNvSpPr/>
                <p:nvPr/>
              </p:nvSpPr>
              <p:spPr>
                <a:xfrm>
                  <a:off x="372549" y="5921215"/>
                  <a:ext cx="87816" cy="69310"/>
                </a:xfrm>
                <a:custGeom>
                  <a:avLst/>
                  <a:gdLst>
                    <a:gd name="connsiteX0" fmla="*/ 611886 w 614691"/>
                    <a:gd name="connsiteY0" fmla="*/ 485154 h 485153"/>
                    <a:gd name="connsiteX1" fmla="*/ 235458 w 614691"/>
                    <a:gd name="connsiteY1" fmla="*/ 362186 h 485153"/>
                    <a:gd name="connsiteX2" fmla="*/ 187738 w 614691"/>
                    <a:gd name="connsiteY2" fmla="*/ 367520 h 485153"/>
                    <a:gd name="connsiteX3" fmla="*/ 120301 w 614691"/>
                    <a:gd name="connsiteY3" fmla="*/ 198642 h 485153"/>
                    <a:gd name="connsiteX4" fmla="*/ 0 w 614691"/>
                    <a:gd name="connsiteY4" fmla="*/ 62530 h 485153"/>
                    <a:gd name="connsiteX5" fmla="*/ 138208 w 614691"/>
                    <a:gd name="connsiteY5" fmla="*/ 7475 h 485153"/>
                    <a:gd name="connsiteX6" fmla="*/ 450247 w 614691"/>
                    <a:gd name="connsiteY6" fmla="*/ 102725 h 485153"/>
                    <a:gd name="connsiteX7" fmla="*/ 614648 w 614691"/>
                    <a:gd name="connsiteY7" fmla="*/ 464199 h 485153"/>
                    <a:gd name="connsiteX8" fmla="*/ 613886 w 614691"/>
                    <a:gd name="connsiteY8" fmla="*/ 482487 h 485153"/>
                    <a:gd name="connsiteX9" fmla="*/ 611886 w 614691"/>
                    <a:gd name="connsiteY9" fmla="*/ 485154 h 485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4691" h="485153">
                      <a:moveTo>
                        <a:pt x="611886" y="485154"/>
                      </a:moveTo>
                      <a:cubicBezTo>
                        <a:pt x="511016" y="367901"/>
                        <a:pt x="378524" y="348946"/>
                        <a:pt x="235458" y="362186"/>
                      </a:cubicBezTo>
                      <a:cubicBezTo>
                        <a:pt x="219742" y="363615"/>
                        <a:pt x="204216" y="365710"/>
                        <a:pt x="187738" y="367520"/>
                      </a:cubicBezTo>
                      <a:cubicBezTo>
                        <a:pt x="183928" y="302369"/>
                        <a:pt x="158115" y="247029"/>
                        <a:pt x="120301" y="198642"/>
                      </a:cubicBezTo>
                      <a:cubicBezTo>
                        <a:pt x="83344" y="151398"/>
                        <a:pt x="40958" y="108440"/>
                        <a:pt x="0" y="62530"/>
                      </a:cubicBezTo>
                      <a:cubicBezTo>
                        <a:pt x="41529" y="37479"/>
                        <a:pt x="87630" y="17476"/>
                        <a:pt x="138208" y="7475"/>
                      </a:cubicBezTo>
                      <a:cubicBezTo>
                        <a:pt x="259271" y="-16337"/>
                        <a:pt x="361950" y="17095"/>
                        <a:pt x="450247" y="102725"/>
                      </a:cubicBezTo>
                      <a:cubicBezTo>
                        <a:pt x="552640" y="202071"/>
                        <a:pt x="609219" y="321324"/>
                        <a:pt x="614648" y="464199"/>
                      </a:cubicBezTo>
                      <a:cubicBezTo>
                        <a:pt x="614839" y="470295"/>
                        <a:pt x="614363" y="476391"/>
                        <a:pt x="613886" y="482487"/>
                      </a:cubicBezTo>
                      <a:cubicBezTo>
                        <a:pt x="613981" y="483630"/>
                        <a:pt x="612362" y="484678"/>
                        <a:pt x="611886" y="4851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70" name="任意多边形: 形状 362"/>
                <p:cNvSpPr/>
                <p:nvPr/>
              </p:nvSpPr>
              <p:spPr>
                <a:xfrm>
                  <a:off x="341905" y="6240306"/>
                  <a:ext cx="47499" cy="90423"/>
                </a:xfrm>
                <a:custGeom>
                  <a:avLst/>
                  <a:gdLst>
                    <a:gd name="connsiteX0" fmla="*/ 5620 w 332481"/>
                    <a:gd name="connsiteY0" fmla="*/ 632936 h 632936"/>
                    <a:gd name="connsiteX1" fmla="*/ 0 w 332481"/>
                    <a:gd name="connsiteY1" fmla="*/ 239649 h 632936"/>
                    <a:gd name="connsiteX2" fmla="*/ 207454 w 332481"/>
                    <a:gd name="connsiteY2" fmla="*/ 0 h 632936"/>
                    <a:gd name="connsiteX3" fmla="*/ 304609 w 332481"/>
                    <a:gd name="connsiteY3" fmla="*/ 125444 h 632936"/>
                    <a:gd name="connsiteX4" fmla="*/ 249460 w 332481"/>
                    <a:gd name="connsiteY4" fmla="*/ 465772 h 632936"/>
                    <a:gd name="connsiteX5" fmla="*/ 37909 w 332481"/>
                    <a:gd name="connsiteY5" fmla="*/ 624554 h 632936"/>
                    <a:gd name="connsiteX6" fmla="*/ 5620 w 332481"/>
                    <a:gd name="connsiteY6" fmla="*/ 632936 h 632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2481" h="632936">
                      <a:moveTo>
                        <a:pt x="5620" y="632936"/>
                      </a:moveTo>
                      <a:cubicBezTo>
                        <a:pt x="86582" y="499205"/>
                        <a:pt x="55816" y="370046"/>
                        <a:pt x="0" y="239649"/>
                      </a:cubicBezTo>
                      <a:cubicBezTo>
                        <a:pt x="106108" y="193453"/>
                        <a:pt x="159734" y="100774"/>
                        <a:pt x="207454" y="0"/>
                      </a:cubicBezTo>
                      <a:cubicBezTo>
                        <a:pt x="250031" y="35147"/>
                        <a:pt x="282416" y="76581"/>
                        <a:pt x="304609" y="125444"/>
                      </a:cubicBezTo>
                      <a:cubicBezTo>
                        <a:pt x="361569" y="250793"/>
                        <a:pt x="325279" y="361950"/>
                        <a:pt x="249460" y="465772"/>
                      </a:cubicBezTo>
                      <a:cubicBezTo>
                        <a:pt x="195263" y="539972"/>
                        <a:pt x="125254" y="594169"/>
                        <a:pt x="37909" y="624554"/>
                      </a:cubicBezTo>
                      <a:cubicBezTo>
                        <a:pt x="28099" y="627983"/>
                        <a:pt x="17716" y="629793"/>
                        <a:pt x="5620" y="63293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71" name="任意多边形: 形状 363"/>
                <p:cNvSpPr/>
                <p:nvPr/>
              </p:nvSpPr>
              <p:spPr>
                <a:xfrm>
                  <a:off x="282154" y="6285824"/>
                  <a:ext cx="59293" cy="79047"/>
                </a:xfrm>
                <a:custGeom>
                  <a:avLst/>
                  <a:gdLst>
                    <a:gd name="connsiteX0" fmla="*/ 0 w 415039"/>
                    <a:gd name="connsiteY0" fmla="*/ 553307 h 553307"/>
                    <a:gd name="connsiteX1" fmla="*/ 102965 w 415039"/>
                    <a:gd name="connsiteY1" fmla="*/ 331280 h 553307"/>
                    <a:gd name="connsiteX2" fmla="*/ 94583 w 415039"/>
                    <a:gd name="connsiteY2" fmla="*/ 193167 h 553307"/>
                    <a:gd name="connsiteX3" fmla="*/ 103822 w 415039"/>
                    <a:gd name="connsiteY3" fmla="*/ 175641 h 553307"/>
                    <a:gd name="connsiteX4" fmla="*/ 344805 w 415039"/>
                    <a:gd name="connsiteY4" fmla="*/ 4953 h 553307"/>
                    <a:gd name="connsiteX5" fmla="*/ 351854 w 415039"/>
                    <a:gd name="connsiteY5" fmla="*/ 0 h 553307"/>
                    <a:gd name="connsiteX6" fmla="*/ 414338 w 415039"/>
                    <a:gd name="connsiteY6" fmla="*/ 215837 h 553307"/>
                    <a:gd name="connsiteX7" fmla="*/ 315944 w 415039"/>
                    <a:gd name="connsiteY7" fmla="*/ 414814 h 553307"/>
                    <a:gd name="connsiteX8" fmla="*/ 58960 w 415039"/>
                    <a:gd name="connsiteY8" fmla="*/ 550259 h 553307"/>
                    <a:gd name="connsiteX9" fmla="*/ 0 w 415039"/>
                    <a:gd name="connsiteY9" fmla="*/ 553307 h 553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5039" h="553307">
                      <a:moveTo>
                        <a:pt x="0" y="553307"/>
                      </a:moveTo>
                      <a:cubicBezTo>
                        <a:pt x="70580" y="492347"/>
                        <a:pt x="94774" y="416338"/>
                        <a:pt x="102965" y="331280"/>
                      </a:cubicBezTo>
                      <a:cubicBezTo>
                        <a:pt x="107442" y="284131"/>
                        <a:pt x="103251" y="238887"/>
                        <a:pt x="94583" y="193167"/>
                      </a:cubicBezTo>
                      <a:cubicBezTo>
                        <a:pt x="93536" y="187833"/>
                        <a:pt x="99536" y="176498"/>
                        <a:pt x="103822" y="175641"/>
                      </a:cubicBezTo>
                      <a:cubicBezTo>
                        <a:pt x="209645" y="154496"/>
                        <a:pt x="280321" y="84296"/>
                        <a:pt x="344805" y="4953"/>
                      </a:cubicBezTo>
                      <a:cubicBezTo>
                        <a:pt x="346138" y="3334"/>
                        <a:pt x="348424" y="2381"/>
                        <a:pt x="351854" y="0"/>
                      </a:cubicBezTo>
                      <a:cubicBezTo>
                        <a:pt x="395192" y="66008"/>
                        <a:pt x="419576" y="136493"/>
                        <a:pt x="414338" y="215837"/>
                      </a:cubicBezTo>
                      <a:cubicBezTo>
                        <a:pt x="409099" y="295751"/>
                        <a:pt x="370713" y="359093"/>
                        <a:pt x="315944" y="414814"/>
                      </a:cubicBezTo>
                      <a:cubicBezTo>
                        <a:pt x="244602" y="487489"/>
                        <a:pt x="159448" y="533400"/>
                        <a:pt x="58960" y="550259"/>
                      </a:cubicBezTo>
                      <a:cubicBezTo>
                        <a:pt x="41243" y="553212"/>
                        <a:pt x="22955" y="552260"/>
                        <a:pt x="0" y="55330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72" name="任意多边形: 形状 364"/>
                <p:cNvSpPr/>
                <p:nvPr/>
              </p:nvSpPr>
              <p:spPr>
                <a:xfrm>
                  <a:off x="220702" y="6317788"/>
                  <a:ext cx="65756" cy="67727"/>
                </a:xfrm>
                <a:custGeom>
                  <a:avLst/>
                  <a:gdLst>
                    <a:gd name="connsiteX0" fmla="*/ 152305 w 460274"/>
                    <a:gd name="connsiteY0" fmla="*/ 123635 h 474076"/>
                    <a:gd name="connsiteX1" fmla="*/ 429101 w 460274"/>
                    <a:gd name="connsiteY1" fmla="*/ 0 h 474076"/>
                    <a:gd name="connsiteX2" fmla="*/ 459962 w 460274"/>
                    <a:gd name="connsiteY2" fmla="*/ 158782 h 474076"/>
                    <a:gd name="connsiteX3" fmla="*/ 289274 w 460274"/>
                    <a:gd name="connsiteY3" fmla="*/ 413100 h 474076"/>
                    <a:gd name="connsiteX4" fmla="*/ 52959 w 460274"/>
                    <a:gd name="connsiteY4" fmla="*/ 473678 h 474076"/>
                    <a:gd name="connsiteX5" fmla="*/ 0 w 460274"/>
                    <a:gd name="connsiteY5" fmla="*/ 467678 h 474076"/>
                    <a:gd name="connsiteX6" fmla="*/ 152305 w 460274"/>
                    <a:gd name="connsiteY6" fmla="*/ 123635 h 47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274" h="474076">
                      <a:moveTo>
                        <a:pt x="152305" y="123635"/>
                      </a:moveTo>
                      <a:cubicBezTo>
                        <a:pt x="264986" y="128016"/>
                        <a:pt x="346996" y="66961"/>
                        <a:pt x="429101" y="0"/>
                      </a:cubicBezTo>
                      <a:cubicBezTo>
                        <a:pt x="452914" y="50768"/>
                        <a:pt x="462153" y="103632"/>
                        <a:pt x="459962" y="158782"/>
                      </a:cubicBezTo>
                      <a:cubicBezTo>
                        <a:pt x="455105" y="278416"/>
                        <a:pt x="386048" y="355664"/>
                        <a:pt x="289274" y="413100"/>
                      </a:cubicBezTo>
                      <a:cubicBezTo>
                        <a:pt x="216789" y="456152"/>
                        <a:pt x="137731" y="477298"/>
                        <a:pt x="52959" y="473678"/>
                      </a:cubicBezTo>
                      <a:cubicBezTo>
                        <a:pt x="36576" y="473012"/>
                        <a:pt x="20193" y="470059"/>
                        <a:pt x="0" y="467678"/>
                      </a:cubicBezTo>
                      <a:cubicBezTo>
                        <a:pt x="126492" y="383286"/>
                        <a:pt x="150495" y="258128"/>
                        <a:pt x="152305" y="1236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nvGrpSpPr>
              <p:cNvPr id="573" name="组合 572"/>
              <p:cNvGrpSpPr/>
              <p:nvPr/>
            </p:nvGrpSpPr>
            <p:grpSpPr>
              <a:xfrm rot="0">
                <a:off x="2324" y="3051"/>
                <a:ext cx="622" cy="1153"/>
                <a:chOff x="-373187" y="5709433"/>
                <a:chExt cx="395237" cy="732484"/>
              </a:xfrm>
              <a:gradFill>
                <a:gsLst>
                  <a:gs pos="65000">
                    <a:srgbClr val="FFCD69"/>
                  </a:gs>
                  <a:gs pos="0">
                    <a:srgbClr val="FFCD69">
                      <a:lumMod val="60000"/>
                      <a:lumOff val="40000"/>
                    </a:srgbClr>
                  </a:gs>
                </a:gsLst>
                <a:lin ang="16200000" scaled="1"/>
              </a:gradFill>
            </p:grpSpPr>
            <p:sp>
              <p:nvSpPr>
                <p:cNvPr id="574" name="任意多边形: 形状 319"/>
                <p:cNvSpPr/>
                <p:nvPr/>
              </p:nvSpPr>
              <p:spPr>
                <a:xfrm>
                  <a:off x="-373187" y="6113394"/>
                  <a:ext cx="84571" cy="83409"/>
                </a:xfrm>
                <a:custGeom>
                  <a:avLst/>
                  <a:gdLst>
                    <a:gd name="connsiteX0" fmla="*/ 0 w 591978"/>
                    <a:gd name="connsiteY0" fmla="*/ 56729 h 583842"/>
                    <a:gd name="connsiteX1" fmla="*/ 13716 w 591978"/>
                    <a:gd name="connsiteY1" fmla="*/ 51014 h 583842"/>
                    <a:gd name="connsiteX2" fmla="*/ 209360 w 591978"/>
                    <a:gd name="connsiteY2" fmla="*/ 3008 h 583842"/>
                    <a:gd name="connsiteX3" fmla="*/ 384524 w 591978"/>
                    <a:gd name="connsiteY3" fmla="*/ 76731 h 583842"/>
                    <a:gd name="connsiteX4" fmla="*/ 479203 w 591978"/>
                    <a:gd name="connsiteY4" fmla="*/ 256658 h 583842"/>
                    <a:gd name="connsiteX5" fmla="*/ 516636 w 591978"/>
                    <a:gd name="connsiteY5" fmla="*/ 435252 h 583842"/>
                    <a:gd name="connsiteX6" fmla="*/ 591979 w 591978"/>
                    <a:gd name="connsiteY6" fmla="*/ 576889 h 583842"/>
                    <a:gd name="connsiteX7" fmla="*/ 589883 w 591978"/>
                    <a:gd name="connsiteY7" fmla="*/ 583842 h 583842"/>
                    <a:gd name="connsiteX8" fmla="*/ 474536 w 591978"/>
                    <a:gd name="connsiteY8" fmla="*/ 566126 h 583842"/>
                    <a:gd name="connsiteX9" fmla="*/ 294608 w 591978"/>
                    <a:gd name="connsiteY9" fmla="*/ 468780 h 583842"/>
                    <a:gd name="connsiteX10" fmla="*/ 237839 w 591978"/>
                    <a:gd name="connsiteY10" fmla="*/ 365434 h 583842"/>
                    <a:gd name="connsiteX11" fmla="*/ 76962 w 591978"/>
                    <a:gd name="connsiteY11" fmla="*/ 106830 h 583842"/>
                    <a:gd name="connsiteX12" fmla="*/ 0 w 591978"/>
                    <a:gd name="connsiteY12" fmla="*/ 65873 h 583842"/>
                    <a:gd name="connsiteX13" fmla="*/ 0 w 591978"/>
                    <a:gd name="connsiteY13" fmla="*/ 56729 h 583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978" h="583842">
                      <a:moveTo>
                        <a:pt x="0" y="56729"/>
                      </a:moveTo>
                      <a:cubicBezTo>
                        <a:pt x="4667" y="54919"/>
                        <a:pt x="10287" y="54157"/>
                        <a:pt x="13716" y="51014"/>
                      </a:cubicBezTo>
                      <a:cubicBezTo>
                        <a:pt x="70580" y="722"/>
                        <a:pt x="138303" y="-5089"/>
                        <a:pt x="209360" y="3008"/>
                      </a:cubicBezTo>
                      <a:cubicBezTo>
                        <a:pt x="274892" y="10533"/>
                        <a:pt x="333280" y="35869"/>
                        <a:pt x="384524" y="76731"/>
                      </a:cubicBezTo>
                      <a:cubicBezTo>
                        <a:pt x="442150" y="122737"/>
                        <a:pt x="467392" y="185602"/>
                        <a:pt x="479203" y="256658"/>
                      </a:cubicBezTo>
                      <a:cubicBezTo>
                        <a:pt x="489204" y="316571"/>
                        <a:pt x="502063" y="376197"/>
                        <a:pt x="516636" y="435252"/>
                      </a:cubicBezTo>
                      <a:cubicBezTo>
                        <a:pt x="529685" y="488211"/>
                        <a:pt x="552831" y="536979"/>
                        <a:pt x="591979" y="576889"/>
                      </a:cubicBezTo>
                      <a:cubicBezTo>
                        <a:pt x="591312" y="579175"/>
                        <a:pt x="590550" y="581556"/>
                        <a:pt x="589883" y="583842"/>
                      </a:cubicBezTo>
                      <a:cubicBezTo>
                        <a:pt x="551402" y="578127"/>
                        <a:pt x="512445" y="574412"/>
                        <a:pt x="474536" y="566126"/>
                      </a:cubicBezTo>
                      <a:cubicBezTo>
                        <a:pt x="405575" y="550981"/>
                        <a:pt x="340138" y="524978"/>
                        <a:pt x="294608" y="468780"/>
                      </a:cubicBezTo>
                      <a:cubicBezTo>
                        <a:pt x="270224" y="438681"/>
                        <a:pt x="252317" y="401819"/>
                        <a:pt x="237839" y="365434"/>
                      </a:cubicBezTo>
                      <a:cubicBezTo>
                        <a:pt x="199644" y="269232"/>
                        <a:pt x="154591" y="177982"/>
                        <a:pt x="76962" y="106830"/>
                      </a:cubicBezTo>
                      <a:cubicBezTo>
                        <a:pt x="55150" y="86828"/>
                        <a:pt x="32480" y="66539"/>
                        <a:pt x="0" y="65873"/>
                      </a:cubicBezTo>
                      <a:cubicBezTo>
                        <a:pt x="0" y="62920"/>
                        <a:pt x="0" y="59777"/>
                        <a:pt x="0" y="567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75" name="任意多边形: 形状 320"/>
                <p:cNvSpPr/>
                <p:nvPr/>
              </p:nvSpPr>
              <p:spPr>
                <a:xfrm>
                  <a:off x="-135358" y="5709433"/>
                  <a:ext cx="71034" cy="98846"/>
                </a:xfrm>
                <a:custGeom>
                  <a:avLst/>
                  <a:gdLst>
                    <a:gd name="connsiteX0" fmla="*/ 11086 w 497218"/>
                    <a:gd name="connsiteY0" fmla="*/ 691896 h 691896"/>
                    <a:gd name="connsiteX1" fmla="*/ 1466 w 497218"/>
                    <a:gd name="connsiteY1" fmla="*/ 639699 h 691896"/>
                    <a:gd name="connsiteX2" fmla="*/ 41947 w 497218"/>
                    <a:gd name="connsiteY2" fmla="*/ 392906 h 691896"/>
                    <a:gd name="connsiteX3" fmla="*/ 145770 w 497218"/>
                    <a:gd name="connsiteY3" fmla="*/ 295942 h 691896"/>
                    <a:gd name="connsiteX4" fmla="*/ 350557 w 497218"/>
                    <a:gd name="connsiteY4" fmla="*/ 108966 h 691896"/>
                    <a:gd name="connsiteX5" fmla="*/ 396277 w 497218"/>
                    <a:gd name="connsiteY5" fmla="*/ 0 h 691896"/>
                    <a:gd name="connsiteX6" fmla="*/ 442759 w 497218"/>
                    <a:gd name="connsiteY6" fmla="*/ 53531 h 691896"/>
                    <a:gd name="connsiteX7" fmla="*/ 481812 w 497218"/>
                    <a:gd name="connsiteY7" fmla="*/ 358711 h 691896"/>
                    <a:gd name="connsiteX8" fmla="*/ 359320 w 497218"/>
                    <a:gd name="connsiteY8" fmla="*/ 488918 h 691896"/>
                    <a:gd name="connsiteX9" fmla="*/ 207397 w 497218"/>
                    <a:gd name="connsiteY9" fmla="*/ 552450 h 691896"/>
                    <a:gd name="connsiteX10" fmla="*/ 11086 w 497218"/>
                    <a:gd name="connsiteY10" fmla="*/ 691896 h 691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7218" h="691896">
                      <a:moveTo>
                        <a:pt x="11086" y="691896"/>
                      </a:moveTo>
                      <a:cubicBezTo>
                        <a:pt x="7181" y="671608"/>
                        <a:pt x="2133" y="655796"/>
                        <a:pt x="1466" y="639699"/>
                      </a:cubicBezTo>
                      <a:cubicBezTo>
                        <a:pt x="-2153" y="554736"/>
                        <a:pt x="-2439" y="470345"/>
                        <a:pt x="41947" y="392906"/>
                      </a:cubicBezTo>
                      <a:cubicBezTo>
                        <a:pt x="66712" y="349568"/>
                        <a:pt x="104241" y="321278"/>
                        <a:pt x="145770" y="295942"/>
                      </a:cubicBezTo>
                      <a:cubicBezTo>
                        <a:pt x="226065" y="246983"/>
                        <a:pt x="296074" y="186023"/>
                        <a:pt x="350557" y="108966"/>
                      </a:cubicBezTo>
                      <a:cubicBezTo>
                        <a:pt x="372560" y="77819"/>
                        <a:pt x="389991" y="43720"/>
                        <a:pt x="396277" y="0"/>
                      </a:cubicBezTo>
                      <a:cubicBezTo>
                        <a:pt x="411994" y="17717"/>
                        <a:pt x="431520" y="33338"/>
                        <a:pt x="442759" y="53531"/>
                      </a:cubicBezTo>
                      <a:cubicBezTo>
                        <a:pt x="496290" y="149638"/>
                        <a:pt x="512482" y="251651"/>
                        <a:pt x="481812" y="358711"/>
                      </a:cubicBezTo>
                      <a:cubicBezTo>
                        <a:pt x="463524" y="422720"/>
                        <a:pt x="421042" y="464630"/>
                        <a:pt x="359320" y="488918"/>
                      </a:cubicBezTo>
                      <a:cubicBezTo>
                        <a:pt x="308266" y="509016"/>
                        <a:pt x="257307" y="529685"/>
                        <a:pt x="207397" y="552450"/>
                      </a:cubicBezTo>
                      <a:cubicBezTo>
                        <a:pt x="134435" y="585597"/>
                        <a:pt x="61378" y="619316"/>
                        <a:pt x="11086" y="6918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76" name="任意多边形: 形状 321"/>
                <p:cNvSpPr/>
                <p:nvPr/>
              </p:nvSpPr>
              <p:spPr>
                <a:xfrm>
                  <a:off x="-72132" y="5741833"/>
                  <a:ext cx="94182" cy="58296"/>
                </a:xfrm>
                <a:custGeom>
                  <a:avLst/>
                  <a:gdLst>
                    <a:gd name="connsiteX0" fmla="*/ 0 w 659249"/>
                    <a:gd name="connsiteY0" fmla="*/ 315087 h 408057"/>
                    <a:gd name="connsiteX1" fmla="*/ 134207 w 659249"/>
                    <a:gd name="connsiteY1" fmla="*/ 156877 h 408057"/>
                    <a:gd name="connsiteX2" fmla="*/ 304705 w 659249"/>
                    <a:gd name="connsiteY2" fmla="*/ 98870 h 408057"/>
                    <a:gd name="connsiteX3" fmla="*/ 412242 w 659249"/>
                    <a:gd name="connsiteY3" fmla="*/ 102108 h 408057"/>
                    <a:gd name="connsiteX4" fmla="*/ 598646 w 659249"/>
                    <a:gd name="connsiteY4" fmla="*/ 47720 h 408057"/>
                    <a:gd name="connsiteX5" fmla="*/ 654463 w 659249"/>
                    <a:gd name="connsiteY5" fmla="*/ 0 h 408057"/>
                    <a:gd name="connsiteX6" fmla="*/ 658368 w 659249"/>
                    <a:gd name="connsiteY6" fmla="*/ 21050 h 408057"/>
                    <a:gd name="connsiteX7" fmla="*/ 627888 w 659249"/>
                    <a:gd name="connsiteY7" fmla="*/ 251079 h 408057"/>
                    <a:gd name="connsiteX8" fmla="*/ 422624 w 659249"/>
                    <a:gd name="connsiteY8" fmla="*/ 404908 h 408057"/>
                    <a:gd name="connsiteX9" fmla="*/ 157639 w 659249"/>
                    <a:gd name="connsiteY9" fmla="*/ 353473 h 408057"/>
                    <a:gd name="connsiteX10" fmla="*/ 46577 w 659249"/>
                    <a:gd name="connsiteY10" fmla="*/ 313087 h 408057"/>
                    <a:gd name="connsiteX11" fmla="*/ 0 w 659249"/>
                    <a:gd name="connsiteY11" fmla="*/ 315087 h 40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9249" h="408057">
                      <a:moveTo>
                        <a:pt x="0" y="315087"/>
                      </a:moveTo>
                      <a:cubicBezTo>
                        <a:pt x="31432" y="249365"/>
                        <a:pt x="77819" y="198882"/>
                        <a:pt x="134207" y="156877"/>
                      </a:cubicBezTo>
                      <a:cubicBezTo>
                        <a:pt x="184785" y="119158"/>
                        <a:pt x="243268" y="102870"/>
                        <a:pt x="304705" y="98870"/>
                      </a:cubicBezTo>
                      <a:cubicBezTo>
                        <a:pt x="340328" y="96583"/>
                        <a:pt x="376428" y="103346"/>
                        <a:pt x="412242" y="102108"/>
                      </a:cubicBezTo>
                      <a:cubicBezTo>
                        <a:pt x="478726" y="99917"/>
                        <a:pt x="542830" y="86487"/>
                        <a:pt x="598646" y="47720"/>
                      </a:cubicBezTo>
                      <a:cubicBezTo>
                        <a:pt x="617792" y="34481"/>
                        <a:pt x="634270" y="17431"/>
                        <a:pt x="654463" y="0"/>
                      </a:cubicBezTo>
                      <a:cubicBezTo>
                        <a:pt x="655892" y="7239"/>
                        <a:pt x="658177" y="14097"/>
                        <a:pt x="658368" y="21050"/>
                      </a:cubicBezTo>
                      <a:cubicBezTo>
                        <a:pt x="661035" y="99441"/>
                        <a:pt x="659416" y="177451"/>
                        <a:pt x="627888" y="251079"/>
                      </a:cubicBezTo>
                      <a:cubicBezTo>
                        <a:pt x="589121" y="341567"/>
                        <a:pt x="521208" y="392430"/>
                        <a:pt x="422624" y="404908"/>
                      </a:cubicBezTo>
                      <a:cubicBezTo>
                        <a:pt x="328041" y="416814"/>
                        <a:pt x="241840" y="393954"/>
                        <a:pt x="157639" y="353473"/>
                      </a:cubicBezTo>
                      <a:cubicBezTo>
                        <a:pt x="122301" y="336423"/>
                        <a:pt x="84296" y="324422"/>
                        <a:pt x="46577" y="313087"/>
                      </a:cubicBezTo>
                      <a:cubicBezTo>
                        <a:pt x="33623" y="309086"/>
                        <a:pt x="18193" y="313944"/>
                        <a:pt x="0" y="3150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77" name="任意多边形: 形状 322"/>
                <p:cNvSpPr/>
                <p:nvPr/>
              </p:nvSpPr>
              <p:spPr>
                <a:xfrm>
                  <a:off x="-300517" y="5849072"/>
                  <a:ext cx="47425" cy="111571"/>
                </a:xfrm>
                <a:custGeom>
                  <a:avLst/>
                  <a:gdLst>
                    <a:gd name="connsiteX0" fmla="*/ 146652 w 331967"/>
                    <a:gd name="connsiteY0" fmla="*/ 780973 h 780972"/>
                    <a:gd name="connsiteX1" fmla="*/ 3205 w 331967"/>
                    <a:gd name="connsiteY1" fmla="*/ 538656 h 780972"/>
                    <a:gd name="connsiteX2" fmla="*/ 32542 w 331967"/>
                    <a:gd name="connsiteY2" fmla="*/ 367968 h 780972"/>
                    <a:gd name="connsiteX3" fmla="*/ 75024 w 331967"/>
                    <a:gd name="connsiteY3" fmla="*/ 175945 h 780972"/>
                    <a:gd name="connsiteX4" fmla="*/ 70071 w 331967"/>
                    <a:gd name="connsiteY4" fmla="*/ 58025 h 780972"/>
                    <a:gd name="connsiteX5" fmla="*/ 51021 w 331967"/>
                    <a:gd name="connsiteY5" fmla="*/ 1923 h 780972"/>
                    <a:gd name="connsiteX6" fmla="*/ 141413 w 331967"/>
                    <a:gd name="connsiteY6" fmla="*/ 17734 h 780972"/>
                    <a:gd name="connsiteX7" fmla="*/ 326770 w 331967"/>
                    <a:gd name="connsiteY7" fmla="*/ 261289 h 780972"/>
                    <a:gd name="connsiteX8" fmla="*/ 288479 w 331967"/>
                    <a:gd name="connsiteY8" fmla="*/ 451693 h 780972"/>
                    <a:gd name="connsiteX9" fmla="*/ 175227 w 331967"/>
                    <a:gd name="connsiteY9" fmla="*/ 663720 h 780972"/>
                    <a:gd name="connsiteX10" fmla="*/ 146652 w 331967"/>
                    <a:gd name="connsiteY10" fmla="*/ 780973 h 780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1967" h="780972">
                      <a:moveTo>
                        <a:pt x="146652" y="780973"/>
                      </a:moveTo>
                      <a:cubicBezTo>
                        <a:pt x="78739" y="714869"/>
                        <a:pt x="21303" y="637717"/>
                        <a:pt x="3205" y="538656"/>
                      </a:cubicBezTo>
                      <a:cubicBezTo>
                        <a:pt x="-7558" y="479506"/>
                        <a:pt x="10444" y="423404"/>
                        <a:pt x="32542" y="367968"/>
                      </a:cubicBezTo>
                      <a:cubicBezTo>
                        <a:pt x="57022" y="306723"/>
                        <a:pt x="73976" y="242620"/>
                        <a:pt x="75024" y="175945"/>
                      </a:cubicBezTo>
                      <a:cubicBezTo>
                        <a:pt x="75691" y="136606"/>
                        <a:pt x="74071" y="97078"/>
                        <a:pt x="70071" y="58025"/>
                      </a:cubicBezTo>
                      <a:cubicBezTo>
                        <a:pt x="68166" y="39642"/>
                        <a:pt x="58165" y="22211"/>
                        <a:pt x="51021" y="1923"/>
                      </a:cubicBezTo>
                      <a:cubicBezTo>
                        <a:pt x="82549" y="-3983"/>
                        <a:pt x="112933" y="4399"/>
                        <a:pt x="141413" y="17734"/>
                      </a:cubicBezTo>
                      <a:cubicBezTo>
                        <a:pt x="245617" y="66217"/>
                        <a:pt x="303052" y="151561"/>
                        <a:pt x="326770" y="261289"/>
                      </a:cubicBezTo>
                      <a:cubicBezTo>
                        <a:pt x="341533" y="329773"/>
                        <a:pt x="323626" y="391781"/>
                        <a:pt x="288479" y="451693"/>
                      </a:cubicBezTo>
                      <a:cubicBezTo>
                        <a:pt x="247903" y="520750"/>
                        <a:pt x="208945" y="591139"/>
                        <a:pt x="175227" y="663720"/>
                      </a:cubicBezTo>
                      <a:cubicBezTo>
                        <a:pt x="158939" y="699248"/>
                        <a:pt x="155986" y="740968"/>
                        <a:pt x="146652" y="78097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78" name="任意多边形: 形状 323"/>
                <p:cNvSpPr/>
                <p:nvPr/>
              </p:nvSpPr>
              <p:spPr>
                <a:xfrm>
                  <a:off x="-234415" y="6354448"/>
                  <a:ext cx="110737" cy="46489"/>
                </a:xfrm>
                <a:custGeom>
                  <a:avLst/>
                  <a:gdLst>
                    <a:gd name="connsiteX0" fmla="*/ 775136 w 775136"/>
                    <a:gd name="connsiteY0" fmla="*/ 172682 h 325408"/>
                    <a:gd name="connsiteX1" fmla="*/ 481100 w 775136"/>
                    <a:gd name="connsiteY1" fmla="*/ 325273 h 325408"/>
                    <a:gd name="connsiteX2" fmla="*/ 394232 w 775136"/>
                    <a:gd name="connsiteY2" fmla="*/ 306318 h 325408"/>
                    <a:gd name="connsiteX3" fmla="*/ 127055 w 775136"/>
                    <a:gd name="connsiteY3" fmla="*/ 259074 h 325408"/>
                    <a:gd name="connsiteX4" fmla="*/ 2087 w 775136"/>
                    <a:gd name="connsiteY4" fmla="*/ 291650 h 325408"/>
                    <a:gd name="connsiteX5" fmla="*/ 31710 w 775136"/>
                    <a:gd name="connsiteY5" fmla="*/ 161443 h 325408"/>
                    <a:gd name="connsiteX6" fmla="*/ 270407 w 775136"/>
                    <a:gd name="connsiteY6" fmla="*/ 3137 h 325408"/>
                    <a:gd name="connsiteX7" fmla="*/ 459954 w 775136"/>
                    <a:gd name="connsiteY7" fmla="*/ 46476 h 325408"/>
                    <a:gd name="connsiteX8" fmla="*/ 661979 w 775136"/>
                    <a:gd name="connsiteY8" fmla="*/ 148775 h 325408"/>
                    <a:gd name="connsiteX9" fmla="*/ 775136 w 775136"/>
                    <a:gd name="connsiteY9" fmla="*/ 172682 h 325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5136" h="325408">
                      <a:moveTo>
                        <a:pt x="775136" y="172682"/>
                      </a:moveTo>
                      <a:cubicBezTo>
                        <a:pt x="694555" y="255550"/>
                        <a:pt x="607592" y="328988"/>
                        <a:pt x="481100" y="325273"/>
                      </a:cubicBezTo>
                      <a:cubicBezTo>
                        <a:pt x="451953" y="324415"/>
                        <a:pt x="422235" y="315843"/>
                        <a:pt x="394232" y="306318"/>
                      </a:cubicBezTo>
                      <a:cubicBezTo>
                        <a:pt x="307459" y="276695"/>
                        <a:pt x="219353" y="256026"/>
                        <a:pt x="127055" y="259074"/>
                      </a:cubicBezTo>
                      <a:cubicBezTo>
                        <a:pt x="78002" y="260693"/>
                        <a:pt x="51713" y="267647"/>
                        <a:pt x="2087" y="291650"/>
                      </a:cubicBezTo>
                      <a:cubicBezTo>
                        <a:pt x="-5152" y="243644"/>
                        <a:pt x="6850" y="200114"/>
                        <a:pt x="31710" y="161443"/>
                      </a:cubicBezTo>
                      <a:cubicBezTo>
                        <a:pt x="87717" y="74098"/>
                        <a:pt x="168203" y="20092"/>
                        <a:pt x="270407" y="3137"/>
                      </a:cubicBezTo>
                      <a:cubicBezTo>
                        <a:pt x="338225" y="-8102"/>
                        <a:pt x="400328" y="11900"/>
                        <a:pt x="459954" y="46476"/>
                      </a:cubicBezTo>
                      <a:cubicBezTo>
                        <a:pt x="525200" y="84195"/>
                        <a:pt x="592828" y="118771"/>
                        <a:pt x="661979" y="148775"/>
                      </a:cubicBezTo>
                      <a:cubicBezTo>
                        <a:pt x="695888" y="163538"/>
                        <a:pt x="735512" y="164777"/>
                        <a:pt x="775136" y="17268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79" name="任意多边形: 形状 324"/>
                <p:cNvSpPr/>
                <p:nvPr/>
              </p:nvSpPr>
              <p:spPr>
                <a:xfrm>
                  <a:off x="-152663" y="6393336"/>
                  <a:ext cx="106766" cy="48581"/>
                </a:xfrm>
                <a:custGeom>
                  <a:avLst/>
                  <a:gdLst>
                    <a:gd name="connsiteX0" fmla="*/ 8007 w 747337"/>
                    <a:gd name="connsiteY0" fmla="*/ 340053 h 340052"/>
                    <a:gd name="connsiteX1" fmla="*/ 15436 w 747337"/>
                    <a:gd name="connsiteY1" fmla="*/ 213846 h 340052"/>
                    <a:gd name="connsiteX2" fmla="*/ 248608 w 747337"/>
                    <a:gd name="connsiteY2" fmla="*/ 6773 h 340052"/>
                    <a:gd name="connsiteX3" fmla="*/ 387959 w 747337"/>
                    <a:gd name="connsiteY3" fmla="*/ 14869 h 340052"/>
                    <a:gd name="connsiteX4" fmla="*/ 589127 w 747337"/>
                    <a:gd name="connsiteY4" fmla="*/ 76115 h 340052"/>
                    <a:gd name="connsiteX5" fmla="*/ 747337 w 747337"/>
                    <a:gd name="connsiteY5" fmla="*/ 77163 h 340052"/>
                    <a:gd name="connsiteX6" fmla="*/ 743813 w 747337"/>
                    <a:gd name="connsiteY6" fmla="*/ 90117 h 340052"/>
                    <a:gd name="connsiteX7" fmla="*/ 572363 w 747337"/>
                    <a:gd name="connsiteY7" fmla="*/ 262424 h 340052"/>
                    <a:gd name="connsiteX8" fmla="*/ 401675 w 747337"/>
                    <a:gd name="connsiteY8" fmla="*/ 289094 h 340052"/>
                    <a:gd name="connsiteX9" fmla="*/ 110877 w 747337"/>
                    <a:gd name="connsiteY9" fmla="*/ 296714 h 340052"/>
                    <a:gd name="connsiteX10" fmla="*/ 8007 w 747337"/>
                    <a:gd name="connsiteY10" fmla="*/ 340053 h 340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7337" h="340052">
                      <a:moveTo>
                        <a:pt x="8007" y="340053"/>
                      </a:moveTo>
                      <a:cubicBezTo>
                        <a:pt x="-5138" y="300143"/>
                        <a:pt x="-1709" y="255661"/>
                        <a:pt x="15436" y="213846"/>
                      </a:cubicBezTo>
                      <a:cubicBezTo>
                        <a:pt x="59156" y="107452"/>
                        <a:pt x="135832" y="36300"/>
                        <a:pt x="248608" y="6773"/>
                      </a:cubicBezTo>
                      <a:cubicBezTo>
                        <a:pt x="295948" y="-5609"/>
                        <a:pt x="341858" y="105"/>
                        <a:pt x="387959" y="14869"/>
                      </a:cubicBezTo>
                      <a:cubicBezTo>
                        <a:pt x="454634" y="36300"/>
                        <a:pt x="521595" y="57446"/>
                        <a:pt x="589127" y="76115"/>
                      </a:cubicBezTo>
                      <a:cubicBezTo>
                        <a:pt x="640371" y="90307"/>
                        <a:pt x="692854" y="90497"/>
                        <a:pt x="747337" y="77163"/>
                      </a:cubicBezTo>
                      <a:cubicBezTo>
                        <a:pt x="745908" y="82592"/>
                        <a:pt x="745813" y="86974"/>
                        <a:pt x="743813" y="90117"/>
                      </a:cubicBezTo>
                      <a:cubicBezTo>
                        <a:pt x="699427" y="160221"/>
                        <a:pt x="645991" y="221371"/>
                        <a:pt x="572363" y="262424"/>
                      </a:cubicBezTo>
                      <a:cubicBezTo>
                        <a:pt x="518737" y="292332"/>
                        <a:pt x="461682" y="298524"/>
                        <a:pt x="401675" y="289094"/>
                      </a:cubicBezTo>
                      <a:cubicBezTo>
                        <a:pt x="304329" y="273759"/>
                        <a:pt x="206698" y="268806"/>
                        <a:pt x="110877" y="296714"/>
                      </a:cubicBezTo>
                      <a:cubicBezTo>
                        <a:pt x="76301" y="306715"/>
                        <a:pt x="44011" y="324622"/>
                        <a:pt x="8007" y="340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80" name="任意多边形: 形状 325"/>
                <p:cNvSpPr/>
                <p:nvPr/>
              </p:nvSpPr>
              <p:spPr>
                <a:xfrm>
                  <a:off x="-199146" y="5740567"/>
                  <a:ext cx="58719" cy="109772"/>
                </a:xfrm>
                <a:custGeom>
                  <a:avLst/>
                  <a:gdLst>
                    <a:gd name="connsiteX0" fmla="*/ 62487 w 411017"/>
                    <a:gd name="connsiteY0" fmla="*/ 768382 h 768381"/>
                    <a:gd name="connsiteX1" fmla="*/ 4861 w 411017"/>
                    <a:gd name="connsiteY1" fmla="*/ 595789 h 768381"/>
                    <a:gd name="connsiteX2" fmla="*/ 23625 w 411017"/>
                    <a:gd name="connsiteY2" fmla="*/ 431006 h 768381"/>
                    <a:gd name="connsiteX3" fmla="*/ 79061 w 411017"/>
                    <a:gd name="connsiteY3" fmla="*/ 351092 h 768381"/>
                    <a:gd name="connsiteX4" fmla="*/ 230889 w 411017"/>
                    <a:gd name="connsiteY4" fmla="*/ 73438 h 768381"/>
                    <a:gd name="connsiteX5" fmla="*/ 236509 w 411017"/>
                    <a:gd name="connsiteY5" fmla="*/ 0 h 768381"/>
                    <a:gd name="connsiteX6" fmla="*/ 326139 w 411017"/>
                    <a:gd name="connsiteY6" fmla="*/ 64865 h 768381"/>
                    <a:gd name="connsiteX7" fmla="*/ 401673 w 411017"/>
                    <a:gd name="connsiteY7" fmla="*/ 371666 h 768381"/>
                    <a:gd name="connsiteX8" fmla="*/ 298612 w 411017"/>
                    <a:gd name="connsiteY8" fmla="*/ 505016 h 768381"/>
                    <a:gd name="connsiteX9" fmla="*/ 165357 w 411017"/>
                    <a:gd name="connsiteY9" fmla="*/ 617601 h 768381"/>
                    <a:gd name="connsiteX10" fmla="*/ 62487 w 411017"/>
                    <a:gd name="connsiteY10" fmla="*/ 768382 h 768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017" h="768381">
                      <a:moveTo>
                        <a:pt x="62487" y="768382"/>
                      </a:moveTo>
                      <a:cubicBezTo>
                        <a:pt x="32769" y="712280"/>
                        <a:pt x="14005" y="655796"/>
                        <a:pt x="4861" y="595789"/>
                      </a:cubicBezTo>
                      <a:cubicBezTo>
                        <a:pt x="-3807" y="538925"/>
                        <a:pt x="-2759" y="482822"/>
                        <a:pt x="23625" y="431006"/>
                      </a:cubicBezTo>
                      <a:cubicBezTo>
                        <a:pt x="38199" y="402336"/>
                        <a:pt x="58106" y="375761"/>
                        <a:pt x="79061" y="351092"/>
                      </a:cubicBezTo>
                      <a:cubicBezTo>
                        <a:pt x="148879" y="268796"/>
                        <a:pt x="208601" y="181166"/>
                        <a:pt x="230889" y="73438"/>
                      </a:cubicBezTo>
                      <a:cubicBezTo>
                        <a:pt x="235747" y="49911"/>
                        <a:pt x="234795" y="25241"/>
                        <a:pt x="236509" y="0"/>
                      </a:cubicBezTo>
                      <a:cubicBezTo>
                        <a:pt x="274228" y="9620"/>
                        <a:pt x="302613" y="34576"/>
                        <a:pt x="326139" y="64865"/>
                      </a:cubicBezTo>
                      <a:cubicBezTo>
                        <a:pt x="396624" y="155734"/>
                        <a:pt x="428247" y="256889"/>
                        <a:pt x="401673" y="371666"/>
                      </a:cubicBezTo>
                      <a:cubicBezTo>
                        <a:pt x="387766" y="431673"/>
                        <a:pt x="343761" y="468630"/>
                        <a:pt x="298612" y="505016"/>
                      </a:cubicBezTo>
                      <a:cubicBezTo>
                        <a:pt x="253368" y="541496"/>
                        <a:pt x="208315" y="578453"/>
                        <a:pt x="165357" y="617601"/>
                      </a:cubicBezTo>
                      <a:cubicBezTo>
                        <a:pt x="107064" y="670655"/>
                        <a:pt x="92967" y="693611"/>
                        <a:pt x="62487" y="76838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81" name="任意多边形: 形状 326"/>
                <p:cNvSpPr/>
                <p:nvPr/>
              </p:nvSpPr>
              <p:spPr>
                <a:xfrm>
                  <a:off x="-300345" y="6289479"/>
                  <a:ext cx="109405" cy="57455"/>
                </a:xfrm>
                <a:custGeom>
                  <a:avLst/>
                  <a:gdLst>
                    <a:gd name="connsiteX0" fmla="*/ 765810 w 765809"/>
                    <a:gd name="connsiteY0" fmla="*/ 338559 h 402173"/>
                    <a:gd name="connsiteX1" fmla="*/ 442913 w 765809"/>
                    <a:gd name="connsiteY1" fmla="*/ 383136 h 402173"/>
                    <a:gd name="connsiteX2" fmla="*/ 351282 w 765809"/>
                    <a:gd name="connsiteY2" fmla="*/ 324366 h 402173"/>
                    <a:gd name="connsiteX3" fmla="*/ 105251 w 765809"/>
                    <a:gd name="connsiteY3" fmla="*/ 190540 h 402173"/>
                    <a:gd name="connsiteX4" fmla="*/ 0 w 765809"/>
                    <a:gd name="connsiteY4" fmla="*/ 176634 h 402173"/>
                    <a:gd name="connsiteX5" fmla="*/ 56959 w 765809"/>
                    <a:gd name="connsiteY5" fmla="*/ 85003 h 402173"/>
                    <a:gd name="connsiteX6" fmla="*/ 314706 w 765809"/>
                    <a:gd name="connsiteY6" fmla="*/ 1088 h 402173"/>
                    <a:gd name="connsiteX7" fmla="*/ 499205 w 765809"/>
                    <a:gd name="connsiteY7" fmla="*/ 99386 h 402173"/>
                    <a:gd name="connsiteX8" fmla="*/ 663416 w 765809"/>
                    <a:gd name="connsiteY8" fmla="*/ 274455 h 402173"/>
                    <a:gd name="connsiteX9" fmla="*/ 765810 w 765809"/>
                    <a:gd name="connsiteY9" fmla="*/ 338559 h 40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5809" h="402173">
                      <a:moveTo>
                        <a:pt x="765810" y="338559"/>
                      </a:moveTo>
                      <a:cubicBezTo>
                        <a:pt x="664083" y="386660"/>
                        <a:pt x="558737" y="427522"/>
                        <a:pt x="442913" y="383136"/>
                      </a:cubicBezTo>
                      <a:cubicBezTo>
                        <a:pt x="409670" y="370372"/>
                        <a:pt x="379762" y="346750"/>
                        <a:pt x="351282" y="324366"/>
                      </a:cubicBezTo>
                      <a:cubicBezTo>
                        <a:pt x="276606" y="265883"/>
                        <a:pt x="198406" y="213781"/>
                        <a:pt x="105251" y="190540"/>
                      </a:cubicBezTo>
                      <a:cubicBezTo>
                        <a:pt x="71819" y="182158"/>
                        <a:pt x="36576" y="181205"/>
                        <a:pt x="0" y="176634"/>
                      </a:cubicBezTo>
                      <a:cubicBezTo>
                        <a:pt x="5239" y="141486"/>
                        <a:pt x="28480" y="110244"/>
                        <a:pt x="56959" y="85003"/>
                      </a:cubicBezTo>
                      <a:cubicBezTo>
                        <a:pt x="130207" y="20328"/>
                        <a:pt x="217837" y="-5865"/>
                        <a:pt x="314706" y="1088"/>
                      </a:cubicBezTo>
                      <a:cubicBezTo>
                        <a:pt x="390239" y="6517"/>
                        <a:pt x="449675" y="41950"/>
                        <a:pt x="499205" y="99386"/>
                      </a:cubicBezTo>
                      <a:cubicBezTo>
                        <a:pt x="551402" y="160060"/>
                        <a:pt x="605504" y="219401"/>
                        <a:pt x="663416" y="274455"/>
                      </a:cubicBezTo>
                      <a:cubicBezTo>
                        <a:pt x="691515" y="301125"/>
                        <a:pt x="730091" y="316746"/>
                        <a:pt x="765810" y="33855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82" name="任意多边形: 形状 327"/>
                <p:cNvSpPr/>
                <p:nvPr/>
              </p:nvSpPr>
              <p:spPr>
                <a:xfrm>
                  <a:off x="-340297" y="5928856"/>
                  <a:ext cx="49486" cy="107567"/>
                </a:xfrm>
                <a:custGeom>
                  <a:avLst/>
                  <a:gdLst>
                    <a:gd name="connsiteX0" fmla="*/ 0 w 346389"/>
                    <a:gd name="connsiteY0" fmla="*/ 10568 h 752946"/>
                    <a:gd name="connsiteX1" fmla="*/ 146209 w 346389"/>
                    <a:gd name="connsiteY1" fmla="*/ 21522 h 752946"/>
                    <a:gd name="connsiteX2" fmla="*/ 343186 w 346389"/>
                    <a:gd name="connsiteY2" fmla="*/ 269172 h 752946"/>
                    <a:gd name="connsiteX3" fmla="*/ 333566 w 346389"/>
                    <a:gd name="connsiteY3" fmla="*/ 377566 h 752946"/>
                    <a:gd name="connsiteX4" fmla="*/ 274320 w 346389"/>
                    <a:gd name="connsiteY4" fmla="*/ 567018 h 752946"/>
                    <a:gd name="connsiteX5" fmla="*/ 268700 w 346389"/>
                    <a:gd name="connsiteY5" fmla="*/ 752946 h 752946"/>
                    <a:gd name="connsiteX6" fmla="*/ 227743 w 346389"/>
                    <a:gd name="connsiteY6" fmla="*/ 726943 h 752946"/>
                    <a:gd name="connsiteX7" fmla="*/ 191072 w 346389"/>
                    <a:gd name="connsiteY7" fmla="*/ 699511 h 752946"/>
                    <a:gd name="connsiteX8" fmla="*/ 63532 w 346389"/>
                    <a:gd name="connsiteY8" fmla="*/ 529490 h 752946"/>
                    <a:gd name="connsiteX9" fmla="*/ 59150 w 346389"/>
                    <a:gd name="connsiteY9" fmla="*/ 384710 h 752946"/>
                    <a:gd name="connsiteX10" fmla="*/ 34671 w 346389"/>
                    <a:gd name="connsiteY10" fmla="*/ 66575 h 752946"/>
                    <a:gd name="connsiteX11" fmla="*/ 20193 w 346389"/>
                    <a:gd name="connsiteY11" fmla="*/ 38000 h 752946"/>
                    <a:gd name="connsiteX12" fmla="*/ 0 w 346389"/>
                    <a:gd name="connsiteY12" fmla="*/ 10568 h 752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389" h="752946">
                      <a:moveTo>
                        <a:pt x="0" y="10568"/>
                      </a:moveTo>
                      <a:cubicBezTo>
                        <a:pt x="52006" y="-8672"/>
                        <a:pt x="100775" y="376"/>
                        <a:pt x="146209" y="21522"/>
                      </a:cubicBezTo>
                      <a:cubicBezTo>
                        <a:pt x="252412" y="70957"/>
                        <a:pt x="321183" y="152776"/>
                        <a:pt x="343186" y="269172"/>
                      </a:cubicBezTo>
                      <a:cubicBezTo>
                        <a:pt x="349949" y="304986"/>
                        <a:pt x="345662" y="341752"/>
                        <a:pt x="333566" y="377566"/>
                      </a:cubicBezTo>
                      <a:cubicBezTo>
                        <a:pt x="312515" y="440336"/>
                        <a:pt x="292989" y="503582"/>
                        <a:pt x="274320" y="567018"/>
                      </a:cubicBezTo>
                      <a:cubicBezTo>
                        <a:pt x="256889" y="626264"/>
                        <a:pt x="249174" y="686367"/>
                        <a:pt x="268700" y="752946"/>
                      </a:cubicBezTo>
                      <a:cubicBezTo>
                        <a:pt x="252127" y="742469"/>
                        <a:pt x="239649" y="735135"/>
                        <a:pt x="227743" y="726943"/>
                      </a:cubicBezTo>
                      <a:cubicBezTo>
                        <a:pt x="215170" y="718275"/>
                        <a:pt x="202692" y="709417"/>
                        <a:pt x="191072" y="699511"/>
                      </a:cubicBezTo>
                      <a:cubicBezTo>
                        <a:pt x="135827" y="652458"/>
                        <a:pt x="86582" y="601023"/>
                        <a:pt x="63532" y="529490"/>
                      </a:cubicBezTo>
                      <a:cubicBezTo>
                        <a:pt x="48006" y="481389"/>
                        <a:pt x="52768" y="433573"/>
                        <a:pt x="59150" y="384710"/>
                      </a:cubicBezTo>
                      <a:cubicBezTo>
                        <a:pt x="73152" y="277268"/>
                        <a:pt x="76105" y="170016"/>
                        <a:pt x="34671" y="66575"/>
                      </a:cubicBezTo>
                      <a:cubicBezTo>
                        <a:pt x="30670" y="56669"/>
                        <a:pt x="25813" y="47049"/>
                        <a:pt x="20193" y="38000"/>
                      </a:cubicBezTo>
                      <a:cubicBezTo>
                        <a:pt x="14668" y="29046"/>
                        <a:pt x="7715" y="20950"/>
                        <a:pt x="0" y="1056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83" name="任意多边形: 形状 328"/>
                <p:cNvSpPr/>
                <p:nvPr/>
              </p:nvSpPr>
              <p:spPr>
                <a:xfrm>
                  <a:off x="-349115" y="6207553"/>
                  <a:ext cx="100043" cy="67861"/>
                </a:xfrm>
                <a:custGeom>
                  <a:avLst/>
                  <a:gdLst>
                    <a:gd name="connsiteX0" fmla="*/ 700278 w 700277"/>
                    <a:gd name="connsiteY0" fmla="*/ 459198 h 475011"/>
                    <a:gd name="connsiteX1" fmla="*/ 440722 w 700277"/>
                    <a:gd name="connsiteY1" fmla="*/ 455769 h 475011"/>
                    <a:gd name="connsiteX2" fmla="*/ 308610 w 700277"/>
                    <a:gd name="connsiteY2" fmla="*/ 352232 h 475011"/>
                    <a:gd name="connsiteX3" fmla="*/ 90392 w 700277"/>
                    <a:gd name="connsiteY3" fmla="*/ 146397 h 475011"/>
                    <a:gd name="connsiteX4" fmla="*/ 0 w 700277"/>
                    <a:gd name="connsiteY4" fmla="*/ 112488 h 475011"/>
                    <a:gd name="connsiteX5" fmla="*/ 61817 w 700277"/>
                    <a:gd name="connsiteY5" fmla="*/ 45432 h 475011"/>
                    <a:gd name="connsiteX6" fmla="*/ 448056 w 700277"/>
                    <a:gd name="connsiteY6" fmla="*/ 83627 h 475011"/>
                    <a:gd name="connsiteX7" fmla="*/ 494443 w 700277"/>
                    <a:gd name="connsiteY7" fmla="*/ 151064 h 475011"/>
                    <a:gd name="connsiteX8" fmla="*/ 615029 w 700277"/>
                    <a:gd name="connsiteY8" fmla="*/ 370710 h 475011"/>
                    <a:gd name="connsiteX9" fmla="*/ 700278 w 700277"/>
                    <a:gd name="connsiteY9" fmla="*/ 459198 h 47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0277" h="475011">
                      <a:moveTo>
                        <a:pt x="700278" y="459198"/>
                      </a:moveTo>
                      <a:cubicBezTo>
                        <a:pt x="615124" y="477295"/>
                        <a:pt x="527971" y="484344"/>
                        <a:pt x="440722" y="455769"/>
                      </a:cubicBezTo>
                      <a:cubicBezTo>
                        <a:pt x="383762" y="437195"/>
                        <a:pt x="342805" y="399952"/>
                        <a:pt x="308610" y="352232"/>
                      </a:cubicBezTo>
                      <a:cubicBezTo>
                        <a:pt x="249364" y="269650"/>
                        <a:pt x="181832" y="194689"/>
                        <a:pt x="90392" y="146397"/>
                      </a:cubicBezTo>
                      <a:cubicBezTo>
                        <a:pt x="62579" y="131728"/>
                        <a:pt x="31147" y="123918"/>
                        <a:pt x="0" y="112488"/>
                      </a:cubicBezTo>
                      <a:cubicBezTo>
                        <a:pt x="10858" y="85532"/>
                        <a:pt x="34576" y="63625"/>
                        <a:pt x="61817" y="45432"/>
                      </a:cubicBezTo>
                      <a:cubicBezTo>
                        <a:pt x="171926" y="-28006"/>
                        <a:pt x="356235" y="-10385"/>
                        <a:pt x="448056" y="83627"/>
                      </a:cubicBezTo>
                      <a:cubicBezTo>
                        <a:pt x="466820" y="102867"/>
                        <a:pt x="481298" y="127251"/>
                        <a:pt x="494443" y="151064"/>
                      </a:cubicBezTo>
                      <a:cubicBezTo>
                        <a:pt x="535019" y="224121"/>
                        <a:pt x="571024" y="299844"/>
                        <a:pt x="615029" y="370710"/>
                      </a:cubicBezTo>
                      <a:cubicBezTo>
                        <a:pt x="636080" y="404619"/>
                        <a:pt x="671132" y="429670"/>
                        <a:pt x="700278" y="45919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84" name="任意多边形: 形状 329"/>
                <p:cNvSpPr/>
                <p:nvPr/>
              </p:nvSpPr>
              <p:spPr>
                <a:xfrm>
                  <a:off x="-364845" y="6014958"/>
                  <a:ext cx="57683" cy="100023"/>
                </a:xfrm>
                <a:custGeom>
                  <a:avLst/>
                  <a:gdLst>
                    <a:gd name="connsiteX0" fmla="*/ 403765 w 403764"/>
                    <a:gd name="connsiteY0" fmla="*/ 700134 h 700134"/>
                    <a:gd name="connsiteX1" fmla="*/ 177927 w 403764"/>
                    <a:gd name="connsiteY1" fmla="*/ 549734 h 700134"/>
                    <a:gd name="connsiteX2" fmla="*/ 124587 w 403764"/>
                    <a:gd name="connsiteY2" fmla="*/ 366664 h 700134"/>
                    <a:gd name="connsiteX3" fmla="*/ 53912 w 403764"/>
                    <a:gd name="connsiteY3" fmla="*/ 92439 h 700134"/>
                    <a:gd name="connsiteX4" fmla="*/ 0 w 403764"/>
                    <a:gd name="connsiteY4" fmla="*/ 22145 h 700134"/>
                    <a:gd name="connsiteX5" fmla="*/ 148495 w 403764"/>
                    <a:gd name="connsiteY5" fmla="*/ 9095 h 700134"/>
                    <a:gd name="connsiteX6" fmla="*/ 388906 w 403764"/>
                    <a:gd name="connsiteY6" fmla="*/ 237029 h 700134"/>
                    <a:gd name="connsiteX7" fmla="*/ 390525 w 403764"/>
                    <a:gd name="connsiteY7" fmla="*/ 354758 h 700134"/>
                    <a:gd name="connsiteX8" fmla="*/ 371380 w 403764"/>
                    <a:gd name="connsiteY8" fmla="*/ 543924 h 700134"/>
                    <a:gd name="connsiteX9" fmla="*/ 403765 w 403764"/>
                    <a:gd name="connsiteY9" fmla="*/ 700134 h 70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764" h="700134">
                      <a:moveTo>
                        <a:pt x="403765" y="700134"/>
                      </a:moveTo>
                      <a:cubicBezTo>
                        <a:pt x="312706" y="665368"/>
                        <a:pt x="235458" y="622791"/>
                        <a:pt x="177927" y="549734"/>
                      </a:cubicBezTo>
                      <a:cubicBezTo>
                        <a:pt x="135160" y="495442"/>
                        <a:pt x="126778" y="432386"/>
                        <a:pt x="124587" y="366664"/>
                      </a:cubicBezTo>
                      <a:cubicBezTo>
                        <a:pt x="121349" y="270080"/>
                        <a:pt x="102013" y="177212"/>
                        <a:pt x="53912" y="92439"/>
                      </a:cubicBezTo>
                      <a:cubicBezTo>
                        <a:pt x="39529" y="67198"/>
                        <a:pt x="18383" y="45766"/>
                        <a:pt x="0" y="22145"/>
                      </a:cubicBezTo>
                      <a:cubicBezTo>
                        <a:pt x="44006" y="-3097"/>
                        <a:pt x="95917" y="-5764"/>
                        <a:pt x="148495" y="9095"/>
                      </a:cubicBezTo>
                      <a:cubicBezTo>
                        <a:pt x="268129" y="43004"/>
                        <a:pt x="356235" y="113299"/>
                        <a:pt x="388906" y="237029"/>
                      </a:cubicBezTo>
                      <a:cubicBezTo>
                        <a:pt x="398621" y="273890"/>
                        <a:pt x="393383" y="315610"/>
                        <a:pt x="390525" y="354758"/>
                      </a:cubicBezTo>
                      <a:cubicBezTo>
                        <a:pt x="385858" y="418004"/>
                        <a:pt x="375666" y="480773"/>
                        <a:pt x="371380" y="543924"/>
                      </a:cubicBezTo>
                      <a:cubicBezTo>
                        <a:pt x="367856" y="596216"/>
                        <a:pt x="376523" y="647461"/>
                        <a:pt x="403765" y="7001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85" name="任意多边形: 形状 330"/>
                <p:cNvSpPr/>
                <p:nvPr/>
              </p:nvSpPr>
              <p:spPr>
                <a:xfrm>
                  <a:off x="-299835" y="6050589"/>
                  <a:ext cx="54710" cy="98083"/>
                </a:xfrm>
                <a:custGeom>
                  <a:avLst/>
                  <a:gdLst>
                    <a:gd name="connsiteX0" fmla="*/ 382954 w 382954"/>
                    <a:gd name="connsiteY0" fmla="*/ 358997 h 686561"/>
                    <a:gd name="connsiteX1" fmla="*/ 84155 w 382954"/>
                    <a:gd name="connsiteY1" fmla="*/ 686562 h 686561"/>
                    <a:gd name="connsiteX2" fmla="*/ 27291 w 382954"/>
                    <a:gd name="connsiteY2" fmla="*/ 573405 h 686561"/>
                    <a:gd name="connsiteX3" fmla="*/ 56723 w 382954"/>
                    <a:gd name="connsiteY3" fmla="*/ 176213 h 686561"/>
                    <a:gd name="connsiteX4" fmla="*/ 233602 w 382954"/>
                    <a:gd name="connsiteY4" fmla="*/ 27527 h 686561"/>
                    <a:gd name="connsiteX5" fmla="*/ 378763 w 382954"/>
                    <a:gd name="connsiteY5" fmla="*/ 0 h 686561"/>
                    <a:gd name="connsiteX6" fmla="*/ 350474 w 382954"/>
                    <a:gd name="connsiteY6" fmla="*/ 182118 h 686561"/>
                    <a:gd name="connsiteX7" fmla="*/ 382954 w 382954"/>
                    <a:gd name="connsiteY7" fmla="*/ 358997 h 68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54" h="686561">
                      <a:moveTo>
                        <a:pt x="382954" y="358997"/>
                      </a:moveTo>
                      <a:cubicBezTo>
                        <a:pt x="235507" y="427101"/>
                        <a:pt x="112158" y="513016"/>
                        <a:pt x="84155" y="686562"/>
                      </a:cubicBezTo>
                      <a:cubicBezTo>
                        <a:pt x="58152" y="653605"/>
                        <a:pt x="40245" y="614553"/>
                        <a:pt x="27291" y="573405"/>
                      </a:cubicBezTo>
                      <a:cubicBezTo>
                        <a:pt x="-15477" y="437197"/>
                        <a:pt x="-9666" y="304038"/>
                        <a:pt x="56723" y="176213"/>
                      </a:cubicBezTo>
                      <a:cubicBezTo>
                        <a:pt x="94918" y="102775"/>
                        <a:pt x="157402" y="56769"/>
                        <a:pt x="233602" y="27527"/>
                      </a:cubicBezTo>
                      <a:cubicBezTo>
                        <a:pt x="281608" y="9144"/>
                        <a:pt x="331424" y="3238"/>
                        <a:pt x="378763" y="0"/>
                      </a:cubicBezTo>
                      <a:cubicBezTo>
                        <a:pt x="368857" y="62103"/>
                        <a:pt x="356189" y="121729"/>
                        <a:pt x="350474" y="182118"/>
                      </a:cubicBezTo>
                      <a:cubicBezTo>
                        <a:pt x="344854" y="242506"/>
                        <a:pt x="349045" y="302895"/>
                        <a:pt x="382954" y="35899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86" name="任意多边形: 形状 331"/>
                <p:cNvSpPr/>
                <p:nvPr/>
              </p:nvSpPr>
              <p:spPr>
                <a:xfrm>
                  <a:off x="-238934" y="5868549"/>
                  <a:ext cx="104343" cy="53897"/>
                </a:xfrm>
                <a:custGeom>
                  <a:avLst/>
                  <a:gdLst>
                    <a:gd name="connsiteX0" fmla="*/ 730377 w 730376"/>
                    <a:gd name="connsiteY0" fmla="*/ 161526 h 377267"/>
                    <a:gd name="connsiteX1" fmla="*/ 442436 w 730376"/>
                    <a:gd name="connsiteY1" fmla="*/ 377267 h 377267"/>
                    <a:gd name="connsiteX2" fmla="*/ 0 w 730376"/>
                    <a:gd name="connsiteY2" fmla="*/ 337453 h 377267"/>
                    <a:gd name="connsiteX3" fmla="*/ 17621 w 730376"/>
                    <a:gd name="connsiteY3" fmla="*/ 291828 h 377267"/>
                    <a:gd name="connsiteX4" fmla="*/ 379857 w 730376"/>
                    <a:gd name="connsiteY4" fmla="*/ 6935 h 377267"/>
                    <a:gd name="connsiteX5" fmla="*/ 654653 w 730376"/>
                    <a:gd name="connsiteY5" fmla="*/ 87231 h 377267"/>
                    <a:gd name="connsiteX6" fmla="*/ 730377 w 730376"/>
                    <a:gd name="connsiteY6" fmla="*/ 161526 h 377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0376" h="377267">
                      <a:moveTo>
                        <a:pt x="730377" y="161526"/>
                      </a:moveTo>
                      <a:cubicBezTo>
                        <a:pt x="549497" y="228010"/>
                        <a:pt x="472059" y="306877"/>
                        <a:pt x="442436" y="377267"/>
                      </a:cubicBezTo>
                      <a:cubicBezTo>
                        <a:pt x="301942" y="301829"/>
                        <a:pt x="158972" y="252775"/>
                        <a:pt x="0" y="337453"/>
                      </a:cubicBezTo>
                      <a:cubicBezTo>
                        <a:pt x="6096" y="321451"/>
                        <a:pt x="10763" y="306115"/>
                        <a:pt x="17621" y="291828"/>
                      </a:cubicBezTo>
                      <a:cubicBezTo>
                        <a:pt x="92297" y="138380"/>
                        <a:pt x="215455" y="43321"/>
                        <a:pt x="379857" y="6935"/>
                      </a:cubicBezTo>
                      <a:cubicBezTo>
                        <a:pt x="482537" y="-15830"/>
                        <a:pt x="575405" y="19127"/>
                        <a:pt x="654653" y="87231"/>
                      </a:cubicBezTo>
                      <a:cubicBezTo>
                        <a:pt x="680466" y="109329"/>
                        <a:pt x="703326" y="134856"/>
                        <a:pt x="730377" y="16152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87" name="任意多边形: 形状 332"/>
                <p:cNvSpPr/>
                <p:nvPr/>
              </p:nvSpPr>
              <p:spPr>
                <a:xfrm>
                  <a:off x="-253011" y="5784506"/>
                  <a:ext cx="50062" cy="112848"/>
                </a:xfrm>
                <a:custGeom>
                  <a:avLst/>
                  <a:gdLst>
                    <a:gd name="connsiteX0" fmla="*/ 115969 w 350420"/>
                    <a:gd name="connsiteY0" fmla="*/ 789908 h 789908"/>
                    <a:gd name="connsiteX1" fmla="*/ 3479 w 350420"/>
                    <a:gd name="connsiteY1" fmla="*/ 560451 h 789908"/>
                    <a:gd name="connsiteX2" fmla="*/ 42246 w 350420"/>
                    <a:gd name="connsiteY2" fmla="*/ 376619 h 789908"/>
                    <a:gd name="connsiteX3" fmla="*/ 130447 w 350420"/>
                    <a:gd name="connsiteY3" fmla="*/ 75057 h 789908"/>
                    <a:gd name="connsiteX4" fmla="*/ 125780 w 350420"/>
                    <a:gd name="connsiteY4" fmla="*/ 36671 h 789908"/>
                    <a:gd name="connsiteX5" fmla="*/ 114731 w 350420"/>
                    <a:gd name="connsiteY5" fmla="*/ 0 h 789908"/>
                    <a:gd name="connsiteX6" fmla="*/ 215791 w 350420"/>
                    <a:gd name="connsiteY6" fmla="*/ 42100 h 789908"/>
                    <a:gd name="connsiteX7" fmla="*/ 349617 w 350420"/>
                    <a:gd name="connsiteY7" fmla="*/ 350996 h 789908"/>
                    <a:gd name="connsiteX8" fmla="*/ 301326 w 350420"/>
                    <a:gd name="connsiteY8" fmla="*/ 467582 h 789908"/>
                    <a:gd name="connsiteX9" fmla="*/ 192836 w 350420"/>
                    <a:gd name="connsiteY9" fmla="*/ 604361 h 789908"/>
                    <a:gd name="connsiteX10" fmla="*/ 115969 w 350420"/>
                    <a:gd name="connsiteY10" fmla="*/ 789908 h 78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0420" h="789908">
                      <a:moveTo>
                        <a:pt x="115969" y="789908"/>
                      </a:moveTo>
                      <a:cubicBezTo>
                        <a:pt x="58343" y="717899"/>
                        <a:pt x="18052" y="645795"/>
                        <a:pt x="3479" y="560451"/>
                      </a:cubicBezTo>
                      <a:cubicBezTo>
                        <a:pt x="-7951" y="493586"/>
                        <a:pt x="9765" y="434626"/>
                        <a:pt x="42246" y="376619"/>
                      </a:cubicBezTo>
                      <a:cubicBezTo>
                        <a:pt x="94538" y="283273"/>
                        <a:pt x="130828" y="184213"/>
                        <a:pt x="130447" y="75057"/>
                      </a:cubicBezTo>
                      <a:cubicBezTo>
                        <a:pt x="130447" y="62198"/>
                        <a:pt x="128447" y="49244"/>
                        <a:pt x="125780" y="36671"/>
                      </a:cubicBezTo>
                      <a:cubicBezTo>
                        <a:pt x="123303" y="24860"/>
                        <a:pt x="118827" y="13525"/>
                        <a:pt x="114731" y="0"/>
                      </a:cubicBezTo>
                      <a:cubicBezTo>
                        <a:pt x="154831" y="286"/>
                        <a:pt x="187597" y="17526"/>
                        <a:pt x="215791" y="42100"/>
                      </a:cubicBezTo>
                      <a:cubicBezTo>
                        <a:pt x="309231" y="123539"/>
                        <a:pt x="357333" y="225933"/>
                        <a:pt x="349617" y="350996"/>
                      </a:cubicBezTo>
                      <a:cubicBezTo>
                        <a:pt x="346950" y="394335"/>
                        <a:pt x="329043" y="433388"/>
                        <a:pt x="301326" y="467582"/>
                      </a:cubicBezTo>
                      <a:cubicBezTo>
                        <a:pt x="264654" y="512731"/>
                        <a:pt x="227888" y="557879"/>
                        <a:pt x="192836" y="604361"/>
                      </a:cubicBezTo>
                      <a:cubicBezTo>
                        <a:pt x="152831" y="657415"/>
                        <a:pt x="120351" y="714375"/>
                        <a:pt x="115969" y="7899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88" name="任意多边形: 形状 333"/>
                <p:cNvSpPr/>
                <p:nvPr/>
              </p:nvSpPr>
              <p:spPr>
                <a:xfrm>
                  <a:off x="-285625" y="6118668"/>
                  <a:ext cx="53685" cy="107037"/>
                </a:xfrm>
                <a:custGeom>
                  <a:avLst/>
                  <a:gdLst>
                    <a:gd name="connsiteX0" fmla="*/ 222241 w 375783"/>
                    <a:gd name="connsiteY0" fmla="*/ 749237 h 749236"/>
                    <a:gd name="connsiteX1" fmla="*/ 83938 w 375783"/>
                    <a:gd name="connsiteY1" fmla="*/ 608266 h 749236"/>
                    <a:gd name="connsiteX2" fmla="*/ 2213 w 375783"/>
                    <a:gd name="connsiteY2" fmla="*/ 364236 h 749236"/>
                    <a:gd name="connsiteX3" fmla="*/ 99845 w 375783"/>
                    <a:gd name="connsiteY3" fmla="*/ 88868 h 749236"/>
                    <a:gd name="connsiteX4" fmla="*/ 240529 w 375783"/>
                    <a:gd name="connsiteY4" fmla="*/ 0 h 749236"/>
                    <a:gd name="connsiteX5" fmla="*/ 375784 w 375783"/>
                    <a:gd name="connsiteY5" fmla="*/ 332613 h 749236"/>
                    <a:gd name="connsiteX6" fmla="*/ 240529 w 375783"/>
                    <a:gd name="connsiteY6" fmla="*/ 518255 h 749236"/>
                    <a:gd name="connsiteX7" fmla="*/ 222241 w 375783"/>
                    <a:gd name="connsiteY7" fmla="*/ 749237 h 74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783" h="749236">
                      <a:moveTo>
                        <a:pt x="222241" y="749237"/>
                      </a:moveTo>
                      <a:cubicBezTo>
                        <a:pt x="161662" y="709994"/>
                        <a:pt x="118609" y="663035"/>
                        <a:pt x="83938" y="608266"/>
                      </a:cubicBezTo>
                      <a:cubicBezTo>
                        <a:pt x="36694" y="533781"/>
                        <a:pt x="11548" y="452056"/>
                        <a:pt x="2213" y="364236"/>
                      </a:cubicBezTo>
                      <a:cubicBezTo>
                        <a:pt x="-9312" y="255937"/>
                        <a:pt x="24311" y="164592"/>
                        <a:pt x="99845" y="88868"/>
                      </a:cubicBezTo>
                      <a:cubicBezTo>
                        <a:pt x="138707" y="49911"/>
                        <a:pt x="184617" y="19431"/>
                        <a:pt x="240529" y="0"/>
                      </a:cubicBezTo>
                      <a:cubicBezTo>
                        <a:pt x="255007" y="123063"/>
                        <a:pt x="275105" y="242697"/>
                        <a:pt x="375784" y="332613"/>
                      </a:cubicBezTo>
                      <a:cubicBezTo>
                        <a:pt x="317491" y="385286"/>
                        <a:pt x="271009" y="446246"/>
                        <a:pt x="240529" y="518255"/>
                      </a:cubicBezTo>
                      <a:cubicBezTo>
                        <a:pt x="209668" y="590836"/>
                        <a:pt x="194333" y="665036"/>
                        <a:pt x="222241" y="74923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89" name="任意多边形: 形状 334"/>
                <p:cNvSpPr/>
                <p:nvPr/>
              </p:nvSpPr>
              <p:spPr>
                <a:xfrm>
                  <a:off x="-131325" y="5801574"/>
                  <a:ext cx="102520" cy="53950"/>
                </a:xfrm>
                <a:custGeom>
                  <a:avLst/>
                  <a:gdLst>
                    <a:gd name="connsiteX0" fmla="*/ 354235 w 717613"/>
                    <a:gd name="connsiteY0" fmla="*/ 377635 h 377635"/>
                    <a:gd name="connsiteX1" fmla="*/ 211836 w 717613"/>
                    <a:gd name="connsiteY1" fmla="*/ 195708 h 377635"/>
                    <a:gd name="connsiteX2" fmla="*/ 0 w 717613"/>
                    <a:gd name="connsiteY2" fmla="*/ 112936 h 377635"/>
                    <a:gd name="connsiteX3" fmla="*/ 71056 w 717613"/>
                    <a:gd name="connsiteY3" fmla="*/ 64930 h 377635"/>
                    <a:gd name="connsiteX4" fmla="*/ 273367 w 717613"/>
                    <a:gd name="connsiteY4" fmla="*/ 2922 h 377635"/>
                    <a:gd name="connsiteX5" fmla="*/ 491014 w 717613"/>
                    <a:gd name="connsiteY5" fmla="*/ 28544 h 377635"/>
                    <a:gd name="connsiteX6" fmla="*/ 685133 w 717613"/>
                    <a:gd name="connsiteY6" fmla="*/ 229331 h 377635"/>
                    <a:gd name="connsiteX7" fmla="*/ 717613 w 717613"/>
                    <a:gd name="connsiteY7" fmla="*/ 343822 h 377635"/>
                    <a:gd name="connsiteX8" fmla="*/ 354235 w 717613"/>
                    <a:gd name="connsiteY8" fmla="*/ 377635 h 377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7613" h="377635">
                      <a:moveTo>
                        <a:pt x="354235" y="377635"/>
                      </a:moveTo>
                      <a:cubicBezTo>
                        <a:pt x="317278" y="307627"/>
                        <a:pt x="273082" y="244762"/>
                        <a:pt x="211836" y="195708"/>
                      </a:cubicBezTo>
                      <a:cubicBezTo>
                        <a:pt x="151067" y="147130"/>
                        <a:pt x="84677" y="112078"/>
                        <a:pt x="0" y="112936"/>
                      </a:cubicBezTo>
                      <a:cubicBezTo>
                        <a:pt x="23622" y="96838"/>
                        <a:pt x="46101" y="78550"/>
                        <a:pt x="71056" y="64930"/>
                      </a:cubicBezTo>
                      <a:cubicBezTo>
                        <a:pt x="134017" y="30544"/>
                        <a:pt x="201263" y="10351"/>
                        <a:pt x="273367" y="2922"/>
                      </a:cubicBezTo>
                      <a:cubicBezTo>
                        <a:pt x="348520" y="-4889"/>
                        <a:pt x="421100" y="2731"/>
                        <a:pt x="491014" y="28544"/>
                      </a:cubicBezTo>
                      <a:cubicBezTo>
                        <a:pt x="587026" y="63977"/>
                        <a:pt x="649986" y="134557"/>
                        <a:pt x="685133" y="229331"/>
                      </a:cubicBezTo>
                      <a:cubicBezTo>
                        <a:pt x="698373" y="265050"/>
                        <a:pt x="706184" y="302864"/>
                        <a:pt x="717613" y="343822"/>
                      </a:cubicBezTo>
                      <a:cubicBezTo>
                        <a:pt x="589407" y="322295"/>
                        <a:pt x="468916" y="307436"/>
                        <a:pt x="354235" y="3776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90" name="任意多边形: 形状 335"/>
                <p:cNvSpPr/>
                <p:nvPr/>
              </p:nvSpPr>
              <p:spPr>
                <a:xfrm>
                  <a:off x="-295090" y="5986357"/>
                  <a:ext cx="78731" cy="78901"/>
                </a:xfrm>
                <a:custGeom>
                  <a:avLst/>
                  <a:gdLst>
                    <a:gd name="connsiteX0" fmla="*/ 551096 w 551095"/>
                    <a:gd name="connsiteY0" fmla="*/ 33369 h 552290"/>
                    <a:gd name="connsiteX1" fmla="*/ 411555 w 551095"/>
                    <a:gd name="connsiteY1" fmla="*/ 364743 h 552290"/>
                    <a:gd name="connsiteX2" fmla="*/ 10933 w 551095"/>
                    <a:gd name="connsiteY2" fmla="*/ 552291 h 552290"/>
                    <a:gd name="connsiteX3" fmla="*/ 14743 w 551095"/>
                    <a:gd name="connsiteY3" fmla="*/ 343979 h 552290"/>
                    <a:gd name="connsiteX4" fmla="*/ 192575 w 551095"/>
                    <a:gd name="connsiteY4" fmla="*/ 61086 h 552290"/>
                    <a:gd name="connsiteX5" fmla="*/ 350595 w 551095"/>
                    <a:gd name="connsiteY5" fmla="*/ 2031 h 552290"/>
                    <a:gd name="connsiteX6" fmla="*/ 551096 w 551095"/>
                    <a:gd name="connsiteY6" fmla="*/ 33369 h 552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1095" h="552290">
                      <a:moveTo>
                        <a:pt x="551096" y="33369"/>
                      </a:moveTo>
                      <a:cubicBezTo>
                        <a:pt x="472610" y="133000"/>
                        <a:pt x="402982" y="232441"/>
                        <a:pt x="411555" y="364743"/>
                      </a:cubicBezTo>
                      <a:cubicBezTo>
                        <a:pt x="250582" y="369601"/>
                        <a:pt x="103421" y="401224"/>
                        <a:pt x="10933" y="552291"/>
                      </a:cubicBezTo>
                      <a:cubicBezTo>
                        <a:pt x="-5545" y="482567"/>
                        <a:pt x="-2688" y="412940"/>
                        <a:pt x="14743" y="343979"/>
                      </a:cubicBezTo>
                      <a:cubicBezTo>
                        <a:pt x="43318" y="230631"/>
                        <a:pt x="98658" y="133190"/>
                        <a:pt x="192575" y="61086"/>
                      </a:cubicBezTo>
                      <a:cubicBezTo>
                        <a:pt x="238771" y="25653"/>
                        <a:pt x="292302" y="8603"/>
                        <a:pt x="350595" y="2031"/>
                      </a:cubicBezTo>
                      <a:cubicBezTo>
                        <a:pt x="419937" y="-5779"/>
                        <a:pt x="484231" y="9842"/>
                        <a:pt x="551096" y="333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91" name="任意多边形: 形状 336"/>
                <p:cNvSpPr/>
                <p:nvPr/>
              </p:nvSpPr>
              <p:spPr>
                <a:xfrm>
                  <a:off x="-253102" y="6177398"/>
                  <a:ext cx="53249" cy="107241"/>
                </a:xfrm>
                <a:custGeom>
                  <a:avLst/>
                  <a:gdLst>
                    <a:gd name="connsiteX0" fmla="*/ 186612 w 372730"/>
                    <a:gd name="connsiteY0" fmla="*/ 0 h 750665"/>
                    <a:gd name="connsiteX1" fmla="*/ 372731 w 372730"/>
                    <a:gd name="connsiteY1" fmla="*/ 312706 h 750665"/>
                    <a:gd name="connsiteX2" fmla="*/ 286625 w 372730"/>
                    <a:gd name="connsiteY2" fmla="*/ 750665 h 750665"/>
                    <a:gd name="connsiteX3" fmla="*/ 198328 w 372730"/>
                    <a:gd name="connsiteY3" fmla="*/ 693801 h 750665"/>
                    <a:gd name="connsiteX4" fmla="*/ 6590 w 372730"/>
                    <a:gd name="connsiteY4" fmla="*/ 375190 h 750665"/>
                    <a:gd name="connsiteX5" fmla="*/ 89838 w 372730"/>
                    <a:gd name="connsiteY5" fmla="*/ 89630 h 750665"/>
                    <a:gd name="connsiteX6" fmla="*/ 186612 w 372730"/>
                    <a:gd name="connsiteY6" fmla="*/ 0 h 750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2730" h="750665">
                      <a:moveTo>
                        <a:pt x="186612" y="0"/>
                      </a:moveTo>
                      <a:cubicBezTo>
                        <a:pt x="222141" y="125730"/>
                        <a:pt x="261193" y="240982"/>
                        <a:pt x="372731" y="312706"/>
                      </a:cubicBezTo>
                      <a:cubicBezTo>
                        <a:pt x="283101" y="445198"/>
                        <a:pt x="221855" y="583025"/>
                        <a:pt x="286625" y="750665"/>
                      </a:cubicBezTo>
                      <a:cubicBezTo>
                        <a:pt x="257097" y="731806"/>
                        <a:pt x="225855" y="715232"/>
                        <a:pt x="198328" y="693801"/>
                      </a:cubicBezTo>
                      <a:cubicBezTo>
                        <a:pt x="94029" y="612267"/>
                        <a:pt x="31641" y="503968"/>
                        <a:pt x="6590" y="375190"/>
                      </a:cubicBezTo>
                      <a:cubicBezTo>
                        <a:pt x="-14460" y="266890"/>
                        <a:pt x="15353" y="170593"/>
                        <a:pt x="89838" y="89630"/>
                      </a:cubicBezTo>
                      <a:cubicBezTo>
                        <a:pt x="118509" y="58483"/>
                        <a:pt x="152037" y="31718"/>
                        <a:pt x="186612"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92" name="任意多边形: 形状 337"/>
                <p:cNvSpPr/>
                <p:nvPr/>
              </p:nvSpPr>
              <p:spPr>
                <a:xfrm>
                  <a:off x="-187389" y="5830785"/>
                  <a:ext cx="107078" cy="53247"/>
                </a:xfrm>
                <a:custGeom>
                  <a:avLst/>
                  <a:gdLst>
                    <a:gd name="connsiteX0" fmla="*/ 749522 w 749522"/>
                    <a:gd name="connsiteY0" fmla="*/ 253370 h 372718"/>
                    <a:gd name="connsiteX1" fmla="*/ 406908 w 749522"/>
                    <a:gd name="connsiteY1" fmla="*/ 372718 h 372718"/>
                    <a:gd name="connsiteX2" fmla="*/ 0 w 749522"/>
                    <a:gd name="connsiteY2" fmla="*/ 200220 h 372718"/>
                    <a:gd name="connsiteX3" fmla="*/ 69723 w 749522"/>
                    <a:gd name="connsiteY3" fmla="*/ 126782 h 372718"/>
                    <a:gd name="connsiteX4" fmla="*/ 301276 w 749522"/>
                    <a:gd name="connsiteY4" fmla="*/ 12578 h 372718"/>
                    <a:gd name="connsiteX5" fmla="*/ 550259 w 749522"/>
                    <a:gd name="connsiteY5" fmla="*/ 27913 h 372718"/>
                    <a:gd name="connsiteX6" fmla="*/ 704279 w 749522"/>
                    <a:gd name="connsiteY6" fmla="*/ 166407 h 372718"/>
                    <a:gd name="connsiteX7" fmla="*/ 749522 w 749522"/>
                    <a:gd name="connsiteY7" fmla="*/ 253370 h 37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9522" h="372718">
                      <a:moveTo>
                        <a:pt x="749522" y="253370"/>
                      </a:moveTo>
                      <a:cubicBezTo>
                        <a:pt x="621792" y="262037"/>
                        <a:pt x="502063" y="278325"/>
                        <a:pt x="406908" y="372718"/>
                      </a:cubicBezTo>
                      <a:cubicBezTo>
                        <a:pt x="297752" y="257465"/>
                        <a:pt x="175165" y="171550"/>
                        <a:pt x="0" y="200220"/>
                      </a:cubicBezTo>
                      <a:cubicBezTo>
                        <a:pt x="23146" y="175646"/>
                        <a:pt x="44482" y="148976"/>
                        <a:pt x="69723" y="126782"/>
                      </a:cubicBezTo>
                      <a:cubicBezTo>
                        <a:pt x="136493" y="68299"/>
                        <a:pt x="214408" y="30008"/>
                        <a:pt x="301276" y="12578"/>
                      </a:cubicBezTo>
                      <a:cubicBezTo>
                        <a:pt x="385096" y="-4186"/>
                        <a:pt x="469106" y="-8758"/>
                        <a:pt x="550259" y="27913"/>
                      </a:cubicBezTo>
                      <a:cubicBezTo>
                        <a:pt x="616363" y="57821"/>
                        <a:pt x="666560" y="105542"/>
                        <a:pt x="704279" y="166407"/>
                      </a:cubicBezTo>
                      <a:cubicBezTo>
                        <a:pt x="720947" y="193267"/>
                        <a:pt x="733711" y="222604"/>
                        <a:pt x="749522" y="2533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93" name="任意多边形: 形状 338"/>
                <p:cNvSpPr/>
                <p:nvPr/>
              </p:nvSpPr>
              <p:spPr>
                <a:xfrm>
                  <a:off x="-276656" y="5921039"/>
                  <a:ext cx="88070" cy="69473"/>
                </a:xfrm>
                <a:custGeom>
                  <a:avLst/>
                  <a:gdLst>
                    <a:gd name="connsiteX0" fmla="*/ 616471 w 616470"/>
                    <a:gd name="connsiteY0" fmla="*/ 67480 h 486294"/>
                    <a:gd name="connsiteX1" fmla="*/ 426447 w 616470"/>
                    <a:gd name="connsiteY1" fmla="*/ 367708 h 486294"/>
                    <a:gd name="connsiteX2" fmla="*/ 870 w 616470"/>
                    <a:gd name="connsiteY2" fmla="*/ 486294 h 486294"/>
                    <a:gd name="connsiteX3" fmla="*/ 1251 w 616470"/>
                    <a:gd name="connsiteY3" fmla="*/ 421429 h 486294"/>
                    <a:gd name="connsiteX4" fmla="*/ 143364 w 616470"/>
                    <a:gd name="connsiteY4" fmla="*/ 124058 h 486294"/>
                    <a:gd name="connsiteX5" fmla="*/ 392443 w 616470"/>
                    <a:gd name="connsiteY5" fmla="*/ 138 h 486294"/>
                    <a:gd name="connsiteX6" fmla="*/ 616471 w 616470"/>
                    <a:gd name="connsiteY6" fmla="*/ 67480 h 48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6470" h="486294">
                      <a:moveTo>
                        <a:pt x="616471" y="67480"/>
                      </a:moveTo>
                      <a:cubicBezTo>
                        <a:pt x="524840" y="150252"/>
                        <a:pt x="441211" y="235405"/>
                        <a:pt x="426447" y="367708"/>
                      </a:cubicBezTo>
                      <a:cubicBezTo>
                        <a:pt x="270523" y="348372"/>
                        <a:pt x="119361" y="353039"/>
                        <a:pt x="870" y="486294"/>
                      </a:cubicBezTo>
                      <a:cubicBezTo>
                        <a:pt x="870" y="464101"/>
                        <a:pt x="-1321" y="442479"/>
                        <a:pt x="1251" y="421429"/>
                      </a:cubicBezTo>
                      <a:cubicBezTo>
                        <a:pt x="15062" y="306462"/>
                        <a:pt x="65259" y="208069"/>
                        <a:pt x="143364" y="124058"/>
                      </a:cubicBezTo>
                      <a:cubicBezTo>
                        <a:pt x="210515" y="51859"/>
                        <a:pt x="291382" y="3567"/>
                        <a:pt x="392443" y="138"/>
                      </a:cubicBezTo>
                      <a:cubicBezTo>
                        <a:pt x="453117" y="-1862"/>
                        <a:pt x="547605" y="17759"/>
                        <a:pt x="616471" y="6748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94" name="任意多边形: 形状 339"/>
                <p:cNvSpPr/>
                <p:nvPr/>
              </p:nvSpPr>
              <p:spPr>
                <a:xfrm>
                  <a:off x="-205686" y="6239980"/>
                  <a:ext cx="47513" cy="90463"/>
                </a:xfrm>
                <a:custGeom>
                  <a:avLst/>
                  <a:gdLst>
                    <a:gd name="connsiteX0" fmla="*/ 121221 w 332580"/>
                    <a:gd name="connsiteY0" fmla="*/ 0 h 633222"/>
                    <a:gd name="connsiteX1" fmla="*/ 332580 w 332580"/>
                    <a:gd name="connsiteY1" fmla="*/ 242316 h 633222"/>
                    <a:gd name="connsiteX2" fmla="*/ 276669 w 332580"/>
                    <a:gd name="connsiteY2" fmla="*/ 437293 h 633222"/>
                    <a:gd name="connsiteX3" fmla="*/ 327437 w 332580"/>
                    <a:gd name="connsiteY3" fmla="*/ 633222 h 633222"/>
                    <a:gd name="connsiteX4" fmla="*/ 303815 w 332580"/>
                    <a:gd name="connsiteY4" fmla="*/ 629698 h 633222"/>
                    <a:gd name="connsiteX5" fmla="*/ 51212 w 332580"/>
                    <a:gd name="connsiteY5" fmla="*/ 421862 h 633222"/>
                    <a:gd name="connsiteX6" fmla="*/ 63 w 332580"/>
                    <a:gd name="connsiteY6" fmla="*/ 244412 h 633222"/>
                    <a:gd name="connsiteX7" fmla="*/ 78263 w 332580"/>
                    <a:gd name="connsiteY7" fmla="*/ 47625 h 633222"/>
                    <a:gd name="connsiteX8" fmla="*/ 121221 w 332580"/>
                    <a:gd name="connsiteY8" fmla="*/ 0 h 633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2580" h="633222">
                      <a:moveTo>
                        <a:pt x="121221" y="0"/>
                      </a:moveTo>
                      <a:cubicBezTo>
                        <a:pt x="172274" y="102299"/>
                        <a:pt x="223328" y="196596"/>
                        <a:pt x="332580" y="242316"/>
                      </a:cubicBezTo>
                      <a:cubicBezTo>
                        <a:pt x="300767" y="304038"/>
                        <a:pt x="281526" y="368999"/>
                        <a:pt x="276669" y="437293"/>
                      </a:cubicBezTo>
                      <a:cubicBezTo>
                        <a:pt x="271811" y="505873"/>
                        <a:pt x="281812" y="571595"/>
                        <a:pt x="327437" y="633222"/>
                      </a:cubicBezTo>
                      <a:cubicBezTo>
                        <a:pt x="317531" y="631793"/>
                        <a:pt x="310387" y="631793"/>
                        <a:pt x="303815" y="629698"/>
                      </a:cubicBezTo>
                      <a:cubicBezTo>
                        <a:pt x="191706" y="594360"/>
                        <a:pt x="110267" y="521684"/>
                        <a:pt x="51212" y="421862"/>
                      </a:cubicBezTo>
                      <a:cubicBezTo>
                        <a:pt x="18827" y="367189"/>
                        <a:pt x="-1271" y="309372"/>
                        <a:pt x="63" y="244412"/>
                      </a:cubicBezTo>
                      <a:cubicBezTo>
                        <a:pt x="1682" y="168593"/>
                        <a:pt x="32162" y="105156"/>
                        <a:pt x="78263" y="47625"/>
                      </a:cubicBezTo>
                      <a:cubicBezTo>
                        <a:pt x="91026" y="31813"/>
                        <a:pt x="105409" y="17431"/>
                        <a:pt x="121221"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95" name="任意多边形: 形状 340"/>
                <p:cNvSpPr/>
                <p:nvPr/>
              </p:nvSpPr>
              <p:spPr>
                <a:xfrm>
                  <a:off x="-158068" y="6285443"/>
                  <a:ext cx="59224" cy="79326"/>
                </a:xfrm>
                <a:custGeom>
                  <a:avLst/>
                  <a:gdLst>
                    <a:gd name="connsiteX0" fmla="*/ 414557 w 414556"/>
                    <a:gd name="connsiteY0" fmla="*/ 554927 h 555265"/>
                    <a:gd name="connsiteX1" fmla="*/ 262252 w 414556"/>
                    <a:gd name="connsiteY1" fmla="*/ 526352 h 555265"/>
                    <a:gd name="connsiteX2" fmla="*/ 35557 w 414556"/>
                    <a:gd name="connsiteY2" fmla="*/ 332137 h 555265"/>
                    <a:gd name="connsiteX3" fmla="*/ 28889 w 414556"/>
                    <a:gd name="connsiteY3" fmla="*/ 67532 h 555265"/>
                    <a:gd name="connsiteX4" fmla="*/ 62989 w 414556"/>
                    <a:gd name="connsiteY4" fmla="*/ 0 h 555265"/>
                    <a:gd name="connsiteX5" fmla="*/ 322355 w 414556"/>
                    <a:gd name="connsiteY5" fmla="*/ 179832 h 555265"/>
                    <a:gd name="connsiteX6" fmla="*/ 414557 w 414556"/>
                    <a:gd name="connsiteY6" fmla="*/ 554927 h 55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556" h="555265">
                      <a:moveTo>
                        <a:pt x="414557" y="554927"/>
                      </a:moveTo>
                      <a:cubicBezTo>
                        <a:pt x="360550" y="557403"/>
                        <a:pt x="310353" y="546163"/>
                        <a:pt x="262252" y="526352"/>
                      </a:cubicBezTo>
                      <a:cubicBezTo>
                        <a:pt x="165573" y="486537"/>
                        <a:pt x="87182" y="424244"/>
                        <a:pt x="35557" y="332137"/>
                      </a:cubicBezTo>
                      <a:cubicBezTo>
                        <a:pt x="-13021" y="245554"/>
                        <a:pt x="-8449" y="156496"/>
                        <a:pt x="28889" y="67532"/>
                      </a:cubicBezTo>
                      <a:cubicBezTo>
                        <a:pt x="38224" y="45148"/>
                        <a:pt x="50702" y="24098"/>
                        <a:pt x="62989" y="0"/>
                      </a:cubicBezTo>
                      <a:cubicBezTo>
                        <a:pt x="135284" y="84582"/>
                        <a:pt x="207864" y="162878"/>
                        <a:pt x="322355" y="179832"/>
                      </a:cubicBezTo>
                      <a:cubicBezTo>
                        <a:pt x="299590" y="317278"/>
                        <a:pt x="302162" y="447961"/>
                        <a:pt x="414557" y="55492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96" name="任意多边形: 形状 341"/>
                <p:cNvSpPr/>
                <p:nvPr/>
              </p:nvSpPr>
              <p:spPr>
                <a:xfrm>
                  <a:off x="-102796" y="6317829"/>
                  <a:ext cx="64887" cy="67614"/>
                </a:xfrm>
                <a:custGeom>
                  <a:avLst/>
                  <a:gdLst>
                    <a:gd name="connsiteX0" fmla="*/ 305699 w 454193"/>
                    <a:gd name="connsiteY0" fmla="*/ 123920 h 473285"/>
                    <a:gd name="connsiteX1" fmla="*/ 454194 w 454193"/>
                    <a:gd name="connsiteY1" fmla="*/ 469964 h 473285"/>
                    <a:gd name="connsiteX2" fmla="*/ 356658 w 454193"/>
                    <a:gd name="connsiteY2" fmla="*/ 472345 h 473285"/>
                    <a:gd name="connsiteX3" fmla="*/ 106627 w 454193"/>
                    <a:gd name="connsiteY3" fmla="*/ 368332 h 473285"/>
                    <a:gd name="connsiteX4" fmla="*/ 1280 w 454193"/>
                    <a:gd name="connsiteY4" fmla="*/ 174879 h 473285"/>
                    <a:gd name="connsiteX5" fmla="*/ 32141 w 454193"/>
                    <a:gd name="connsiteY5" fmla="*/ 0 h 473285"/>
                    <a:gd name="connsiteX6" fmla="*/ 305699 w 454193"/>
                    <a:gd name="connsiteY6" fmla="*/ 123920 h 473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4193" h="473285">
                      <a:moveTo>
                        <a:pt x="305699" y="123920"/>
                      </a:moveTo>
                      <a:cubicBezTo>
                        <a:pt x="309509" y="257366"/>
                        <a:pt x="332369" y="381953"/>
                        <a:pt x="454194" y="469964"/>
                      </a:cubicBezTo>
                      <a:cubicBezTo>
                        <a:pt x="421618" y="471011"/>
                        <a:pt x="388852" y="475107"/>
                        <a:pt x="356658" y="472345"/>
                      </a:cubicBezTo>
                      <a:cubicBezTo>
                        <a:pt x="262646" y="464439"/>
                        <a:pt x="178921" y="429006"/>
                        <a:pt x="106627" y="368332"/>
                      </a:cubicBezTo>
                      <a:cubicBezTo>
                        <a:pt x="46524" y="317945"/>
                        <a:pt x="7852" y="255175"/>
                        <a:pt x="1280" y="174879"/>
                      </a:cubicBezTo>
                      <a:cubicBezTo>
                        <a:pt x="-3673" y="114586"/>
                        <a:pt x="5566" y="57245"/>
                        <a:pt x="32141" y="0"/>
                      </a:cubicBezTo>
                      <a:cubicBezTo>
                        <a:pt x="113199" y="64866"/>
                        <a:pt x="194161" y="127159"/>
                        <a:pt x="305699" y="1239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nvGrpSpPr>
              <p:cNvPr id="597" name="组合 596"/>
              <p:cNvGrpSpPr/>
              <p:nvPr/>
            </p:nvGrpSpPr>
            <p:grpSpPr>
              <a:xfrm>
                <a:off x="3934" y="3051"/>
                <a:ext cx="526" cy="122"/>
                <a:chOff x="4134" y="3051"/>
                <a:chExt cx="526" cy="122"/>
              </a:xfrm>
            </p:grpSpPr>
            <p:sp>
              <p:nvSpPr>
                <p:cNvPr id="598" name="任意多边形: 形状 316"/>
                <p:cNvSpPr/>
                <p:nvPr/>
              </p:nvSpPr>
              <p:spPr>
                <a:xfrm>
                  <a:off x="41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599" name="任意多边形: 形状 316"/>
                <p:cNvSpPr/>
                <p:nvPr/>
              </p:nvSpPr>
              <p:spPr>
                <a:xfrm>
                  <a:off x="43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00" name="任意多边形: 形状 316"/>
                <p:cNvSpPr/>
                <p:nvPr/>
              </p:nvSpPr>
              <p:spPr>
                <a:xfrm>
                  <a:off x="45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grpSp>
          <p:nvGrpSpPr>
            <p:cNvPr id="601" name="组合 600"/>
            <p:cNvGrpSpPr>
              <a:grpSpLocks noChangeAspect="1"/>
            </p:cNvGrpSpPr>
            <p:nvPr/>
          </p:nvGrpSpPr>
          <p:grpSpPr>
            <a:xfrm rot="0">
              <a:off x="8178" y="3141"/>
              <a:ext cx="3401" cy="1046"/>
              <a:chOff x="2324" y="3051"/>
              <a:chExt cx="3746" cy="1152"/>
            </a:xfrm>
          </p:grpSpPr>
          <p:grpSp>
            <p:nvGrpSpPr>
              <p:cNvPr id="602" name="组合 601"/>
              <p:cNvGrpSpPr/>
              <p:nvPr/>
            </p:nvGrpSpPr>
            <p:grpSpPr>
              <a:xfrm rot="0">
                <a:off x="5448" y="3051"/>
                <a:ext cx="622" cy="1153"/>
                <a:chOff x="161382" y="5709773"/>
                <a:chExt cx="394870" cy="732742"/>
              </a:xfrm>
              <a:gradFill>
                <a:gsLst>
                  <a:gs pos="65000">
                    <a:srgbClr val="FFCD69"/>
                  </a:gs>
                  <a:gs pos="0">
                    <a:srgbClr val="FFCD69">
                      <a:lumMod val="60000"/>
                      <a:lumOff val="40000"/>
                    </a:srgbClr>
                  </a:gs>
                </a:gsLst>
                <a:lin ang="16200000" scaled="1"/>
              </a:gradFill>
            </p:grpSpPr>
            <p:sp>
              <p:nvSpPr>
                <p:cNvPr id="603" name="任意多边形: 形状 342"/>
                <p:cNvSpPr/>
                <p:nvPr/>
              </p:nvSpPr>
              <p:spPr>
                <a:xfrm>
                  <a:off x="161382" y="5741166"/>
                  <a:ext cx="94563" cy="59022"/>
                </a:xfrm>
                <a:custGeom>
                  <a:avLst/>
                  <a:gdLst>
                    <a:gd name="connsiteX0" fmla="*/ 661919 w 661918"/>
                    <a:gd name="connsiteY0" fmla="*/ 323183 h 413139"/>
                    <a:gd name="connsiteX1" fmla="*/ 532665 w 661918"/>
                    <a:gd name="connsiteY1" fmla="*/ 342900 h 413139"/>
                    <a:gd name="connsiteX2" fmla="*/ 361786 w 661918"/>
                    <a:gd name="connsiteY2" fmla="*/ 406432 h 413139"/>
                    <a:gd name="connsiteX3" fmla="*/ 110040 w 661918"/>
                    <a:gd name="connsiteY3" fmla="*/ 360331 h 413139"/>
                    <a:gd name="connsiteX4" fmla="*/ 21458 w 661918"/>
                    <a:gd name="connsiteY4" fmla="*/ 227171 h 413139"/>
                    <a:gd name="connsiteX5" fmla="*/ 4980 w 661918"/>
                    <a:gd name="connsiteY5" fmla="*/ 0 h 413139"/>
                    <a:gd name="connsiteX6" fmla="*/ 186717 w 661918"/>
                    <a:gd name="connsiteY6" fmla="*/ 99632 h 413139"/>
                    <a:gd name="connsiteX7" fmla="*/ 337307 w 661918"/>
                    <a:gd name="connsiteY7" fmla="*/ 103727 h 413139"/>
                    <a:gd name="connsiteX8" fmla="*/ 457608 w 661918"/>
                    <a:gd name="connsiteY8" fmla="*/ 125159 h 413139"/>
                    <a:gd name="connsiteX9" fmla="*/ 661919 w 661918"/>
                    <a:gd name="connsiteY9" fmla="*/ 323183 h 41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1918" h="413139">
                      <a:moveTo>
                        <a:pt x="661919" y="323183"/>
                      </a:moveTo>
                      <a:cubicBezTo>
                        <a:pt x="611151" y="308324"/>
                        <a:pt x="571527" y="324136"/>
                        <a:pt x="532665" y="342900"/>
                      </a:cubicBezTo>
                      <a:cubicBezTo>
                        <a:pt x="477705" y="369570"/>
                        <a:pt x="423032" y="397002"/>
                        <a:pt x="361786" y="406432"/>
                      </a:cubicBezTo>
                      <a:cubicBezTo>
                        <a:pt x="272728" y="420053"/>
                        <a:pt x="186336" y="416719"/>
                        <a:pt x="110040" y="360331"/>
                      </a:cubicBezTo>
                      <a:cubicBezTo>
                        <a:pt x="64606" y="326708"/>
                        <a:pt x="37746" y="280130"/>
                        <a:pt x="21458" y="227171"/>
                      </a:cubicBezTo>
                      <a:cubicBezTo>
                        <a:pt x="-1116" y="154019"/>
                        <a:pt x="-4545" y="79153"/>
                        <a:pt x="4980" y="0"/>
                      </a:cubicBezTo>
                      <a:cubicBezTo>
                        <a:pt x="52890" y="59722"/>
                        <a:pt x="115184" y="90868"/>
                        <a:pt x="186717" y="99632"/>
                      </a:cubicBezTo>
                      <a:cubicBezTo>
                        <a:pt x="236342" y="105728"/>
                        <a:pt x="287015" y="103346"/>
                        <a:pt x="337307" y="103727"/>
                      </a:cubicBezTo>
                      <a:cubicBezTo>
                        <a:pt x="378741" y="104108"/>
                        <a:pt x="419031" y="109538"/>
                        <a:pt x="457608" y="125159"/>
                      </a:cubicBezTo>
                      <a:cubicBezTo>
                        <a:pt x="550477" y="162878"/>
                        <a:pt x="613722" y="231267"/>
                        <a:pt x="661919" y="3231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04" name="任意多边形: 形状 343"/>
                <p:cNvSpPr/>
                <p:nvPr/>
              </p:nvSpPr>
              <p:spPr>
                <a:xfrm>
                  <a:off x="247888" y="5709773"/>
                  <a:ext cx="71274" cy="98083"/>
                </a:xfrm>
                <a:custGeom>
                  <a:avLst/>
                  <a:gdLst>
                    <a:gd name="connsiteX0" fmla="*/ 102025 w 498901"/>
                    <a:gd name="connsiteY0" fmla="*/ 0 h 686561"/>
                    <a:gd name="connsiteX1" fmla="*/ 239947 w 498901"/>
                    <a:gd name="connsiteY1" fmla="*/ 210217 h 686561"/>
                    <a:gd name="connsiteX2" fmla="*/ 371964 w 498901"/>
                    <a:gd name="connsiteY2" fmla="*/ 304705 h 686561"/>
                    <a:gd name="connsiteX3" fmla="*/ 485883 w 498901"/>
                    <a:gd name="connsiteY3" fmla="*/ 467392 h 686561"/>
                    <a:gd name="connsiteX4" fmla="*/ 491407 w 498901"/>
                    <a:gd name="connsiteY4" fmla="*/ 674275 h 686561"/>
                    <a:gd name="connsiteX5" fmla="*/ 486645 w 498901"/>
                    <a:gd name="connsiteY5" fmla="*/ 686562 h 686561"/>
                    <a:gd name="connsiteX6" fmla="*/ 207276 w 498901"/>
                    <a:gd name="connsiteY6" fmla="*/ 514541 h 686561"/>
                    <a:gd name="connsiteX7" fmla="*/ 124599 w 498901"/>
                    <a:gd name="connsiteY7" fmla="*/ 480917 h 686561"/>
                    <a:gd name="connsiteX8" fmla="*/ 7537 w 498901"/>
                    <a:gd name="connsiteY8" fmla="*/ 327184 h 686561"/>
                    <a:gd name="connsiteX9" fmla="*/ 58020 w 498901"/>
                    <a:gd name="connsiteY9" fmla="*/ 45434 h 686561"/>
                    <a:gd name="connsiteX10" fmla="*/ 80213 w 498901"/>
                    <a:gd name="connsiteY10" fmla="*/ 16478 h 686561"/>
                    <a:gd name="connsiteX11" fmla="*/ 102025 w 498901"/>
                    <a:gd name="connsiteY11" fmla="*/ 0 h 68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8901" h="686561">
                      <a:moveTo>
                        <a:pt x="102025" y="0"/>
                      </a:moveTo>
                      <a:cubicBezTo>
                        <a:pt x="119266" y="90678"/>
                        <a:pt x="175082" y="154400"/>
                        <a:pt x="239947" y="210217"/>
                      </a:cubicBezTo>
                      <a:cubicBezTo>
                        <a:pt x="280809" y="245364"/>
                        <a:pt x="326625" y="275177"/>
                        <a:pt x="371964" y="304705"/>
                      </a:cubicBezTo>
                      <a:cubicBezTo>
                        <a:pt x="432352" y="343948"/>
                        <a:pt x="468547" y="399098"/>
                        <a:pt x="485883" y="467392"/>
                      </a:cubicBezTo>
                      <a:cubicBezTo>
                        <a:pt x="503314" y="535781"/>
                        <a:pt x="501218" y="605028"/>
                        <a:pt x="491407" y="674275"/>
                      </a:cubicBezTo>
                      <a:cubicBezTo>
                        <a:pt x="490931" y="677894"/>
                        <a:pt x="488740" y="681228"/>
                        <a:pt x="486645" y="686562"/>
                      </a:cubicBezTo>
                      <a:cubicBezTo>
                        <a:pt x="414731" y="593693"/>
                        <a:pt x="308051" y="558832"/>
                        <a:pt x="207276" y="514541"/>
                      </a:cubicBezTo>
                      <a:cubicBezTo>
                        <a:pt x="180035" y="502539"/>
                        <a:pt x="151841" y="492824"/>
                        <a:pt x="124599" y="480917"/>
                      </a:cubicBezTo>
                      <a:cubicBezTo>
                        <a:pt x="57353" y="451390"/>
                        <a:pt x="20967" y="397955"/>
                        <a:pt x="7537" y="327184"/>
                      </a:cubicBezTo>
                      <a:cubicBezTo>
                        <a:pt x="-11513" y="226886"/>
                        <a:pt x="5632" y="132874"/>
                        <a:pt x="58020" y="45434"/>
                      </a:cubicBezTo>
                      <a:cubicBezTo>
                        <a:pt x="64211" y="35052"/>
                        <a:pt x="72022" y="25337"/>
                        <a:pt x="80213" y="16478"/>
                      </a:cubicBezTo>
                      <a:cubicBezTo>
                        <a:pt x="85738" y="10382"/>
                        <a:pt x="93453" y="6287"/>
                        <a:pt x="102025"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05" name="任意多边形: 形状 344"/>
                <p:cNvSpPr/>
                <p:nvPr/>
              </p:nvSpPr>
              <p:spPr>
                <a:xfrm>
                  <a:off x="436641" y="5848557"/>
                  <a:ext cx="47246" cy="112303"/>
                </a:xfrm>
                <a:custGeom>
                  <a:avLst/>
                  <a:gdLst>
                    <a:gd name="connsiteX0" fmla="*/ 284228 w 330709"/>
                    <a:gd name="connsiteY0" fmla="*/ 0 h 786098"/>
                    <a:gd name="connsiteX1" fmla="*/ 270226 w 330709"/>
                    <a:gd name="connsiteY1" fmla="*/ 274796 h 786098"/>
                    <a:gd name="connsiteX2" fmla="*/ 308135 w 330709"/>
                    <a:gd name="connsiteY2" fmla="*/ 394145 h 786098"/>
                    <a:gd name="connsiteX3" fmla="*/ 295277 w 330709"/>
                    <a:gd name="connsiteY3" fmla="*/ 638937 h 786098"/>
                    <a:gd name="connsiteX4" fmla="*/ 182500 w 330709"/>
                    <a:gd name="connsiteY4" fmla="*/ 786098 h 786098"/>
                    <a:gd name="connsiteX5" fmla="*/ 172785 w 330709"/>
                    <a:gd name="connsiteY5" fmla="*/ 712470 h 786098"/>
                    <a:gd name="connsiteX6" fmla="*/ 83726 w 330709"/>
                    <a:gd name="connsiteY6" fmla="*/ 522637 h 786098"/>
                    <a:gd name="connsiteX7" fmla="*/ 37911 w 330709"/>
                    <a:gd name="connsiteY7" fmla="*/ 445961 h 786098"/>
                    <a:gd name="connsiteX8" fmla="*/ 23338 w 330709"/>
                    <a:gd name="connsiteY8" fmla="*/ 202406 h 786098"/>
                    <a:gd name="connsiteX9" fmla="*/ 203551 w 330709"/>
                    <a:gd name="connsiteY9" fmla="*/ 15907 h 786098"/>
                    <a:gd name="connsiteX10" fmla="*/ 284228 w 330709"/>
                    <a:gd name="connsiteY10" fmla="*/ 0 h 78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709" h="786098">
                      <a:moveTo>
                        <a:pt x="284228" y="0"/>
                      </a:moveTo>
                      <a:cubicBezTo>
                        <a:pt x="237555" y="95440"/>
                        <a:pt x="251462" y="185452"/>
                        <a:pt x="270226" y="274796"/>
                      </a:cubicBezTo>
                      <a:cubicBezTo>
                        <a:pt x="278799" y="315468"/>
                        <a:pt x="292038" y="355759"/>
                        <a:pt x="308135" y="394145"/>
                      </a:cubicBezTo>
                      <a:cubicBezTo>
                        <a:pt x="343378" y="478441"/>
                        <a:pt x="336043" y="559118"/>
                        <a:pt x="295277" y="638937"/>
                      </a:cubicBezTo>
                      <a:cubicBezTo>
                        <a:pt x="267082" y="693992"/>
                        <a:pt x="229554" y="741617"/>
                        <a:pt x="182500" y="786098"/>
                      </a:cubicBezTo>
                      <a:cubicBezTo>
                        <a:pt x="179167" y="759524"/>
                        <a:pt x="178024" y="735521"/>
                        <a:pt x="172785" y="712470"/>
                      </a:cubicBezTo>
                      <a:cubicBezTo>
                        <a:pt x="157069" y="642842"/>
                        <a:pt x="118969" y="583311"/>
                        <a:pt x="83726" y="522637"/>
                      </a:cubicBezTo>
                      <a:cubicBezTo>
                        <a:pt x="68772" y="496919"/>
                        <a:pt x="53341" y="471392"/>
                        <a:pt x="37911" y="445961"/>
                      </a:cubicBezTo>
                      <a:cubicBezTo>
                        <a:pt x="-9619" y="367284"/>
                        <a:pt x="-10095" y="285845"/>
                        <a:pt x="23338" y="202406"/>
                      </a:cubicBezTo>
                      <a:cubicBezTo>
                        <a:pt x="58009" y="115729"/>
                        <a:pt x="114873" y="49721"/>
                        <a:pt x="203551" y="15907"/>
                      </a:cubicBezTo>
                      <a:cubicBezTo>
                        <a:pt x="226792" y="6858"/>
                        <a:pt x="253176" y="5810"/>
                        <a:pt x="284228"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06" name="任意多边形: 形状 345"/>
                <p:cNvSpPr/>
                <p:nvPr/>
              </p:nvSpPr>
              <p:spPr>
                <a:xfrm>
                  <a:off x="306784" y="6354415"/>
                  <a:ext cx="111339" cy="46622"/>
                </a:xfrm>
                <a:custGeom>
                  <a:avLst/>
                  <a:gdLst>
                    <a:gd name="connsiteX0" fmla="*/ 775430 w 779345"/>
                    <a:gd name="connsiteY0" fmla="*/ 292072 h 326343"/>
                    <a:gd name="connsiteX1" fmla="*/ 544163 w 779345"/>
                    <a:gd name="connsiteY1" fmla="*/ 266450 h 326343"/>
                    <a:gd name="connsiteX2" fmla="*/ 380429 w 779345"/>
                    <a:gd name="connsiteY2" fmla="*/ 309598 h 326343"/>
                    <a:gd name="connsiteX3" fmla="*/ 134112 w 779345"/>
                    <a:gd name="connsiteY3" fmla="*/ 280928 h 326343"/>
                    <a:gd name="connsiteX4" fmla="*/ 0 w 779345"/>
                    <a:gd name="connsiteY4" fmla="*/ 169390 h 326343"/>
                    <a:gd name="connsiteX5" fmla="*/ 58198 w 779345"/>
                    <a:gd name="connsiteY5" fmla="*/ 163866 h 326343"/>
                    <a:gd name="connsiteX6" fmla="*/ 227647 w 779345"/>
                    <a:gd name="connsiteY6" fmla="*/ 98715 h 326343"/>
                    <a:gd name="connsiteX7" fmla="*/ 355378 w 779345"/>
                    <a:gd name="connsiteY7" fmla="*/ 27087 h 326343"/>
                    <a:gd name="connsiteX8" fmla="*/ 577977 w 779345"/>
                    <a:gd name="connsiteY8" fmla="*/ 22991 h 326343"/>
                    <a:gd name="connsiteX9" fmla="*/ 744760 w 779345"/>
                    <a:gd name="connsiteY9" fmla="*/ 162247 h 326343"/>
                    <a:gd name="connsiteX10" fmla="*/ 778859 w 779345"/>
                    <a:gd name="connsiteY10" fmla="*/ 267593 h 326343"/>
                    <a:gd name="connsiteX11" fmla="*/ 775430 w 779345"/>
                    <a:gd name="connsiteY11" fmla="*/ 292072 h 3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9345" h="326343">
                      <a:moveTo>
                        <a:pt x="775430" y="292072"/>
                      </a:moveTo>
                      <a:cubicBezTo>
                        <a:pt x="699421" y="250829"/>
                        <a:pt x="621506" y="252924"/>
                        <a:pt x="544163" y="266450"/>
                      </a:cubicBezTo>
                      <a:cubicBezTo>
                        <a:pt x="488728" y="276165"/>
                        <a:pt x="433483" y="290644"/>
                        <a:pt x="380429" y="309598"/>
                      </a:cubicBezTo>
                      <a:cubicBezTo>
                        <a:pt x="292417" y="340936"/>
                        <a:pt x="211741" y="326553"/>
                        <a:pt x="134112" y="280928"/>
                      </a:cubicBezTo>
                      <a:cubicBezTo>
                        <a:pt x="84582" y="251781"/>
                        <a:pt x="40672" y="215396"/>
                        <a:pt x="0" y="169390"/>
                      </a:cubicBezTo>
                      <a:cubicBezTo>
                        <a:pt x="21622" y="167390"/>
                        <a:pt x="39910" y="165961"/>
                        <a:pt x="58198" y="163866"/>
                      </a:cubicBezTo>
                      <a:cubicBezTo>
                        <a:pt x="120396" y="157008"/>
                        <a:pt x="174212" y="128052"/>
                        <a:pt x="227647" y="98715"/>
                      </a:cubicBezTo>
                      <a:cubicBezTo>
                        <a:pt x="270415" y="75188"/>
                        <a:pt x="311944" y="49280"/>
                        <a:pt x="355378" y="27087"/>
                      </a:cubicBezTo>
                      <a:cubicBezTo>
                        <a:pt x="428434" y="-10251"/>
                        <a:pt x="503777" y="-6441"/>
                        <a:pt x="577977" y="22991"/>
                      </a:cubicBezTo>
                      <a:cubicBezTo>
                        <a:pt x="648462" y="50995"/>
                        <a:pt x="708088" y="94905"/>
                        <a:pt x="744760" y="162247"/>
                      </a:cubicBezTo>
                      <a:cubicBezTo>
                        <a:pt x="762095" y="194155"/>
                        <a:pt x="768572" y="232065"/>
                        <a:pt x="778859" y="267593"/>
                      </a:cubicBezTo>
                      <a:cubicBezTo>
                        <a:pt x="780669" y="274070"/>
                        <a:pt x="776954" y="282166"/>
                        <a:pt x="775430" y="29207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07" name="任意多边形: 形状 346"/>
                <p:cNvSpPr/>
                <p:nvPr/>
              </p:nvSpPr>
              <p:spPr>
                <a:xfrm>
                  <a:off x="474520" y="5928904"/>
                  <a:ext cx="49387" cy="107369"/>
                </a:xfrm>
                <a:custGeom>
                  <a:avLst/>
                  <a:gdLst>
                    <a:gd name="connsiteX0" fmla="*/ 78806 w 345696"/>
                    <a:gd name="connsiteY0" fmla="*/ 751560 h 751560"/>
                    <a:gd name="connsiteX1" fmla="*/ 88046 w 345696"/>
                    <a:gd name="connsiteY1" fmla="*/ 688124 h 751560"/>
                    <a:gd name="connsiteX2" fmla="*/ 66519 w 345696"/>
                    <a:gd name="connsiteY2" fmla="*/ 551249 h 751560"/>
                    <a:gd name="connsiteX3" fmla="*/ 16703 w 345696"/>
                    <a:gd name="connsiteY3" fmla="*/ 395230 h 751560"/>
                    <a:gd name="connsiteX4" fmla="*/ 44612 w 345696"/>
                    <a:gd name="connsiteY4" fmla="*/ 157105 h 751560"/>
                    <a:gd name="connsiteX5" fmla="*/ 240160 w 345696"/>
                    <a:gd name="connsiteY5" fmla="*/ 7277 h 751560"/>
                    <a:gd name="connsiteX6" fmla="*/ 345697 w 345696"/>
                    <a:gd name="connsiteY6" fmla="*/ 9658 h 751560"/>
                    <a:gd name="connsiteX7" fmla="*/ 280355 w 345696"/>
                    <a:gd name="connsiteY7" fmla="*/ 316649 h 751560"/>
                    <a:gd name="connsiteX8" fmla="*/ 292833 w 345696"/>
                    <a:gd name="connsiteY8" fmla="*/ 444188 h 751560"/>
                    <a:gd name="connsiteX9" fmla="*/ 271687 w 345696"/>
                    <a:gd name="connsiteY9" fmla="*/ 553154 h 751560"/>
                    <a:gd name="connsiteX10" fmla="*/ 78806 w 345696"/>
                    <a:gd name="connsiteY10" fmla="*/ 751560 h 7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5696" h="751560">
                      <a:moveTo>
                        <a:pt x="78806" y="751560"/>
                      </a:moveTo>
                      <a:cubicBezTo>
                        <a:pt x="82712" y="726700"/>
                        <a:pt x="89950" y="706983"/>
                        <a:pt x="88046" y="688124"/>
                      </a:cubicBezTo>
                      <a:cubicBezTo>
                        <a:pt x="83378" y="642213"/>
                        <a:pt x="77758" y="595922"/>
                        <a:pt x="66519" y="551249"/>
                      </a:cubicBezTo>
                      <a:cubicBezTo>
                        <a:pt x="53279" y="498386"/>
                        <a:pt x="34991" y="446665"/>
                        <a:pt x="16703" y="395230"/>
                      </a:cubicBezTo>
                      <a:cubicBezTo>
                        <a:pt x="-13396" y="310838"/>
                        <a:pt x="-2061" y="230733"/>
                        <a:pt x="44612" y="157105"/>
                      </a:cubicBezTo>
                      <a:cubicBezTo>
                        <a:pt x="90808" y="84143"/>
                        <a:pt x="154054" y="29851"/>
                        <a:pt x="240160" y="7277"/>
                      </a:cubicBezTo>
                      <a:cubicBezTo>
                        <a:pt x="275402" y="-1963"/>
                        <a:pt x="310550" y="-3677"/>
                        <a:pt x="345697" y="9658"/>
                      </a:cubicBezTo>
                      <a:cubicBezTo>
                        <a:pt x="278355" y="102908"/>
                        <a:pt x="271878" y="208349"/>
                        <a:pt x="280355" y="316649"/>
                      </a:cubicBezTo>
                      <a:cubicBezTo>
                        <a:pt x="283689" y="359225"/>
                        <a:pt x="293785" y="401802"/>
                        <a:pt x="292833" y="444188"/>
                      </a:cubicBezTo>
                      <a:cubicBezTo>
                        <a:pt x="291976" y="480764"/>
                        <a:pt x="285975" y="519722"/>
                        <a:pt x="271687" y="553154"/>
                      </a:cubicBezTo>
                      <a:cubicBezTo>
                        <a:pt x="234063" y="640784"/>
                        <a:pt x="163674" y="699458"/>
                        <a:pt x="78806" y="75156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08" name="任意多边形: 形状 347"/>
                <p:cNvSpPr/>
                <p:nvPr/>
              </p:nvSpPr>
              <p:spPr>
                <a:xfrm>
                  <a:off x="229166" y="6393357"/>
                  <a:ext cx="106681" cy="49158"/>
                </a:xfrm>
                <a:custGeom>
                  <a:avLst/>
                  <a:gdLst>
                    <a:gd name="connsiteX0" fmla="*/ 743998 w 746743"/>
                    <a:gd name="connsiteY0" fmla="*/ 344095 h 344094"/>
                    <a:gd name="connsiteX1" fmla="*/ 509969 w 746743"/>
                    <a:gd name="connsiteY1" fmla="*/ 278373 h 344094"/>
                    <a:gd name="connsiteX2" fmla="*/ 343281 w 746743"/>
                    <a:gd name="connsiteY2" fmla="*/ 290850 h 344094"/>
                    <a:gd name="connsiteX3" fmla="*/ 155162 w 746743"/>
                    <a:gd name="connsiteY3" fmla="*/ 249036 h 344094"/>
                    <a:gd name="connsiteX4" fmla="*/ 0 w 746743"/>
                    <a:gd name="connsiteY4" fmla="*/ 77681 h 344094"/>
                    <a:gd name="connsiteX5" fmla="*/ 51911 w 746743"/>
                    <a:gd name="connsiteY5" fmla="*/ 85301 h 344094"/>
                    <a:gd name="connsiteX6" fmla="*/ 225076 w 746743"/>
                    <a:gd name="connsiteY6" fmla="*/ 59107 h 344094"/>
                    <a:gd name="connsiteX7" fmla="*/ 347186 w 746743"/>
                    <a:gd name="connsiteY7" fmla="*/ 19769 h 344094"/>
                    <a:gd name="connsiteX8" fmla="*/ 589979 w 746743"/>
                    <a:gd name="connsiteY8" fmla="*/ 44248 h 344094"/>
                    <a:gd name="connsiteX9" fmla="*/ 744950 w 746743"/>
                    <a:gd name="connsiteY9" fmla="*/ 263323 h 344094"/>
                    <a:gd name="connsiteX10" fmla="*/ 743998 w 746743"/>
                    <a:gd name="connsiteY10" fmla="*/ 344095 h 344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6743" h="344094">
                      <a:moveTo>
                        <a:pt x="743998" y="344095"/>
                      </a:moveTo>
                      <a:cubicBezTo>
                        <a:pt x="670084" y="290755"/>
                        <a:pt x="590550" y="279610"/>
                        <a:pt x="509969" y="278373"/>
                      </a:cubicBezTo>
                      <a:cubicBezTo>
                        <a:pt x="454438" y="277515"/>
                        <a:pt x="398716" y="284754"/>
                        <a:pt x="343281" y="290850"/>
                      </a:cubicBezTo>
                      <a:cubicBezTo>
                        <a:pt x="275463" y="298280"/>
                        <a:pt x="212407" y="287802"/>
                        <a:pt x="155162" y="249036"/>
                      </a:cubicBezTo>
                      <a:cubicBezTo>
                        <a:pt x="90773" y="205411"/>
                        <a:pt x="41243" y="148356"/>
                        <a:pt x="0" y="77681"/>
                      </a:cubicBezTo>
                      <a:cubicBezTo>
                        <a:pt x="20003" y="80729"/>
                        <a:pt x="35909" y="84062"/>
                        <a:pt x="51911" y="85301"/>
                      </a:cubicBezTo>
                      <a:cubicBezTo>
                        <a:pt x="111633" y="90063"/>
                        <a:pt x="168688" y="77109"/>
                        <a:pt x="225076" y="59107"/>
                      </a:cubicBezTo>
                      <a:cubicBezTo>
                        <a:pt x="265843" y="46058"/>
                        <a:pt x="307467" y="35485"/>
                        <a:pt x="347186" y="19769"/>
                      </a:cubicBezTo>
                      <a:cubicBezTo>
                        <a:pt x="433006" y="-14236"/>
                        <a:pt x="513969" y="-3282"/>
                        <a:pt x="589979" y="44248"/>
                      </a:cubicBezTo>
                      <a:cubicBezTo>
                        <a:pt x="671608" y="95207"/>
                        <a:pt x="729234" y="165692"/>
                        <a:pt x="744950" y="263323"/>
                      </a:cubicBezTo>
                      <a:cubicBezTo>
                        <a:pt x="749237" y="289517"/>
                        <a:pt x="744569" y="317139"/>
                        <a:pt x="743998" y="34409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09" name="任意多边形: 形状 348"/>
                <p:cNvSpPr/>
                <p:nvPr/>
              </p:nvSpPr>
              <p:spPr>
                <a:xfrm>
                  <a:off x="373897" y="6289458"/>
                  <a:ext cx="110072" cy="57380"/>
                </a:xfrm>
                <a:custGeom>
                  <a:avLst/>
                  <a:gdLst>
                    <a:gd name="connsiteX0" fmla="*/ 770477 w 770477"/>
                    <a:gd name="connsiteY0" fmla="*/ 180869 h 401643"/>
                    <a:gd name="connsiteX1" fmla="*/ 476631 w 770477"/>
                    <a:gd name="connsiteY1" fmla="*/ 281643 h 401643"/>
                    <a:gd name="connsiteX2" fmla="*/ 387477 w 770477"/>
                    <a:gd name="connsiteY2" fmla="*/ 350223 h 401643"/>
                    <a:gd name="connsiteX3" fmla="*/ 190690 w 770477"/>
                    <a:gd name="connsiteY3" fmla="*/ 398896 h 401643"/>
                    <a:gd name="connsiteX4" fmla="*/ 0 w 770477"/>
                    <a:gd name="connsiteY4" fmla="*/ 334602 h 401643"/>
                    <a:gd name="connsiteX5" fmla="*/ 40196 w 770477"/>
                    <a:gd name="connsiteY5" fmla="*/ 319077 h 401643"/>
                    <a:gd name="connsiteX6" fmla="*/ 161449 w 770477"/>
                    <a:gd name="connsiteY6" fmla="*/ 224112 h 401643"/>
                    <a:gd name="connsiteX7" fmla="*/ 299562 w 770477"/>
                    <a:gd name="connsiteY7" fmla="*/ 70855 h 401643"/>
                    <a:gd name="connsiteX8" fmla="*/ 452438 w 770477"/>
                    <a:gd name="connsiteY8" fmla="*/ 1418 h 401643"/>
                    <a:gd name="connsiteX9" fmla="*/ 691991 w 770477"/>
                    <a:gd name="connsiteY9" fmla="*/ 68188 h 401643"/>
                    <a:gd name="connsiteX10" fmla="*/ 770477 w 770477"/>
                    <a:gd name="connsiteY10" fmla="*/ 180869 h 40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0477" h="401643">
                      <a:moveTo>
                        <a:pt x="770477" y="180869"/>
                      </a:moveTo>
                      <a:cubicBezTo>
                        <a:pt x="655987" y="172391"/>
                        <a:pt x="564737" y="223064"/>
                        <a:pt x="476631" y="281643"/>
                      </a:cubicBezTo>
                      <a:cubicBezTo>
                        <a:pt x="445484" y="302312"/>
                        <a:pt x="417100" y="327268"/>
                        <a:pt x="387477" y="350223"/>
                      </a:cubicBezTo>
                      <a:cubicBezTo>
                        <a:pt x="328994" y="395372"/>
                        <a:pt x="262890" y="407945"/>
                        <a:pt x="190690" y="398896"/>
                      </a:cubicBezTo>
                      <a:cubicBezTo>
                        <a:pt x="124016" y="390514"/>
                        <a:pt x="62103" y="369273"/>
                        <a:pt x="0" y="334602"/>
                      </a:cubicBezTo>
                      <a:cubicBezTo>
                        <a:pt x="15716" y="328602"/>
                        <a:pt x="28385" y="324696"/>
                        <a:pt x="40196" y="319077"/>
                      </a:cubicBezTo>
                      <a:cubicBezTo>
                        <a:pt x="87535" y="296312"/>
                        <a:pt x="126968" y="263736"/>
                        <a:pt x="161449" y="224112"/>
                      </a:cubicBezTo>
                      <a:cubicBezTo>
                        <a:pt x="206598" y="172296"/>
                        <a:pt x="252984" y="121433"/>
                        <a:pt x="299562" y="70855"/>
                      </a:cubicBezTo>
                      <a:cubicBezTo>
                        <a:pt x="340519" y="26278"/>
                        <a:pt x="394145" y="6371"/>
                        <a:pt x="452438" y="1418"/>
                      </a:cubicBezTo>
                      <a:cubicBezTo>
                        <a:pt x="539877" y="-5916"/>
                        <a:pt x="621030" y="15038"/>
                        <a:pt x="691991" y="68188"/>
                      </a:cubicBezTo>
                      <a:cubicBezTo>
                        <a:pt x="729806" y="96668"/>
                        <a:pt x="758857" y="132196"/>
                        <a:pt x="770477" y="1808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10" name="任意多边形: 形状 349"/>
                <p:cNvSpPr/>
                <p:nvPr/>
              </p:nvSpPr>
              <p:spPr>
                <a:xfrm>
                  <a:off x="323941" y="5739655"/>
                  <a:ext cx="58777" cy="110997"/>
                </a:xfrm>
                <a:custGeom>
                  <a:avLst/>
                  <a:gdLst>
                    <a:gd name="connsiteX0" fmla="*/ 349961 w 411427"/>
                    <a:gd name="connsiteY0" fmla="*/ 776954 h 776954"/>
                    <a:gd name="connsiteX1" fmla="*/ 203848 w 411427"/>
                    <a:gd name="connsiteY1" fmla="*/ 586169 h 776954"/>
                    <a:gd name="connsiteX2" fmla="*/ 74213 w 411427"/>
                    <a:gd name="connsiteY2" fmla="*/ 480346 h 776954"/>
                    <a:gd name="connsiteX3" fmla="*/ 108 w 411427"/>
                    <a:gd name="connsiteY3" fmla="*/ 319278 h 776954"/>
                    <a:gd name="connsiteX4" fmla="*/ 106121 w 411427"/>
                    <a:gd name="connsiteY4" fmla="*/ 48292 h 776954"/>
                    <a:gd name="connsiteX5" fmla="*/ 175844 w 411427"/>
                    <a:gd name="connsiteY5" fmla="*/ 0 h 776954"/>
                    <a:gd name="connsiteX6" fmla="*/ 296336 w 411427"/>
                    <a:gd name="connsiteY6" fmla="*/ 314516 h 776954"/>
                    <a:gd name="connsiteX7" fmla="*/ 378727 w 411427"/>
                    <a:gd name="connsiteY7" fmla="*/ 421005 h 776954"/>
                    <a:gd name="connsiteX8" fmla="*/ 410159 w 411427"/>
                    <a:gd name="connsiteY8" fmla="*/ 574929 h 776954"/>
                    <a:gd name="connsiteX9" fmla="*/ 365773 w 411427"/>
                    <a:gd name="connsiteY9" fmla="*/ 744379 h 776954"/>
                    <a:gd name="connsiteX10" fmla="*/ 349961 w 411427"/>
                    <a:gd name="connsiteY10" fmla="*/ 776954 h 776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427" h="776954">
                      <a:moveTo>
                        <a:pt x="349961" y="776954"/>
                      </a:moveTo>
                      <a:cubicBezTo>
                        <a:pt x="323767" y="691134"/>
                        <a:pt x="264236" y="638080"/>
                        <a:pt x="203848" y="586169"/>
                      </a:cubicBezTo>
                      <a:cubicBezTo>
                        <a:pt x="161557" y="549878"/>
                        <a:pt x="116694" y="516446"/>
                        <a:pt x="74213" y="480346"/>
                      </a:cubicBezTo>
                      <a:cubicBezTo>
                        <a:pt x="24968" y="438436"/>
                        <a:pt x="1537" y="383381"/>
                        <a:pt x="108" y="319278"/>
                      </a:cubicBezTo>
                      <a:cubicBezTo>
                        <a:pt x="-2178" y="214313"/>
                        <a:pt x="31731" y="122777"/>
                        <a:pt x="106121" y="48292"/>
                      </a:cubicBezTo>
                      <a:cubicBezTo>
                        <a:pt x="124886" y="29528"/>
                        <a:pt x="150222" y="17336"/>
                        <a:pt x="175844" y="0"/>
                      </a:cubicBezTo>
                      <a:cubicBezTo>
                        <a:pt x="169939" y="127444"/>
                        <a:pt x="228803" y="222885"/>
                        <a:pt x="296336" y="314516"/>
                      </a:cubicBezTo>
                      <a:cubicBezTo>
                        <a:pt x="323006" y="350615"/>
                        <a:pt x="354819" y="383286"/>
                        <a:pt x="378727" y="421005"/>
                      </a:cubicBezTo>
                      <a:cubicBezTo>
                        <a:pt x="407969" y="467201"/>
                        <a:pt x="414636" y="520351"/>
                        <a:pt x="410159" y="574929"/>
                      </a:cubicBezTo>
                      <a:cubicBezTo>
                        <a:pt x="405397" y="634175"/>
                        <a:pt x="389490" y="690277"/>
                        <a:pt x="365773" y="744379"/>
                      </a:cubicBezTo>
                      <a:cubicBezTo>
                        <a:pt x="361772" y="753904"/>
                        <a:pt x="356724" y="763238"/>
                        <a:pt x="349961" y="776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11" name="任意多边形: 形状 350"/>
                <p:cNvSpPr/>
                <p:nvPr/>
              </p:nvSpPr>
              <p:spPr>
                <a:xfrm>
                  <a:off x="491112" y="6015111"/>
                  <a:ext cx="57723" cy="99706"/>
                </a:xfrm>
                <a:custGeom>
                  <a:avLst/>
                  <a:gdLst>
                    <a:gd name="connsiteX0" fmla="*/ 0 w 404050"/>
                    <a:gd name="connsiteY0" fmla="*/ 692012 h 697917"/>
                    <a:gd name="connsiteX1" fmla="*/ 24003 w 404050"/>
                    <a:gd name="connsiteY1" fmla="*/ 481319 h 697917"/>
                    <a:gd name="connsiteX2" fmla="*/ 4477 w 404050"/>
                    <a:gd name="connsiteY2" fmla="*/ 299677 h 697917"/>
                    <a:gd name="connsiteX3" fmla="*/ 59150 w 404050"/>
                    <a:gd name="connsiteY3" fmla="*/ 134133 h 697917"/>
                    <a:gd name="connsiteX4" fmla="*/ 237363 w 404050"/>
                    <a:gd name="connsiteY4" fmla="*/ 11451 h 697917"/>
                    <a:gd name="connsiteX5" fmla="*/ 404051 w 404050"/>
                    <a:gd name="connsiteY5" fmla="*/ 22119 h 697917"/>
                    <a:gd name="connsiteX6" fmla="*/ 278035 w 404050"/>
                    <a:gd name="connsiteY6" fmla="*/ 331110 h 697917"/>
                    <a:gd name="connsiteX7" fmla="*/ 259080 w 404050"/>
                    <a:gd name="connsiteY7" fmla="*/ 478271 h 697917"/>
                    <a:gd name="connsiteX8" fmla="*/ 100108 w 404050"/>
                    <a:gd name="connsiteY8" fmla="*/ 651626 h 697917"/>
                    <a:gd name="connsiteX9" fmla="*/ 4001 w 404050"/>
                    <a:gd name="connsiteY9" fmla="*/ 697918 h 697917"/>
                    <a:gd name="connsiteX10" fmla="*/ 0 w 404050"/>
                    <a:gd name="connsiteY10" fmla="*/ 692012 h 69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4050" h="697917">
                      <a:moveTo>
                        <a:pt x="0" y="692012"/>
                      </a:moveTo>
                      <a:cubicBezTo>
                        <a:pt x="34386" y="624670"/>
                        <a:pt x="31338" y="553137"/>
                        <a:pt x="24003" y="481319"/>
                      </a:cubicBezTo>
                      <a:cubicBezTo>
                        <a:pt x="17812" y="420740"/>
                        <a:pt x="9716" y="360352"/>
                        <a:pt x="4477" y="299677"/>
                      </a:cubicBezTo>
                      <a:cubicBezTo>
                        <a:pt x="-952" y="237193"/>
                        <a:pt x="21336" y="181758"/>
                        <a:pt x="59150" y="134133"/>
                      </a:cubicBezTo>
                      <a:cubicBezTo>
                        <a:pt x="105633" y="75744"/>
                        <a:pt x="164021" y="32215"/>
                        <a:pt x="237363" y="11451"/>
                      </a:cubicBezTo>
                      <a:cubicBezTo>
                        <a:pt x="294132" y="-4551"/>
                        <a:pt x="349663" y="-6171"/>
                        <a:pt x="404051" y="22119"/>
                      </a:cubicBezTo>
                      <a:cubicBezTo>
                        <a:pt x="312230" y="105939"/>
                        <a:pt x="292418" y="217476"/>
                        <a:pt x="278035" y="331110"/>
                      </a:cubicBezTo>
                      <a:cubicBezTo>
                        <a:pt x="271844" y="380259"/>
                        <a:pt x="272796" y="431408"/>
                        <a:pt x="259080" y="478271"/>
                      </a:cubicBezTo>
                      <a:cubicBezTo>
                        <a:pt x="235172" y="559995"/>
                        <a:pt x="171641" y="611145"/>
                        <a:pt x="100108" y="651626"/>
                      </a:cubicBezTo>
                      <a:cubicBezTo>
                        <a:pt x="69247" y="669057"/>
                        <a:pt x="36100" y="682678"/>
                        <a:pt x="4001" y="697918"/>
                      </a:cubicBezTo>
                      <a:cubicBezTo>
                        <a:pt x="2763" y="696012"/>
                        <a:pt x="1429" y="694012"/>
                        <a:pt x="0" y="6920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12" name="任意多边形: 形状 351"/>
                <p:cNvSpPr/>
                <p:nvPr/>
              </p:nvSpPr>
              <p:spPr>
                <a:xfrm>
                  <a:off x="431688" y="6207551"/>
                  <a:ext cx="101268" cy="67868"/>
                </a:xfrm>
                <a:custGeom>
                  <a:avLst/>
                  <a:gdLst>
                    <a:gd name="connsiteX0" fmla="*/ 708850 w 708850"/>
                    <a:gd name="connsiteY0" fmla="*/ 116791 h 475062"/>
                    <a:gd name="connsiteX1" fmla="*/ 496443 w 708850"/>
                    <a:gd name="connsiteY1" fmla="*/ 237283 h 475062"/>
                    <a:gd name="connsiteX2" fmla="*/ 380143 w 708850"/>
                    <a:gd name="connsiteY2" fmla="*/ 375871 h 475062"/>
                    <a:gd name="connsiteX3" fmla="*/ 214503 w 708850"/>
                    <a:gd name="connsiteY3" fmla="*/ 468930 h 475062"/>
                    <a:gd name="connsiteX4" fmla="*/ 0 w 708850"/>
                    <a:gd name="connsiteY4" fmla="*/ 457310 h 475062"/>
                    <a:gd name="connsiteX5" fmla="*/ 30766 w 708850"/>
                    <a:gd name="connsiteY5" fmla="*/ 435688 h 475062"/>
                    <a:gd name="connsiteX6" fmla="*/ 137065 w 708850"/>
                    <a:gd name="connsiteY6" fmla="*/ 297861 h 475062"/>
                    <a:gd name="connsiteX7" fmla="*/ 221932 w 708850"/>
                    <a:gd name="connsiteY7" fmla="*/ 133460 h 475062"/>
                    <a:gd name="connsiteX8" fmla="*/ 386525 w 708850"/>
                    <a:gd name="connsiteY8" fmla="*/ 12492 h 475062"/>
                    <a:gd name="connsiteX9" fmla="*/ 608457 w 708850"/>
                    <a:gd name="connsiteY9" fmla="*/ 26304 h 475062"/>
                    <a:gd name="connsiteX10" fmla="*/ 708850 w 708850"/>
                    <a:gd name="connsiteY10" fmla="*/ 116791 h 47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8850" h="475062">
                      <a:moveTo>
                        <a:pt x="708850" y="116791"/>
                      </a:moveTo>
                      <a:cubicBezTo>
                        <a:pt x="618649" y="127650"/>
                        <a:pt x="554355" y="178799"/>
                        <a:pt x="496443" y="237283"/>
                      </a:cubicBezTo>
                      <a:cubicBezTo>
                        <a:pt x="454152" y="280050"/>
                        <a:pt x="417672" y="328627"/>
                        <a:pt x="380143" y="375871"/>
                      </a:cubicBezTo>
                      <a:cubicBezTo>
                        <a:pt x="337375" y="429783"/>
                        <a:pt x="280607" y="458262"/>
                        <a:pt x="214503" y="468930"/>
                      </a:cubicBezTo>
                      <a:cubicBezTo>
                        <a:pt x="144304" y="480265"/>
                        <a:pt x="74390" y="475598"/>
                        <a:pt x="0" y="457310"/>
                      </a:cubicBezTo>
                      <a:cubicBezTo>
                        <a:pt x="12288" y="448642"/>
                        <a:pt x="21622" y="442260"/>
                        <a:pt x="30766" y="435688"/>
                      </a:cubicBezTo>
                      <a:cubicBezTo>
                        <a:pt x="80010" y="400446"/>
                        <a:pt x="109442" y="349677"/>
                        <a:pt x="137065" y="297861"/>
                      </a:cubicBezTo>
                      <a:cubicBezTo>
                        <a:pt x="166116" y="243474"/>
                        <a:pt x="193357" y="188133"/>
                        <a:pt x="221932" y="133460"/>
                      </a:cubicBezTo>
                      <a:cubicBezTo>
                        <a:pt x="256985" y="66499"/>
                        <a:pt x="316325" y="30971"/>
                        <a:pt x="386525" y="12492"/>
                      </a:cubicBezTo>
                      <a:cubicBezTo>
                        <a:pt x="461582" y="-7320"/>
                        <a:pt x="536163" y="-4176"/>
                        <a:pt x="608457" y="26304"/>
                      </a:cubicBezTo>
                      <a:cubicBezTo>
                        <a:pt x="651224" y="44401"/>
                        <a:pt x="685229" y="72500"/>
                        <a:pt x="708850" y="11679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13" name="任意多边形: 形状 352"/>
                <p:cNvSpPr/>
                <p:nvPr/>
              </p:nvSpPr>
              <p:spPr>
                <a:xfrm>
                  <a:off x="472170" y="6113307"/>
                  <a:ext cx="84082" cy="83088"/>
                </a:xfrm>
                <a:custGeom>
                  <a:avLst/>
                  <a:gdLst>
                    <a:gd name="connsiteX0" fmla="*/ 588550 w 588550"/>
                    <a:gd name="connsiteY0" fmla="*/ 61627 h 581596"/>
                    <a:gd name="connsiteX1" fmla="*/ 403479 w 588550"/>
                    <a:gd name="connsiteY1" fmla="*/ 256985 h 581596"/>
                    <a:gd name="connsiteX2" fmla="*/ 353092 w 588550"/>
                    <a:gd name="connsiteY2" fmla="*/ 372523 h 581596"/>
                    <a:gd name="connsiteX3" fmla="*/ 214217 w 588550"/>
                    <a:gd name="connsiteY3" fmla="*/ 532353 h 581596"/>
                    <a:gd name="connsiteX4" fmla="*/ 0 w 588550"/>
                    <a:gd name="connsiteY4" fmla="*/ 581597 h 581596"/>
                    <a:gd name="connsiteX5" fmla="*/ 5810 w 588550"/>
                    <a:gd name="connsiteY5" fmla="*/ 568738 h 581596"/>
                    <a:gd name="connsiteX6" fmla="*/ 91345 w 588550"/>
                    <a:gd name="connsiteY6" fmla="*/ 366427 h 581596"/>
                    <a:gd name="connsiteX7" fmla="*/ 121158 w 588550"/>
                    <a:gd name="connsiteY7" fmla="*/ 215075 h 581596"/>
                    <a:gd name="connsiteX8" fmla="*/ 263462 w 588550"/>
                    <a:gd name="connsiteY8" fmla="*/ 40386 h 581596"/>
                    <a:gd name="connsiteX9" fmla="*/ 500920 w 588550"/>
                    <a:gd name="connsiteY9" fmla="*/ 10192 h 581596"/>
                    <a:gd name="connsiteX10" fmla="*/ 588550 w 588550"/>
                    <a:gd name="connsiteY10" fmla="*/ 61627 h 581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8550" h="581596">
                      <a:moveTo>
                        <a:pt x="588550" y="61627"/>
                      </a:moveTo>
                      <a:cubicBezTo>
                        <a:pt x="496824" y="100394"/>
                        <a:pt x="447199" y="176499"/>
                        <a:pt x="403479" y="256985"/>
                      </a:cubicBezTo>
                      <a:cubicBezTo>
                        <a:pt x="383477" y="293751"/>
                        <a:pt x="366617" y="332804"/>
                        <a:pt x="353092" y="372523"/>
                      </a:cubicBezTo>
                      <a:cubicBezTo>
                        <a:pt x="328327" y="445294"/>
                        <a:pt x="283083" y="498444"/>
                        <a:pt x="214217" y="532353"/>
                      </a:cubicBezTo>
                      <a:cubicBezTo>
                        <a:pt x="147447" y="565309"/>
                        <a:pt x="76867" y="579501"/>
                        <a:pt x="0" y="581597"/>
                      </a:cubicBezTo>
                      <a:cubicBezTo>
                        <a:pt x="2763" y="575215"/>
                        <a:pt x="3429" y="571215"/>
                        <a:pt x="5810" y="568738"/>
                      </a:cubicBezTo>
                      <a:cubicBezTo>
                        <a:pt x="60389" y="512255"/>
                        <a:pt x="75343" y="439008"/>
                        <a:pt x="91345" y="366427"/>
                      </a:cubicBezTo>
                      <a:cubicBezTo>
                        <a:pt x="102394" y="316231"/>
                        <a:pt x="109824" y="265176"/>
                        <a:pt x="121158" y="215075"/>
                      </a:cubicBezTo>
                      <a:cubicBezTo>
                        <a:pt x="139541" y="133732"/>
                        <a:pt x="191071" y="77534"/>
                        <a:pt x="263462" y="40386"/>
                      </a:cubicBezTo>
                      <a:cubicBezTo>
                        <a:pt x="338519" y="1810"/>
                        <a:pt x="417957" y="-11049"/>
                        <a:pt x="500920" y="10192"/>
                      </a:cubicBezTo>
                      <a:cubicBezTo>
                        <a:pt x="533876" y="18669"/>
                        <a:pt x="563594" y="34195"/>
                        <a:pt x="588550" y="6162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14" name="任意多边形: 形状 353"/>
                <p:cNvSpPr/>
                <p:nvPr/>
              </p:nvSpPr>
              <p:spPr>
                <a:xfrm>
                  <a:off x="386291" y="5784565"/>
                  <a:ext cx="50284" cy="112231"/>
                </a:xfrm>
                <a:custGeom>
                  <a:avLst/>
                  <a:gdLst>
                    <a:gd name="connsiteX0" fmla="*/ 236327 w 351976"/>
                    <a:gd name="connsiteY0" fmla="*/ 63 h 785589"/>
                    <a:gd name="connsiteX1" fmla="*/ 248233 w 351976"/>
                    <a:gd name="connsiteY1" fmla="*/ 234759 h 785589"/>
                    <a:gd name="connsiteX2" fmla="*/ 317385 w 351976"/>
                    <a:gd name="connsiteY2" fmla="*/ 389159 h 785589"/>
                    <a:gd name="connsiteX3" fmla="*/ 323100 w 351976"/>
                    <a:gd name="connsiteY3" fmla="*/ 645381 h 785589"/>
                    <a:gd name="connsiteX4" fmla="*/ 247471 w 351976"/>
                    <a:gd name="connsiteY4" fmla="*/ 776064 h 785589"/>
                    <a:gd name="connsiteX5" fmla="*/ 236232 w 351976"/>
                    <a:gd name="connsiteY5" fmla="*/ 785589 h 785589"/>
                    <a:gd name="connsiteX6" fmla="*/ 186416 w 351976"/>
                    <a:gd name="connsiteY6" fmla="*/ 644334 h 785589"/>
                    <a:gd name="connsiteX7" fmla="*/ 79736 w 351976"/>
                    <a:gd name="connsiteY7" fmla="*/ 503649 h 785589"/>
                    <a:gd name="connsiteX8" fmla="*/ 7155 w 351976"/>
                    <a:gd name="connsiteY8" fmla="*/ 380682 h 785589"/>
                    <a:gd name="connsiteX9" fmla="*/ 28682 w 351976"/>
                    <a:gd name="connsiteY9" fmla="*/ 187229 h 785589"/>
                    <a:gd name="connsiteX10" fmla="*/ 148030 w 351976"/>
                    <a:gd name="connsiteY10" fmla="*/ 31686 h 785589"/>
                    <a:gd name="connsiteX11" fmla="*/ 236327 w 351976"/>
                    <a:gd name="connsiteY11" fmla="*/ 63 h 78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1976" h="785589">
                      <a:moveTo>
                        <a:pt x="236327" y="63"/>
                      </a:moveTo>
                      <a:cubicBezTo>
                        <a:pt x="205942" y="81597"/>
                        <a:pt x="222992" y="159416"/>
                        <a:pt x="248233" y="234759"/>
                      </a:cubicBezTo>
                      <a:cubicBezTo>
                        <a:pt x="266045" y="288003"/>
                        <a:pt x="290620" y="339629"/>
                        <a:pt x="317385" y="389159"/>
                      </a:cubicBezTo>
                      <a:cubicBezTo>
                        <a:pt x="363485" y="474598"/>
                        <a:pt x="361581" y="560228"/>
                        <a:pt x="323100" y="645381"/>
                      </a:cubicBezTo>
                      <a:cubicBezTo>
                        <a:pt x="302430" y="691006"/>
                        <a:pt x="273093" y="732726"/>
                        <a:pt x="247471" y="776064"/>
                      </a:cubicBezTo>
                      <a:cubicBezTo>
                        <a:pt x="245757" y="779017"/>
                        <a:pt x="242042" y="780732"/>
                        <a:pt x="236232" y="785589"/>
                      </a:cubicBezTo>
                      <a:cubicBezTo>
                        <a:pt x="231945" y="732059"/>
                        <a:pt x="214991" y="685386"/>
                        <a:pt x="186416" y="644334"/>
                      </a:cubicBezTo>
                      <a:cubicBezTo>
                        <a:pt x="152793" y="596042"/>
                        <a:pt x="116312" y="549750"/>
                        <a:pt x="79736" y="503649"/>
                      </a:cubicBezTo>
                      <a:cubicBezTo>
                        <a:pt x="49827" y="465835"/>
                        <a:pt x="18681" y="429735"/>
                        <a:pt x="7155" y="380682"/>
                      </a:cubicBezTo>
                      <a:cubicBezTo>
                        <a:pt x="-8656" y="313245"/>
                        <a:pt x="3155" y="249332"/>
                        <a:pt x="28682" y="187229"/>
                      </a:cubicBezTo>
                      <a:cubicBezTo>
                        <a:pt x="54304" y="124935"/>
                        <a:pt x="92690" y="71119"/>
                        <a:pt x="148030" y="31686"/>
                      </a:cubicBezTo>
                      <a:cubicBezTo>
                        <a:pt x="173462" y="13588"/>
                        <a:pt x="201942" y="-1080"/>
                        <a:pt x="236327" y="6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15" name="任意多边形: 形状 354"/>
                <p:cNvSpPr/>
                <p:nvPr/>
              </p:nvSpPr>
              <p:spPr>
                <a:xfrm>
                  <a:off x="318568" y="5868720"/>
                  <a:ext cx="103717" cy="53631"/>
                </a:xfrm>
                <a:custGeom>
                  <a:avLst/>
                  <a:gdLst>
                    <a:gd name="connsiteX0" fmla="*/ 0 w 725995"/>
                    <a:gd name="connsiteY0" fmla="*/ 161662 h 375403"/>
                    <a:gd name="connsiteX1" fmla="*/ 185356 w 725995"/>
                    <a:gd name="connsiteY1" fmla="*/ 19550 h 375403"/>
                    <a:gd name="connsiteX2" fmla="*/ 414623 w 725995"/>
                    <a:gd name="connsiteY2" fmla="*/ 23645 h 375403"/>
                    <a:gd name="connsiteX3" fmla="*/ 622268 w 725995"/>
                    <a:gd name="connsiteY3" fmla="*/ 160996 h 375403"/>
                    <a:gd name="connsiteX4" fmla="*/ 725996 w 725995"/>
                    <a:gd name="connsiteY4" fmla="*/ 335399 h 375403"/>
                    <a:gd name="connsiteX5" fmla="*/ 288226 w 725995"/>
                    <a:gd name="connsiteY5" fmla="*/ 375403 h 375403"/>
                    <a:gd name="connsiteX6" fmla="*/ 0 w 725995"/>
                    <a:gd name="connsiteY6" fmla="*/ 161662 h 375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5995" h="375403">
                      <a:moveTo>
                        <a:pt x="0" y="161662"/>
                      </a:moveTo>
                      <a:cubicBezTo>
                        <a:pt x="49244" y="96702"/>
                        <a:pt x="109252" y="47648"/>
                        <a:pt x="185356" y="19550"/>
                      </a:cubicBezTo>
                      <a:cubicBezTo>
                        <a:pt x="262318" y="-8835"/>
                        <a:pt x="339471" y="-5311"/>
                        <a:pt x="414623" y="23645"/>
                      </a:cubicBezTo>
                      <a:cubicBezTo>
                        <a:pt x="493490" y="53935"/>
                        <a:pt x="564642" y="98036"/>
                        <a:pt x="622268" y="160996"/>
                      </a:cubicBezTo>
                      <a:cubicBezTo>
                        <a:pt x="668369" y="211383"/>
                        <a:pt x="705993" y="267295"/>
                        <a:pt x="725996" y="335399"/>
                      </a:cubicBezTo>
                      <a:cubicBezTo>
                        <a:pt x="570357" y="252436"/>
                        <a:pt x="428625" y="299299"/>
                        <a:pt x="288226" y="375403"/>
                      </a:cubicBezTo>
                      <a:cubicBezTo>
                        <a:pt x="226409" y="258341"/>
                        <a:pt x="116586" y="206525"/>
                        <a:pt x="0" y="16166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16" name="任意多边形: 形状 355"/>
                <p:cNvSpPr/>
                <p:nvPr/>
              </p:nvSpPr>
              <p:spPr>
                <a:xfrm>
                  <a:off x="428409" y="6050358"/>
                  <a:ext cx="54864" cy="98709"/>
                </a:xfrm>
                <a:custGeom>
                  <a:avLst/>
                  <a:gdLst>
                    <a:gd name="connsiteX0" fmla="*/ 0 w 384032"/>
                    <a:gd name="connsiteY0" fmla="*/ 0 h 690943"/>
                    <a:gd name="connsiteX1" fmla="*/ 94488 w 384032"/>
                    <a:gd name="connsiteY1" fmla="*/ 12763 h 690943"/>
                    <a:gd name="connsiteX2" fmla="*/ 269462 w 384032"/>
                    <a:gd name="connsiteY2" fmla="*/ 101156 h 690943"/>
                    <a:gd name="connsiteX3" fmla="*/ 363093 w 384032"/>
                    <a:gd name="connsiteY3" fmla="*/ 263271 h 690943"/>
                    <a:gd name="connsiteX4" fmla="*/ 338423 w 384032"/>
                    <a:gd name="connsiteY4" fmla="*/ 623126 h 690943"/>
                    <a:gd name="connsiteX5" fmla="*/ 301276 w 384032"/>
                    <a:gd name="connsiteY5" fmla="*/ 690943 h 690943"/>
                    <a:gd name="connsiteX6" fmla="*/ 4000 w 384032"/>
                    <a:gd name="connsiteY6" fmla="*/ 362045 h 690943"/>
                    <a:gd name="connsiteX7" fmla="*/ 0 w 384032"/>
                    <a:gd name="connsiteY7" fmla="*/ 0 h 690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32" h="690943">
                      <a:moveTo>
                        <a:pt x="0" y="0"/>
                      </a:moveTo>
                      <a:cubicBezTo>
                        <a:pt x="33718" y="4381"/>
                        <a:pt x="64484" y="6572"/>
                        <a:pt x="94488" y="12763"/>
                      </a:cubicBezTo>
                      <a:cubicBezTo>
                        <a:pt x="160591" y="26384"/>
                        <a:pt x="220503" y="54578"/>
                        <a:pt x="269462" y="101156"/>
                      </a:cubicBezTo>
                      <a:cubicBezTo>
                        <a:pt x="316230" y="145542"/>
                        <a:pt x="345948" y="200882"/>
                        <a:pt x="363093" y="263271"/>
                      </a:cubicBezTo>
                      <a:cubicBezTo>
                        <a:pt x="396907" y="386239"/>
                        <a:pt x="390525" y="506349"/>
                        <a:pt x="338423" y="623126"/>
                      </a:cubicBezTo>
                      <a:cubicBezTo>
                        <a:pt x="328613" y="645224"/>
                        <a:pt x="315182" y="665702"/>
                        <a:pt x="301276" y="690943"/>
                      </a:cubicBezTo>
                      <a:cubicBezTo>
                        <a:pt x="273177" y="513302"/>
                        <a:pt x="149066" y="429292"/>
                        <a:pt x="4000" y="362045"/>
                      </a:cubicBezTo>
                      <a:cubicBezTo>
                        <a:pt x="60770" y="242887"/>
                        <a:pt x="34290" y="124016"/>
                        <a:pt x="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17" name="任意多边形: 形状 356"/>
                <p:cNvSpPr/>
                <p:nvPr/>
              </p:nvSpPr>
              <p:spPr>
                <a:xfrm>
                  <a:off x="383326" y="6178174"/>
                  <a:ext cx="53259" cy="106057"/>
                </a:xfrm>
                <a:custGeom>
                  <a:avLst/>
                  <a:gdLst>
                    <a:gd name="connsiteX0" fmla="*/ 79915 w 372803"/>
                    <a:gd name="connsiteY0" fmla="*/ 742188 h 742373"/>
                    <a:gd name="connsiteX1" fmla="*/ 107918 w 372803"/>
                    <a:gd name="connsiteY1" fmla="*/ 556736 h 742373"/>
                    <a:gd name="connsiteX2" fmla="*/ 4667 w 372803"/>
                    <a:gd name="connsiteY2" fmla="*/ 315944 h 742373"/>
                    <a:gd name="connsiteX3" fmla="*/ 0 w 372803"/>
                    <a:gd name="connsiteY3" fmla="*/ 307562 h 742373"/>
                    <a:gd name="connsiteX4" fmla="*/ 184785 w 372803"/>
                    <a:gd name="connsiteY4" fmla="*/ 0 h 742373"/>
                    <a:gd name="connsiteX5" fmla="*/ 365570 w 372803"/>
                    <a:gd name="connsiteY5" fmla="*/ 241459 h 742373"/>
                    <a:gd name="connsiteX6" fmla="*/ 313754 w 372803"/>
                    <a:gd name="connsiteY6" fmla="*/ 520065 h 742373"/>
                    <a:gd name="connsiteX7" fmla="*/ 103346 w 372803"/>
                    <a:gd name="connsiteY7" fmla="*/ 734187 h 742373"/>
                    <a:gd name="connsiteX8" fmla="*/ 86773 w 372803"/>
                    <a:gd name="connsiteY8" fmla="*/ 742093 h 742373"/>
                    <a:gd name="connsiteX9" fmla="*/ 79915 w 372803"/>
                    <a:gd name="connsiteY9" fmla="*/ 742188 h 74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803" h="742373">
                      <a:moveTo>
                        <a:pt x="79915" y="742188"/>
                      </a:moveTo>
                      <a:cubicBezTo>
                        <a:pt x="115157" y="683133"/>
                        <a:pt x="115919" y="620173"/>
                        <a:pt x="107918" y="556736"/>
                      </a:cubicBezTo>
                      <a:cubicBezTo>
                        <a:pt x="96678" y="466915"/>
                        <a:pt x="57912" y="388144"/>
                        <a:pt x="4667" y="315944"/>
                      </a:cubicBezTo>
                      <a:cubicBezTo>
                        <a:pt x="2953" y="313658"/>
                        <a:pt x="1810" y="310896"/>
                        <a:pt x="0" y="307562"/>
                      </a:cubicBezTo>
                      <a:cubicBezTo>
                        <a:pt x="110776" y="235458"/>
                        <a:pt x="150209" y="120587"/>
                        <a:pt x="184785" y="0"/>
                      </a:cubicBezTo>
                      <a:cubicBezTo>
                        <a:pt x="276606" y="59912"/>
                        <a:pt x="342900" y="134969"/>
                        <a:pt x="365570" y="241459"/>
                      </a:cubicBezTo>
                      <a:cubicBezTo>
                        <a:pt x="386810" y="340900"/>
                        <a:pt x="358807" y="432435"/>
                        <a:pt x="313754" y="520065"/>
                      </a:cubicBezTo>
                      <a:cubicBezTo>
                        <a:pt x="265843" y="613124"/>
                        <a:pt x="196596" y="685514"/>
                        <a:pt x="103346" y="734187"/>
                      </a:cubicBezTo>
                      <a:cubicBezTo>
                        <a:pt x="97917" y="737044"/>
                        <a:pt x="92393" y="739616"/>
                        <a:pt x="86773" y="742093"/>
                      </a:cubicBezTo>
                      <a:cubicBezTo>
                        <a:pt x="85630" y="742664"/>
                        <a:pt x="84011" y="742188"/>
                        <a:pt x="79915" y="742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18" name="任意多边形: 形状 357"/>
                <p:cNvSpPr/>
                <p:nvPr/>
              </p:nvSpPr>
              <p:spPr>
                <a:xfrm>
                  <a:off x="399737" y="5986267"/>
                  <a:ext cx="78908" cy="78515"/>
                </a:xfrm>
                <a:custGeom>
                  <a:avLst/>
                  <a:gdLst>
                    <a:gd name="connsiteX0" fmla="*/ 543782 w 552338"/>
                    <a:gd name="connsiteY0" fmla="*/ 549589 h 549588"/>
                    <a:gd name="connsiteX1" fmla="*/ 141637 w 552338"/>
                    <a:gd name="connsiteY1" fmla="*/ 366423 h 549588"/>
                    <a:gd name="connsiteX2" fmla="*/ 0 w 552338"/>
                    <a:gd name="connsiteY2" fmla="*/ 33715 h 549588"/>
                    <a:gd name="connsiteX3" fmla="*/ 80582 w 552338"/>
                    <a:gd name="connsiteY3" fmla="*/ 9616 h 549588"/>
                    <a:gd name="connsiteX4" fmla="*/ 375571 w 552338"/>
                    <a:gd name="connsiteY4" fmla="*/ 73148 h 549588"/>
                    <a:gd name="connsiteX5" fmla="*/ 511493 w 552338"/>
                    <a:gd name="connsiteY5" fmla="*/ 263839 h 549588"/>
                    <a:gd name="connsiteX6" fmla="*/ 552259 w 552338"/>
                    <a:gd name="connsiteY6" fmla="*/ 457101 h 549588"/>
                    <a:gd name="connsiteX7" fmla="*/ 543782 w 552338"/>
                    <a:gd name="connsiteY7" fmla="*/ 549589 h 54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338" h="549588">
                      <a:moveTo>
                        <a:pt x="543782" y="549589"/>
                      </a:moveTo>
                      <a:cubicBezTo>
                        <a:pt x="480060" y="430812"/>
                        <a:pt x="309086" y="360136"/>
                        <a:pt x="141637" y="366423"/>
                      </a:cubicBezTo>
                      <a:cubicBezTo>
                        <a:pt x="148304" y="234978"/>
                        <a:pt x="80867" y="134489"/>
                        <a:pt x="0" y="33715"/>
                      </a:cubicBezTo>
                      <a:cubicBezTo>
                        <a:pt x="28384" y="25142"/>
                        <a:pt x="54102" y="15236"/>
                        <a:pt x="80582" y="9616"/>
                      </a:cubicBezTo>
                      <a:cubicBezTo>
                        <a:pt x="188119" y="-13148"/>
                        <a:pt x="288607" y="3139"/>
                        <a:pt x="375571" y="73148"/>
                      </a:cubicBezTo>
                      <a:cubicBezTo>
                        <a:pt x="438150" y="123535"/>
                        <a:pt x="479203" y="191068"/>
                        <a:pt x="511493" y="263839"/>
                      </a:cubicBezTo>
                      <a:cubicBezTo>
                        <a:pt x="538734" y="325275"/>
                        <a:pt x="550164" y="390521"/>
                        <a:pt x="552259" y="457101"/>
                      </a:cubicBezTo>
                      <a:cubicBezTo>
                        <a:pt x="553117" y="487676"/>
                        <a:pt x="546830" y="518632"/>
                        <a:pt x="543782" y="5495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19" name="任意多边形: 形状 358"/>
                <p:cNvSpPr/>
                <p:nvPr/>
              </p:nvSpPr>
              <p:spPr>
                <a:xfrm>
                  <a:off x="212347" y="5801627"/>
                  <a:ext cx="102656" cy="53829"/>
                </a:xfrm>
                <a:custGeom>
                  <a:avLst/>
                  <a:gdLst>
                    <a:gd name="connsiteX0" fmla="*/ 715899 w 718566"/>
                    <a:gd name="connsiteY0" fmla="*/ 117235 h 376791"/>
                    <a:gd name="connsiteX1" fmla="*/ 485775 w 718566"/>
                    <a:gd name="connsiteY1" fmla="*/ 212485 h 376791"/>
                    <a:gd name="connsiteX2" fmla="*/ 373094 w 718566"/>
                    <a:gd name="connsiteY2" fmla="*/ 359551 h 376791"/>
                    <a:gd name="connsiteX3" fmla="*/ 362808 w 718566"/>
                    <a:gd name="connsiteY3" fmla="*/ 376791 h 376791"/>
                    <a:gd name="connsiteX4" fmla="*/ 0 w 718566"/>
                    <a:gd name="connsiteY4" fmla="*/ 343644 h 376791"/>
                    <a:gd name="connsiteX5" fmla="*/ 31718 w 718566"/>
                    <a:gd name="connsiteY5" fmla="*/ 228487 h 376791"/>
                    <a:gd name="connsiteX6" fmla="*/ 232696 w 718566"/>
                    <a:gd name="connsiteY6" fmla="*/ 25985 h 376791"/>
                    <a:gd name="connsiteX7" fmla="*/ 443770 w 718566"/>
                    <a:gd name="connsiteY7" fmla="*/ 2744 h 376791"/>
                    <a:gd name="connsiteX8" fmla="*/ 626269 w 718566"/>
                    <a:gd name="connsiteY8" fmla="*/ 54465 h 376791"/>
                    <a:gd name="connsiteX9" fmla="*/ 718566 w 718566"/>
                    <a:gd name="connsiteY9" fmla="*/ 111425 h 376791"/>
                    <a:gd name="connsiteX10" fmla="*/ 715899 w 718566"/>
                    <a:gd name="connsiteY10" fmla="*/ 117235 h 376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8566" h="376791">
                      <a:moveTo>
                        <a:pt x="715899" y="117235"/>
                      </a:moveTo>
                      <a:cubicBezTo>
                        <a:pt x="623792" y="111710"/>
                        <a:pt x="551307" y="154097"/>
                        <a:pt x="485775" y="212485"/>
                      </a:cubicBezTo>
                      <a:cubicBezTo>
                        <a:pt x="439008" y="254204"/>
                        <a:pt x="402622" y="304401"/>
                        <a:pt x="373094" y="359551"/>
                      </a:cubicBezTo>
                      <a:cubicBezTo>
                        <a:pt x="369951" y="365456"/>
                        <a:pt x="366236" y="371076"/>
                        <a:pt x="362808" y="376791"/>
                      </a:cubicBezTo>
                      <a:cubicBezTo>
                        <a:pt x="249460" y="307163"/>
                        <a:pt x="128874" y="322118"/>
                        <a:pt x="0" y="343644"/>
                      </a:cubicBezTo>
                      <a:cubicBezTo>
                        <a:pt x="11240" y="301925"/>
                        <a:pt x="18193" y="263920"/>
                        <a:pt x="31718" y="228487"/>
                      </a:cubicBezTo>
                      <a:cubicBezTo>
                        <a:pt x="68675" y="131999"/>
                        <a:pt x="133160" y="60371"/>
                        <a:pt x="232696" y="25985"/>
                      </a:cubicBezTo>
                      <a:cubicBezTo>
                        <a:pt x="300990" y="2363"/>
                        <a:pt x="371285" y="-4495"/>
                        <a:pt x="443770" y="2744"/>
                      </a:cubicBezTo>
                      <a:cubicBezTo>
                        <a:pt x="508159" y="9221"/>
                        <a:pt x="569214" y="25128"/>
                        <a:pt x="626269" y="54465"/>
                      </a:cubicBezTo>
                      <a:cubicBezTo>
                        <a:pt x="658368" y="70943"/>
                        <a:pt x="687896" y="92279"/>
                        <a:pt x="718566" y="111425"/>
                      </a:cubicBezTo>
                      <a:cubicBezTo>
                        <a:pt x="717804" y="113234"/>
                        <a:pt x="716852" y="115235"/>
                        <a:pt x="715899" y="1172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20" name="任意多边形: 形状 359"/>
                <p:cNvSpPr/>
                <p:nvPr/>
              </p:nvSpPr>
              <p:spPr>
                <a:xfrm>
                  <a:off x="415223" y="6118736"/>
                  <a:ext cx="53907" cy="106534"/>
                </a:xfrm>
                <a:custGeom>
                  <a:avLst/>
                  <a:gdLst>
                    <a:gd name="connsiteX0" fmla="*/ 159544 w 377338"/>
                    <a:gd name="connsiteY0" fmla="*/ 745712 h 745712"/>
                    <a:gd name="connsiteX1" fmla="*/ 33718 w 377338"/>
                    <a:gd name="connsiteY1" fmla="*/ 362617 h 745712"/>
                    <a:gd name="connsiteX2" fmla="*/ 0 w 377338"/>
                    <a:gd name="connsiteY2" fmla="*/ 336423 h 745712"/>
                    <a:gd name="connsiteX3" fmla="*/ 136112 w 377338"/>
                    <a:gd name="connsiteY3" fmla="*/ 0 h 745712"/>
                    <a:gd name="connsiteX4" fmla="*/ 236029 w 377338"/>
                    <a:gd name="connsiteY4" fmla="*/ 53435 h 745712"/>
                    <a:gd name="connsiteX5" fmla="*/ 373666 w 377338"/>
                    <a:gd name="connsiteY5" fmla="*/ 274511 h 745712"/>
                    <a:gd name="connsiteX6" fmla="*/ 346043 w 377338"/>
                    <a:gd name="connsiteY6" fmla="*/ 499682 h 745712"/>
                    <a:gd name="connsiteX7" fmla="*/ 178594 w 377338"/>
                    <a:gd name="connsiteY7" fmla="*/ 733044 h 745712"/>
                    <a:gd name="connsiteX8" fmla="*/ 159544 w 377338"/>
                    <a:gd name="connsiteY8" fmla="*/ 745712 h 74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338" h="745712">
                      <a:moveTo>
                        <a:pt x="159544" y="745712"/>
                      </a:moveTo>
                      <a:cubicBezTo>
                        <a:pt x="195167" y="591408"/>
                        <a:pt x="132207" y="471011"/>
                        <a:pt x="33718" y="362617"/>
                      </a:cubicBezTo>
                      <a:cubicBezTo>
                        <a:pt x="24669" y="352616"/>
                        <a:pt x="12192" y="345758"/>
                        <a:pt x="0" y="336423"/>
                      </a:cubicBezTo>
                      <a:cubicBezTo>
                        <a:pt x="101346" y="242030"/>
                        <a:pt x="123349" y="123920"/>
                        <a:pt x="136112" y="0"/>
                      </a:cubicBezTo>
                      <a:cubicBezTo>
                        <a:pt x="174117" y="9811"/>
                        <a:pt x="205644" y="30956"/>
                        <a:pt x="236029" y="53435"/>
                      </a:cubicBezTo>
                      <a:cubicBezTo>
                        <a:pt x="310801" y="108871"/>
                        <a:pt x="361093" y="180880"/>
                        <a:pt x="373666" y="274511"/>
                      </a:cubicBezTo>
                      <a:cubicBezTo>
                        <a:pt x="384048" y="351473"/>
                        <a:pt x="371665" y="426720"/>
                        <a:pt x="346043" y="499682"/>
                      </a:cubicBezTo>
                      <a:cubicBezTo>
                        <a:pt x="312991" y="593598"/>
                        <a:pt x="258223" y="672370"/>
                        <a:pt x="178594" y="733044"/>
                      </a:cubicBezTo>
                      <a:cubicBezTo>
                        <a:pt x="172688" y="737616"/>
                        <a:pt x="166211" y="741331"/>
                        <a:pt x="159544" y="74571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21" name="任意多边形: 形状 360"/>
                <p:cNvSpPr/>
                <p:nvPr/>
              </p:nvSpPr>
              <p:spPr>
                <a:xfrm>
                  <a:off x="264001" y="5830889"/>
                  <a:ext cx="106901" cy="53183"/>
                </a:xfrm>
                <a:custGeom>
                  <a:avLst/>
                  <a:gdLst>
                    <a:gd name="connsiteX0" fmla="*/ 0 w 748283"/>
                    <a:gd name="connsiteY0" fmla="*/ 252924 h 372272"/>
                    <a:gd name="connsiteX1" fmla="*/ 217361 w 748283"/>
                    <a:gd name="connsiteY1" fmla="*/ 19276 h 372272"/>
                    <a:gd name="connsiteX2" fmla="*/ 390715 w 748283"/>
                    <a:gd name="connsiteY2" fmla="*/ 3369 h 372272"/>
                    <a:gd name="connsiteX3" fmla="*/ 553212 w 748283"/>
                    <a:gd name="connsiteY3" fmla="*/ 46327 h 372272"/>
                    <a:gd name="connsiteX4" fmla="*/ 748284 w 748283"/>
                    <a:gd name="connsiteY4" fmla="*/ 203013 h 372272"/>
                    <a:gd name="connsiteX5" fmla="*/ 340519 w 748283"/>
                    <a:gd name="connsiteY5" fmla="*/ 372272 h 372272"/>
                    <a:gd name="connsiteX6" fmla="*/ 0 w 748283"/>
                    <a:gd name="connsiteY6" fmla="*/ 252924 h 37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8283" h="372272">
                      <a:moveTo>
                        <a:pt x="0" y="252924"/>
                      </a:moveTo>
                      <a:cubicBezTo>
                        <a:pt x="43434" y="145482"/>
                        <a:pt x="107442" y="60710"/>
                        <a:pt x="217361" y="19276"/>
                      </a:cubicBezTo>
                      <a:cubicBezTo>
                        <a:pt x="273463" y="-1870"/>
                        <a:pt x="331565" y="-2917"/>
                        <a:pt x="390715" y="3369"/>
                      </a:cubicBezTo>
                      <a:cubicBezTo>
                        <a:pt x="447294" y="9370"/>
                        <a:pt x="501396" y="23372"/>
                        <a:pt x="553212" y="46327"/>
                      </a:cubicBezTo>
                      <a:cubicBezTo>
                        <a:pt x="631603" y="80998"/>
                        <a:pt x="696182" y="133195"/>
                        <a:pt x="748284" y="203013"/>
                      </a:cubicBezTo>
                      <a:cubicBezTo>
                        <a:pt x="574262" y="170533"/>
                        <a:pt x="451199" y="255686"/>
                        <a:pt x="340519" y="372272"/>
                      </a:cubicBezTo>
                      <a:cubicBezTo>
                        <a:pt x="248412" y="277403"/>
                        <a:pt x="127159" y="261497"/>
                        <a:pt x="0" y="25292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22" name="任意多边形: 形状 361"/>
                <p:cNvSpPr/>
                <p:nvPr/>
              </p:nvSpPr>
              <p:spPr>
                <a:xfrm>
                  <a:off x="372549" y="5921215"/>
                  <a:ext cx="87816" cy="69310"/>
                </a:xfrm>
                <a:custGeom>
                  <a:avLst/>
                  <a:gdLst>
                    <a:gd name="connsiteX0" fmla="*/ 611886 w 614691"/>
                    <a:gd name="connsiteY0" fmla="*/ 485154 h 485153"/>
                    <a:gd name="connsiteX1" fmla="*/ 235458 w 614691"/>
                    <a:gd name="connsiteY1" fmla="*/ 362186 h 485153"/>
                    <a:gd name="connsiteX2" fmla="*/ 187738 w 614691"/>
                    <a:gd name="connsiteY2" fmla="*/ 367520 h 485153"/>
                    <a:gd name="connsiteX3" fmla="*/ 120301 w 614691"/>
                    <a:gd name="connsiteY3" fmla="*/ 198642 h 485153"/>
                    <a:gd name="connsiteX4" fmla="*/ 0 w 614691"/>
                    <a:gd name="connsiteY4" fmla="*/ 62530 h 485153"/>
                    <a:gd name="connsiteX5" fmla="*/ 138208 w 614691"/>
                    <a:gd name="connsiteY5" fmla="*/ 7475 h 485153"/>
                    <a:gd name="connsiteX6" fmla="*/ 450247 w 614691"/>
                    <a:gd name="connsiteY6" fmla="*/ 102725 h 485153"/>
                    <a:gd name="connsiteX7" fmla="*/ 614648 w 614691"/>
                    <a:gd name="connsiteY7" fmla="*/ 464199 h 485153"/>
                    <a:gd name="connsiteX8" fmla="*/ 613886 w 614691"/>
                    <a:gd name="connsiteY8" fmla="*/ 482487 h 485153"/>
                    <a:gd name="connsiteX9" fmla="*/ 611886 w 614691"/>
                    <a:gd name="connsiteY9" fmla="*/ 485154 h 485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4691" h="485153">
                      <a:moveTo>
                        <a:pt x="611886" y="485154"/>
                      </a:moveTo>
                      <a:cubicBezTo>
                        <a:pt x="511016" y="367901"/>
                        <a:pt x="378524" y="348946"/>
                        <a:pt x="235458" y="362186"/>
                      </a:cubicBezTo>
                      <a:cubicBezTo>
                        <a:pt x="219742" y="363615"/>
                        <a:pt x="204216" y="365710"/>
                        <a:pt x="187738" y="367520"/>
                      </a:cubicBezTo>
                      <a:cubicBezTo>
                        <a:pt x="183928" y="302369"/>
                        <a:pt x="158115" y="247029"/>
                        <a:pt x="120301" y="198642"/>
                      </a:cubicBezTo>
                      <a:cubicBezTo>
                        <a:pt x="83344" y="151398"/>
                        <a:pt x="40958" y="108440"/>
                        <a:pt x="0" y="62530"/>
                      </a:cubicBezTo>
                      <a:cubicBezTo>
                        <a:pt x="41529" y="37479"/>
                        <a:pt x="87630" y="17476"/>
                        <a:pt x="138208" y="7475"/>
                      </a:cubicBezTo>
                      <a:cubicBezTo>
                        <a:pt x="259271" y="-16337"/>
                        <a:pt x="361950" y="17095"/>
                        <a:pt x="450247" y="102725"/>
                      </a:cubicBezTo>
                      <a:cubicBezTo>
                        <a:pt x="552640" y="202071"/>
                        <a:pt x="609219" y="321324"/>
                        <a:pt x="614648" y="464199"/>
                      </a:cubicBezTo>
                      <a:cubicBezTo>
                        <a:pt x="614839" y="470295"/>
                        <a:pt x="614363" y="476391"/>
                        <a:pt x="613886" y="482487"/>
                      </a:cubicBezTo>
                      <a:cubicBezTo>
                        <a:pt x="613981" y="483630"/>
                        <a:pt x="612362" y="484678"/>
                        <a:pt x="611886" y="4851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23" name="任意多边形: 形状 362"/>
                <p:cNvSpPr/>
                <p:nvPr/>
              </p:nvSpPr>
              <p:spPr>
                <a:xfrm>
                  <a:off x="341905" y="6240306"/>
                  <a:ext cx="47499" cy="90423"/>
                </a:xfrm>
                <a:custGeom>
                  <a:avLst/>
                  <a:gdLst>
                    <a:gd name="connsiteX0" fmla="*/ 5620 w 332481"/>
                    <a:gd name="connsiteY0" fmla="*/ 632936 h 632936"/>
                    <a:gd name="connsiteX1" fmla="*/ 0 w 332481"/>
                    <a:gd name="connsiteY1" fmla="*/ 239649 h 632936"/>
                    <a:gd name="connsiteX2" fmla="*/ 207454 w 332481"/>
                    <a:gd name="connsiteY2" fmla="*/ 0 h 632936"/>
                    <a:gd name="connsiteX3" fmla="*/ 304609 w 332481"/>
                    <a:gd name="connsiteY3" fmla="*/ 125444 h 632936"/>
                    <a:gd name="connsiteX4" fmla="*/ 249460 w 332481"/>
                    <a:gd name="connsiteY4" fmla="*/ 465772 h 632936"/>
                    <a:gd name="connsiteX5" fmla="*/ 37909 w 332481"/>
                    <a:gd name="connsiteY5" fmla="*/ 624554 h 632936"/>
                    <a:gd name="connsiteX6" fmla="*/ 5620 w 332481"/>
                    <a:gd name="connsiteY6" fmla="*/ 632936 h 632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2481" h="632936">
                      <a:moveTo>
                        <a:pt x="5620" y="632936"/>
                      </a:moveTo>
                      <a:cubicBezTo>
                        <a:pt x="86582" y="499205"/>
                        <a:pt x="55816" y="370046"/>
                        <a:pt x="0" y="239649"/>
                      </a:cubicBezTo>
                      <a:cubicBezTo>
                        <a:pt x="106108" y="193453"/>
                        <a:pt x="159734" y="100774"/>
                        <a:pt x="207454" y="0"/>
                      </a:cubicBezTo>
                      <a:cubicBezTo>
                        <a:pt x="250031" y="35147"/>
                        <a:pt x="282416" y="76581"/>
                        <a:pt x="304609" y="125444"/>
                      </a:cubicBezTo>
                      <a:cubicBezTo>
                        <a:pt x="361569" y="250793"/>
                        <a:pt x="325279" y="361950"/>
                        <a:pt x="249460" y="465772"/>
                      </a:cubicBezTo>
                      <a:cubicBezTo>
                        <a:pt x="195263" y="539972"/>
                        <a:pt x="125254" y="594169"/>
                        <a:pt x="37909" y="624554"/>
                      </a:cubicBezTo>
                      <a:cubicBezTo>
                        <a:pt x="28099" y="627983"/>
                        <a:pt x="17716" y="629793"/>
                        <a:pt x="5620" y="63293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24" name="任意多边形: 形状 363"/>
                <p:cNvSpPr/>
                <p:nvPr/>
              </p:nvSpPr>
              <p:spPr>
                <a:xfrm>
                  <a:off x="282154" y="6285824"/>
                  <a:ext cx="59293" cy="79047"/>
                </a:xfrm>
                <a:custGeom>
                  <a:avLst/>
                  <a:gdLst>
                    <a:gd name="connsiteX0" fmla="*/ 0 w 415039"/>
                    <a:gd name="connsiteY0" fmla="*/ 553307 h 553307"/>
                    <a:gd name="connsiteX1" fmla="*/ 102965 w 415039"/>
                    <a:gd name="connsiteY1" fmla="*/ 331280 h 553307"/>
                    <a:gd name="connsiteX2" fmla="*/ 94583 w 415039"/>
                    <a:gd name="connsiteY2" fmla="*/ 193167 h 553307"/>
                    <a:gd name="connsiteX3" fmla="*/ 103822 w 415039"/>
                    <a:gd name="connsiteY3" fmla="*/ 175641 h 553307"/>
                    <a:gd name="connsiteX4" fmla="*/ 344805 w 415039"/>
                    <a:gd name="connsiteY4" fmla="*/ 4953 h 553307"/>
                    <a:gd name="connsiteX5" fmla="*/ 351854 w 415039"/>
                    <a:gd name="connsiteY5" fmla="*/ 0 h 553307"/>
                    <a:gd name="connsiteX6" fmla="*/ 414338 w 415039"/>
                    <a:gd name="connsiteY6" fmla="*/ 215837 h 553307"/>
                    <a:gd name="connsiteX7" fmla="*/ 315944 w 415039"/>
                    <a:gd name="connsiteY7" fmla="*/ 414814 h 553307"/>
                    <a:gd name="connsiteX8" fmla="*/ 58960 w 415039"/>
                    <a:gd name="connsiteY8" fmla="*/ 550259 h 553307"/>
                    <a:gd name="connsiteX9" fmla="*/ 0 w 415039"/>
                    <a:gd name="connsiteY9" fmla="*/ 553307 h 553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5039" h="553307">
                      <a:moveTo>
                        <a:pt x="0" y="553307"/>
                      </a:moveTo>
                      <a:cubicBezTo>
                        <a:pt x="70580" y="492347"/>
                        <a:pt x="94774" y="416338"/>
                        <a:pt x="102965" y="331280"/>
                      </a:cubicBezTo>
                      <a:cubicBezTo>
                        <a:pt x="107442" y="284131"/>
                        <a:pt x="103251" y="238887"/>
                        <a:pt x="94583" y="193167"/>
                      </a:cubicBezTo>
                      <a:cubicBezTo>
                        <a:pt x="93536" y="187833"/>
                        <a:pt x="99536" y="176498"/>
                        <a:pt x="103822" y="175641"/>
                      </a:cubicBezTo>
                      <a:cubicBezTo>
                        <a:pt x="209645" y="154496"/>
                        <a:pt x="280321" y="84296"/>
                        <a:pt x="344805" y="4953"/>
                      </a:cubicBezTo>
                      <a:cubicBezTo>
                        <a:pt x="346138" y="3334"/>
                        <a:pt x="348424" y="2381"/>
                        <a:pt x="351854" y="0"/>
                      </a:cubicBezTo>
                      <a:cubicBezTo>
                        <a:pt x="395192" y="66008"/>
                        <a:pt x="419576" y="136493"/>
                        <a:pt x="414338" y="215837"/>
                      </a:cubicBezTo>
                      <a:cubicBezTo>
                        <a:pt x="409099" y="295751"/>
                        <a:pt x="370713" y="359093"/>
                        <a:pt x="315944" y="414814"/>
                      </a:cubicBezTo>
                      <a:cubicBezTo>
                        <a:pt x="244602" y="487489"/>
                        <a:pt x="159448" y="533400"/>
                        <a:pt x="58960" y="550259"/>
                      </a:cubicBezTo>
                      <a:cubicBezTo>
                        <a:pt x="41243" y="553212"/>
                        <a:pt x="22955" y="552260"/>
                        <a:pt x="0" y="55330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25" name="任意多边形: 形状 364"/>
                <p:cNvSpPr/>
                <p:nvPr/>
              </p:nvSpPr>
              <p:spPr>
                <a:xfrm>
                  <a:off x="220702" y="6317788"/>
                  <a:ext cx="65756" cy="67727"/>
                </a:xfrm>
                <a:custGeom>
                  <a:avLst/>
                  <a:gdLst>
                    <a:gd name="connsiteX0" fmla="*/ 152305 w 460274"/>
                    <a:gd name="connsiteY0" fmla="*/ 123635 h 474076"/>
                    <a:gd name="connsiteX1" fmla="*/ 429101 w 460274"/>
                    <a:gd name="connsiteY1" fmla="*/ 0 h 474076"/>
                    <a:gd name="connsiteX2" fmla="*/ 459962 w 460274"/>
                    <a:gd name="connsiteY2" fmla="*/ 158782 h 474076"/>
                    <a:gd name="connsiteX3" fmla="*/ 289274 w 460274"/>
                    <a:gd name="connsiteY3" fmla="*/ 413100 h 474076"/>
                    <a:gd name="connsiteX4" fmla="*/ 52959 w 460274"/>
                    <a:gd name="connsiteY4" fmla="*/ 473678 h 474076"/>
                    <a:gd name="connsiteX5" fmla="*/ 0 w 460274"/>
                    <a:gd name="connsiteY5" fmla="*/ 467678 h 474076"/>
                    <a:gd name="connsiteX6" fmla="*/ 152305 w 460274"/>
                    <a:gd name="connsiteY6" fmla="*/ 123635 h 47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274" h="474076">
                      <a:moveTo>
                        <a:pt x="152305" y="123635"/>
                      </a:moveTo>
                      <a:cubicBezTo>
                        <a:pt x="264986" y="128016"/>
                        <a:pt x="346996" y="66961"/>
                        <a:pt x="429101" y="0"/>
                      </a:cubicBezTo>
                      <a:cubicBezTo>
                        <a:pt x="452914" y="50768"/>
                        <a:pt x="462153" y="103632"/>
                        <a:pt x="459962" y="158782"/>
                      </a:cubicBezTo>
                      <a:cubicBezTo>
                        <a:pt x="455105" y="278416"/>
                        <a:pt x="386048" y="355664"/>
                        <a:pt x="289274" y="413100"/>
                      </a:cubicBezTo>
                      <a:cubicBezTo>
                        <a:pt x="216789" y="456152"/>
                        <a:pt x="137731" y="477298"/>
                        <a:pt x="52959" y="473678"/>
                      </a:cubicBezTo>
                      <a:cubicBezTo>
                        <a:pt x="36576" y="473012"/>
                        <a:pt x="20193" y="470059"/>
                        <a:pt x="0" y="467678"/>
                      </a:cubicBezTo>
                      <a:cubicBezTo>
                        <a:pt x="126492" y="383286"/>
                        <a:pt x="150495" y="258128"/>
                        <a:pt x="152305" y="1236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nvGrpSpPr>
              <p:cNvPr id="626" name="组合 625"/>
              <p:cNvGrpSpPr/>
              <p:nvPr/>
            </p:nvGrpSpPr>
            <p:grpSpPr>
              <a:xfrm rot="0">
                <a:off x="2324" y="3051"/>
                <a:ext cx="622" cy="1153"/>
                <a:chOff x="-373187" y="5709433"/>
                <a:chExt cx="395237" cy="732484"/>
              </a:xfrm>
              <a:gradFill>
                <a:gsLst>
                  <a:gs pos="65000">
                    <a:srgbClr val="FFCD69"/>
                  </a:gs>
                  <a:gs pos="0">
                    <a:srgbClr val="FFCD69">
                      <a:lumMod val="60000"/>
                      <a:lumOff val="40000"/>
                    </a:srgbClr>
                  </a:gs>
                </a:gsLst>
                <a:lin ang="16200000" scaled="1"/>
              </a:gradFill>
            </p:grpSpPr>
            <p:sp>
              <p:nvSpPr>
                <p:cNvPr id="627" name="任意多边形: 形状 319"/>
                <p:cNvSpPr/>
                <p:nvPr/>
              </p:nvSpPr>
              <p:spPr>
                <a:xfrm>
                  <a:off x="-373187" y="6113394"/>
                  <a:ext cx="84571" cy="83409"/>
                </a:xfrm>
                <a:custGeom>
                  <a:avLst/>
                  <a:gdLst>
                    <a:gd name="connsiteX0" fmla="*/ 0 w 591978"/>
                    <a:gd name="connsiteY0" fmla="*/ 56729 h 583842"/>
                    <a:gd name="connsiteX1" fmla="*/ 13716 w 591978"/>
                    <a:gd name="connsiteY1" fmla="*/ 51014 h 583842"/>
                    <a:gd name="connsiteX2" fmla="*/ 209360 w 591978"/>
                    <a:gd name="connsiteY2" fmla="*/ 3008 h 583842"/>
                    <a:gd name="connsiteX3" fmla="*/ 384524 w 591978"/>
                    <a:gd name="connsiteY3" fmla="*/ 76731 h 583842"/>
                    <a:gd name="connsiteX4" fmla="*/ 479203 w 591978"/>
                    <a:gd name="connsiteY4" fmla="*/ 256658 h 583842"/>
                    <a:gd name="connsiteX5" fmla="*/ 516636 w 591978"/>
                    <a:gd name="connsiteY5" fmla="*/ 435252 h 583842"/>
                    <a:gd name="connsiteX6" fmla="*/ 591979 w 591978"/>
                    <a:gd name="connsiteY6" fmla="*/ 576889 h 583842"/>
                    <a:gd name="connsiteX7" fmla="*/ 589883 w 591978"/>
                    <a:gd name="connsiteY7" fmla="*/ 583842 h 583842"/>
                    <a:gd name="connsiteX8" fmla="*/ 474536 w 591978"/>
                    <a:gd name="connsiteY8" fmla="*/ 566126 h 583842"/>
                    <a:gd name="connsiteX9" fmla="*/ 294608 w 591978"/>
                    <a:gd name="connsiteY9" fmla="*/ 468780 h 583842"/>
                    <a:gd name="connsiteX10" fmla="*/ 237839 w 591978"/>
                    <a:gd name="connsiteY10" fmla="*/ 365434 h 583842"/>
                    <a:gd name="connsiteX11" fmla="*/ 76962 w 591978"/>
                    <a:gd name="connsiteY11" fmla="*/ 106830 h 583842"/>
                    <a:gd name="connsiteX12" fmla="*/ 0 w 591978"/>
                    <a:gd name="connsiteY12" fmla="*/ 65873 h 583842"/>
                    <a:gd name="connsiteX13" fmla="*/ 0 w 591978"/>
                    <a:gd name="connsiteY13" fmla="*/ 56729 h 583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978" h="583842">
                      <a:moveTo>
                        <a:pt x="0" y="56729"/>
                      </a:moveTo>
                      <a:cubicBezTo>
                        <a:pt x="4667" y="54919"/>
                        <a:pt x="10287" y="54157"/>
                        <a:pt x="13716" y="51014"/>
                      </a:cubicBezTo>
                      <a:cubicBezTo>
                        <a:pt x="70580" y="722"/>
                        <a:pt x="138303" y="-5089"/>
                        <a:pt x="209360" y="3008"/>
                      </a:cubicBezTo>
                      <a:cubicBezTo>
                        <a:pt x="274892" y="10533"/>
                        <a:pt x="333280" y="35869"/>
                        <a:pt x="384524" y="76731"/>
                      </a:cubicBezTo>
                      <a:cubicBezTo>
                        <a:pt x="442150" y="122737"/>
                        <a:pt x="467392" y="185602"/>
                        <a:pt x="479203" y="256658"/>
                      </a:cubicBezTo>
                      <a:cubicBezTo>
                        <a:pt x="489204" y="316571"/>
                        <a:pt x="502063" y="376197"/>
                        <a:pt x="516636" y="435252"/>
                      </a:cubicBezTo>
                      <a:cubicBezTo>
                        <a:pt x="529685" y="488211"/>
                        <a:pt x="552831" y="536979"/>
                        <a:pt x="591979" y="576889"/>
                      </a:cubicBezTo>
                      <a:cubicBezTo>
                        <a:pt x="591312" y="579175"/>
                        <a:pt x="590550" y="581556"/>
                        <a:pt x="589883" y="583842"/>
                      </a:cubicBezTo>
                      <a:cubicBezTo>
                        <a:pt x="551402" y="578127"/>
                        <a:pt x="512445" y="574412"/>
                        <a:pt x="474536" y="566126"/>
                      </a:cubicBezTo>
                      <a:cubicBezTo>
                        <a:pt x="405575" y="550981"/>
                        <a:pt x="340138" y="524978"/>
                        <a:pt x="294608" y="468780"/>
                      </a:cubicBezTo>
                      <a:cubicBezTo>
                        <a:pt x="270224" y="438681"/>
                        <a:pt x="252317" y="401819"/>
                        <a:pt x="237839" y="365434"/>
                      </a:cubicBezTo>
                      <a:cubicBezTo>
                        <a:pt x="199644" y="269232"/>
                        <a:pt x="154591" y="177982"/>
                        <a:pt x="76962" y="106830"/>
                      </a:cubicBezTo>
                      <a:cubicBezTo>
                        <a:pt x="55150" y="86828"/>
                        <a:pt x="32480" y="66539"/>
                        <a:pt x="0" y="65873"/>
                      </a:cubicBezTo>
                      <a:cubicBezTo>
                        <a:pt x="0" y="62920"/>
                        <a:pt x="0" y="59777"/>
                        <a:pt x="0" y="567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28" name="任意多边形: 形状 320"/>
                <p:cNvSpPr/>
                <p:nvPr/>
              </p:nvSpPr>
              <p:spPr>
                <a:xfrm>
                  <a:off x="-135358" y="5709433"/>
                  <a:ext cx="71034" cy="98846"/>
                </a:xfrm>
                <a:custGeom>
                  <a:avLst/>
                  <a:gdLst>
                    <a:gd name="connsiteX0" fmla="*/ 11086 w 497218"/>
                    <a:gd name="connsiteY0" fmla="*/ 691896 h 691896"/>
                    <a:gd name="connsiteX1" fmla="*/ 1466 w 497218"/>
                    <a:gd name="connsiteY1" fmla="*/ 639699 h 691896"/>
                    <a:gd name="connsiteX2" fmla="*/ 41947 w 497218"/>
                    <a:gd name="connsiteY2" fmla="*/ 392906 h 691896"/>
                    <a:gd name="connsiteX3" fmla="*/ 145770 w 497218"/>
                    <a:gd name="connsiteY3" fmla="*/ 295942 h 691896"/>
                    <a:gd name="connsiteX4" fmla="*/ 350557 w 497218"/>
                    <a:gd name="connsiteY4" fmla="*/ 108966 h 691896"/>
                    <a:gd name="connsiteX5" fmla="*/ 396277 w 497218"/>
                    <a:gd name="connsiteY5" fmla="*/ 0 h 691896"/>
                    <a:gd name="connsiteX6" fmla="*/ 442759 w 497218"/>
                    <a:gd name="connsiteY6" fmla="*/ 53531 h 691896"/>
                    <a:gd name="connsiteX7" fmla="*/ 481812 w 497218"/>
                    <a:gd name="connsiteY7" fmla="*/ 358711 h 691896"/>
                    <a:gd name="connsiteX8" fmla="*/ 359320 w 497218"/>
                    <a:gd name="connsiteY8" fmla="*/ 488918 h 691896"/>
                    <a:gd name="connsiteX9" fmla="*/ 207397 w 497218"/>
                    <a:gd name="connsiteY9" fmla="*/ 552450 h 691896"/>
                    <a:gd name="connsiteX10" fmla="*/ 11086 w 497218"/>
                    <a:gd name="connsiteY10" fmla="*/ 691896 h 691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7218" h="691896">
                      <a:moveTo>
                        <a:pt x="11086" y="691896"/>
                      </a:moveTo>
                      <a:cubicBezTo>
                        <a:pt x="7181" y="671608"/>
                        <a:pt x="2133" y="655796"/>
                        <a:pt x="1466" y="639699"/>
                      </a:cubicBezTo>
                      <a:cubicBezTo>
                        <a:pt x="-2153" y="554736"/>
                        <a:pt x="-2439" y="470345"/>
                        <a:pt x="41947" y="392906"/>
                      </a:cubicBezTo>
                      <a:cubicBezTo>
                        <a:pt x="66712" y="349568"/>
                        <a:pt x="104241" y="321278"/>
                        <a:pt x="145770" y="295942"/>
                      </a:cubicBezTo>
                      <a:cubicBezTo>
                        <a:pt x="226065" y="246983"/>
                        <a:pt x="296074" y="186023"/>
                        <a:pt x="350557" y="108966"/>
                      </a:cubicBezTo>
                      <a:cubicBezTo>
                        <a:pt x="372560" y="77819"/>
                        <a:pt x="389991" y="43720"/>
                        <a:pt x="396277" y="0"/>
                      </a:cubicBezTo>
                      <a:cubicBezTo>
                        <a:pt x="411994" y="17717"/>
                        <a:pt x="431520" y="33338"/>
                        <a:pt x="442759" y="53531"/>
                      </a:cubicBezTo>
                      <a:cubicBezTo>
                        <a:pt x="496290" y="149638"/>
                        <a:pt x="512482" y="251651"/>
                        <a:pt x="481812" y="358711"/>
                      </a:cubicBezTo>
                      <a:cubicBezTo>
                        <a:pt x="463524" y="422720"/>
                        <a:pt x="421042" y="464630"/>
                        <a:pt x="359320" y="488918"/>
                      </a:cubicBezTo>
                      <a:cubicBezTo>
                        <a:pt x="308266" y="509016"/>
                        <a:pt x="257307" y="529685"/>
                        <a:pt x="207397" y="552450"/>
                      </a:cubicBezTo>
                      <a:cubicBezTo>
                        <a:pt x="134435" y="585597"/>
                        <a:pt x="61378" y="619316"/>
                        <a:pt x="11086" y="6918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29" name="任意多边形: 形状 321"/>
                <p:cNvSpPr/>
                <p:nvPr/>
              </p:nvSpPr>
              <p:spPr>
                <a:xfrm>
                  <a:off x="-72132" y="5741833"/>
                  <a:ext cx="94182" cy="58296"/>
                </a:xfrm>
                <a:custGeom>
                  <a:avLst/>
                  <a:gdLst>
                    <a:gd name="connsiteX0" fmla="*/ 0 w 659249"/>
                    <a:gd name="connsiteY0" fmla="*/ 315087 h 408057"/>
                    <a:gd name="connsiteX1" fmla="*/ 134207 w 659249"/>
                    <a:gd name="connsiteY1" fmla="*/ 156877 h 408057"/>
                    <a:gd name="connsiteX2" fmla="*/ 304705 w 659249"/>
                    <a:gd name="connsiteY2" fmla="*/ 98870 h 408057"/>
                    <a:gd name="connsiteX3" fmla="*/ 412242 w 659249"/>
                    <a:gd name="connsiteY3" fmla="*/ 102108 h 408057"/>
                    <a:gd name="connsiteX4" fmla="*/ 598646 w 659249"/>
                    <a:gd name="connsiteY4" fmla="*/ 47720 h 408057"/>
                    <a:gd name="connsiteX5" fmla="*/ 654463 w 659249"/>
                    <a:gd name="connsiteY5" fmla="*/ 0 h 408057"/>
                    <a:gd name="connsiteX6" fmla="*/ 658368 w 659249"/>
                    <a:gd name="connsiteY6" fmla="*/ 21050 h 408057"/>
                    <a:gd name="connsiteX7" fmla="*/ 627888 w 659249"/>
                    <a:gd name="connsiteY7" fmla="*/ 251079 h 408057"/>
                    <a:gd name="connsiteX8" fmla="*/ 422624 w 659249"/>
                    <a:gd name="connsiteY8" fmla="*/ 404908 h 408057"/>
                    <a:gd name="connsiteX9" fmla="*/ 157639 w 659249"/>
                    <a:gd name="connsiteY9" fmla="*/ 353473 h 408057"/>
                    <a:gd name="connsiteX10" fmla="*/ 46577 w 659249"/>
                    <a:gd name="connsiteY10" fmla="*/ 313087 h 408057"/>
                    <a:gd name="connsiteX11" fmla="*/ 0 w 659249"/>
                    <a:gd name="connsiteY11" fmla="*/ 315087 h 40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9249" h="408057">
                      <a:moveTo>
                        <a:pt x="0" y="315087"/>
                      </a:moveTo>
                      <a:cubicBezTo>
                        <a:pt x="31432" y="249365"/>
                        <a:pt x="77819" y="198882"/>
                        <a:pt x="134207" y="156877"/>
                      </a:cubicBezTo>
                      <a:cubicBezTo>
                        <a:pt x="184785" y="119158"/>
                        <a:pt x="243268" y="102870"/>
                        <a:pt x="304705" y="98870"/>
                      </a:cubicBezTo>
                      <a:cubicBezTo>
                        <a:pt x="340328" y="96583"/>
                        <a:pt x="376428" y="103346"/>
                        <a:pt x="412242" y="102108"/>
                      </a:cubicBezTo>
                      <a:cubicBezTo>
                        <a:pt x="478726" y="99917"/>
                        <a:pt x="542830" y="86487"/>
                        <a:pt x="598646" y="47720"/>
                      </a:cubicBezTo>
                      <a:cubicBezTo>
                        <a:pt x="617792" y="34481"/>
                        <a:pt x="634270" y="17431"/>
                        <a:pt x="654463" y="0"/>
                      </a:cubicBezTo>
                      <a:cubicBezTo>
                        <a:pt x="655892" y="7239"/>
                        <a:pt x="658177" y="14097"/>
                        <a:pt x="658368" y="21050"/>
                      </a:cubicBezTo>
                      <a:cubicBezTo>
                        <a:pt x="661035" y="99441"/>
                        <a:pt x="659416" y="177451"/>
                        <a:pt x="627888" y="251079"/>
                      </a:cubicBezTo>
                      <a:cubicBezTo>
                        <a:pt x="589121" y="341567"/>
                        <a:pt x="521208" y="392430"/>
                        <a:pt x="422624" y="404908"/>
                      </a:cubicBezTo>
                      <a:cubicBezTo>
                        <a:pt x="328041" y="416814"/>
                        <a:pt x="241840" y="393954"/>
                        <a:pt x="157639" y="353473"/>
                      </a:cubicBezTo>
                      <a:cubicBezTo>
                        <a:pt x="122301" y="336423"/>
                        <a:pt x="84296" y="324422"/>
                        <a:pt x="46577" y="313087"/>
                      </a:cubicBezTo>
                      <a:cubicBezTo>
                        <a:pt x="33623" y="309086"/>
                        <a:pt x="18193" y="313944"/>
                        <a:pt x="0" y="3150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30" name="任意多边形: 形状 322"/>
                <p:cNvSpPr/>
                <p:nvPr/>
              </p:nvSpPr>
              <p:spPr>
                <a:xfrm>
                  <a:off x="-300517" y="5849072"/>
                  <a:ext cx="47425" cy="111571"/>
                </a:xfrm>
                <a:custGeom>
                  <a:avLst/>
                  <a:gdLst>
                    <a:gd name="connsiteX0" fmla="*/ 146652 w 331967"/>
                    <a:gd name="connsiteY0" fmla="*/ 780973 h 780972"/>
                    <a:gd name="connsiteX1" fmla="*/ 3205 w 331967"/>
                    <a:gd name="connsiteY1" fmla="*/ 538656 h 780972"/>
                    <a:gd name="connsiteX2" fmla="*/ 32542 w 331967"/>
                    <a:gd name="connsiteY2" fmla="*/ 367968 h 780972"/>
                    <a:gd name="connsiteX3" fmla="*/ 75024 w 331967"/>
                    <a:gd name="connsiteY3" fmla="*/ 175945 h 780972"/>
                    <a:gd name="connsiteX4" fmla="*/ 70071 w 331967"/>
                    <a:gd name="connsiteY4" fmla="*/ 58025 h 780972"/>
                    <a:gd name="connsiteX5" fmla="*/ 51021 w 331967"/>
                    <a:gd name="connsiteY5" fmla="*/ 1923 h 780972"/>
                    <a:gd name="connsiteX6" fmla="*/ 141413 w 331967"/>
                    <a:gd name="connsiteY6" fmla="*/ 17734 h 780972"/>
                    <a:gd name="connsiteX7" fmla="*/ 326770 w 331967"/>
                    <a:gd name="connsiteY7" fmla="*/ 261289 h 780972"/>
                    <a:gd name="connsiteX8" fmla="*/ 288479 w 331967"/>
                    <a:gd name="connsiteY8" fmla="*/ 451693 h 780972"/>
                    <a:gd name="connsiteX9" fmla="*/ 175227 w 331967"/>
                    <a:gd name="connsiteY9" fmla="*/ 663720 h 780972"/>
                    <a:gd name="connsiteX10" fmla="*/ 146652 w 331967"/>
                    <a:gd name="connsiteY10" fmla="*/ 780973 h 780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1967" h="780972">
                      <a:moveTo>
                        <a:pt x="146652" y="780973"/>
                      </a:moveTo>
                      <a:cubicBezTo>
                        <a:pt x="78739" y="714869"/>
                        <a:pt x="21303" y="637717"/>
                        <a:pt x="3205" y="538656"/>
                      </a:cubicBezTo>
                      <a:cubicBezTo>
                        <a:pt x="-7558" y="479506"/>
                        <a:pt x="10444" y="423404"/>
                        <a:pt x="32542" y="367968"/>
                      </a:cubicBezTo>
                      <a:cubicBezTo>
                        <a:pt x="57022" y="306723"/>
                        <a:pt x="73976" y="242620"/>
                        <a:pt x="75024" y="175945"/>
                      </a:cubicBezTo>
                      <a:cubicBezTo>
                        <a:pt x="75691" y="136606"/>
                        <a:pt x="74071" y="97078"/>
                        <a:pt x="70071" y="58025"/>
                      </a:cubicBezTo>
                      <a:cubicBezTo>
                        <a:pt x="68166" y="39642"/>
                        <a:pt x="58165" y="22211"/>
                        <a:pt x="51021" y="1923"/>
                      </a:cubicBezTo>
                      <a:cubicBezTo>
                        <a:pt x="82549" y="-3983"/>
                        <a:pt x="112933" y="4399"/>
                        <a:pt x="141413" y="17734"/>
                      </a:cubicBezTo>
                      <a:cubicBezTo>
                        <a:pt x="245617" y="66217"/>
                        <a:pt x="303052" y="151561"/>
                        <a:pt x="326770" y="261289"/>
                      </a:cubicBezTo>
                      <a:cubicBezTo>
                        <a:pt x="341533" y="329773"/>
                        <a:pt x="323626" y="391781"/>
                        <a:pt x="288479" y="451693"/>
                      </a:cubicBezTo>
                      <a:cubicBezTo>
                        <a:pt x="247903" y="520750"/>
                        <a:pt x="208945" y="591139"/>
                        <a:pt x="175227" y="663720"/>
                      </a:cubicBezTo>
                      <a:cubicBezTo>
                        <a:pt x="158939" y="699248"/>
                        <a:pt x="155986" y="740968"/>
                        <a:pt x="146652" y="78097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31" name="任意多边形: 形状 323"/>
                <p:cNvSpPr/>
                <p:nvPr/>
              </p:nvSpPr>
              <p:spPr>
                <a:xfrm>
                  <a:off x="-234415" y="6354448"/>
                  <a:ext cx="110737" cy="46489"/>
                </a:xfrm>
                <a:custGeom>
                  <a:avLst/>
                  <a:gdLst>
                    <a:gd name="connsiteX0" fmla="*/ 775136 w 775136"/>
                    <a:gd name="connsiteY0" fmla="*/ 172682 h 325408"/>
                    <a:gd name="connsiteX1" fmla="*/ 481100 w 775136"/>
                    <a:gd name="connsiteY1" fmla="*/ 325273 h 325408"/>
                    <a:gd name="connsiteX2" fmla="*/ 394232 w 775136"/>
                    <a:gd name="connsiteY2" fmla="*/ 306318 h 325408"/>
                    <a:gd name="connsiteX3" fmla="*/ 127055 w 775136"/>
                    <a:gd name="connsiteY3" fmla="*/ 259074 h 325408"/>
                    <a:gd name="connsiteX4" fmla="*/ 2087 w 775136"/>
                    <a:gd name="connsiteY4" fmla="*/ 291650 h 325408"/>
                    <a:gd name="connsiteX5" fmla="*/ 31710 w 775136"/>
                    <a:gd name="connsiteY5" fmla="*/ 161443 h 325408"/>
                    <a:gd name="connsiteX6" fmla="*/ 270407 w 775136"/>
                    <a:gd name="connsiteY6" fmla="*/ 3137 h 325408"/>
                    <a:gd name="connsiteX7" fmla="*/ 459954 w 775136"/>
                    <a:gd name="connsiteY7" fmla="*/ 46476 h 325408"/>
                    <a:gd name="connsiteX8" fmla="*/ 661979 w 775136"/>
                    <a:gd name="connsiteY8" fmla="*/ 148775 h 325408"/>
                    <a:gd name="connsiteX9" fmla="*/ 775136 w 775136"/>
                    <a:gd name="connsiteY9" fmla="*/ 172682 h 325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5136" h="325408">
                      <a:moveTo>
                        <a:pt x="775136" y="172682"/>
                      </a:moveTo>
                      <a:cubicBezTo>
                        <a:pt x="694555" y="255550"/>
                        <a:pt x="607592" y="328988"/>
                        <a:pt x="481100" y="325273"/>
                      </a:cubicBezTo>
                      <a:cubicBezTo>
                        <a:pt x="451953" y="324415"/>
                        <a:pt x="422235" y="315843"/>
                        <a:pt x="394232" y="306318"/>
                      </a:cubicBezTo>
                      <a:cubicBezTo>
                        <a:pt x="307459" y="276695"/>
                        <a:pt x="219353" y="256026"/>
                        <a:pt x="127055" y="259074"/>
                      </a:cubicBezTo>
                      <a:cubicBezTo>
                        <a:pt x="78002" y="260693"/>
                        <a:pt x="51713" y="267647"/>
                        <a:pt x="2087" y="291650"/>
                      </a:cubicBezTo>
                      <a:cubicBezTo>
                        <a:pt x="-5152" y="243644"/>
                        <a:pt x="6850" y="200114"/>
                        <a:pt x="31710" y="161443"/>
                      </a:cubicBezTo>
                      <a:cubicBezTo>
                        <a:pt x="87717" y="74098"/>
                        <a:pt x="168203" y="20092"/>
                        <a:pt x="270407" y="3137"/>
                      </a:cubicBezTo>
                      <a:cubicBezTo>
                        <a:pt x="338225" y="-8102"/>
                        <a:pt x="400328" y="11900"/>
                        <a:pt x="459954" y="46476"/>
                      </a:cubicBezTo>
                      <a:cubicBezTo>
                        <a:pt x="525200" y="84195"/>
                        <a:pt x="592828" y="118771"/>
                        <a:pt x="661979" y="148775"/>
                      </a:cubicBezTo>
                      <a:cubicBezTo>
                        <a:pt x="695888" y="163538"/>
                        <a:pt x="735512" y="164777"/>
                        <a:pt x="775136" y="17268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32" name="任意多边形: 形状 324"/>
                <p:cNvSpPr/>
                <p:nvPr/>
              </p:nvSpPr>
              <p:spPr>
                <a:xfrm>
                  <a:off x="-152663" y="6393336"/>
                  <a:ext cx="106766" cy="48581"/>
                </a:xfrm>
                <a:custGeom>
                  <a:avLst/>
                  <a:gdLst>
                    <a:gd name="connsiteX0" fmla="*/ 8007 w 747337"/>
                    <a:gd name="connsiteY0" fmla="*/ 340053 h 340052"/>
                    <a:gd name="connsiteX1" fmla="*/ 15436 w 747337"/>
                    <a:gd name="connsiteY1" fmla="*/ 213846 h 340052"/>
                    <a:gd name="connsiteX2" fmla="*/ 248608 w 747337"/>
                    <a:gd name="connsiteY2" fmla="*/ 6773 h 340052"/>
                    <a:gd name="connsiteX3" fmla="*/ 387959 w 747337"/>
                    <a:gd name="connsiteY3" fmla="*/ 14869 h 340052"/>
                    <a:gd name="connsiteX4" fmla="*/ 589127 w 747337"/>
                    <a:gd name="connsiteY4" fmla="*/ 76115 h 340052"/>
                    <a:gd name="connsiteX5" fmla="*/ 747337 w 747337"/>
                    <a:gd name="connsiteY5" fmla="*/ 77163 h 340052"/>
                    <a:gd name="connsiteX6" fmla="*/ 743813 w 747337"/>
                    <a:gd name="connsiteY6" fmla="*/ 90117 h 340052"/>
                    <a:gd name="connsiteX7" fmla="*/ 572363 w 747337"/>
                    <a:gd name="connsiteY7" fmla="*/ 262424 h 340052"/>
                    <a:gd name="connsiteX8" fmla="*/ 401675 w 747337"/>
                    <a:gd name="connsiteY8" fmla="*/ 289094 h 340052"/>
                    <a:gd name="connsiteX9" fmla="*/ 110877 w 747337"/>
                    <a:gd name="connsiteY9" fmla="*/ 296714 h 340052"/>
                    <a:gd name="connsiteX10" fmla="*/ 8007 w 747337"/>
                    <a:gd name="connsiteY10" fmla="*/ 340053 h 340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7337" h="340052">
                      <a:moveTo>
                        <a:pt x="8007" y="340053"/>
                      </a:moveTo>
                      <a:cubicBezTo>
                        <a:pt x="-5138" y="300143"/>
                        <a:pt x="-1709" y="255661"/>
                        <a:pt x="15436" y="213846"/>
                      </a:cubicBezTo>
                      <a:cubicBezTo>
                        <a:pt x="59156" y="107452"/>
                        <a:pt x="135832" y="36300"/>
                        <a:pt x="248608" y="6773"/>
                      </a:cubicBezTo>
                      <a:cubicBezTo>
                        <a:pt x="295948" y="-5609"/>
                        <a:pt x="341858" y="105"/>
                        <a:pt x="387959" y="14869"/>
                      </a:cubicBezTo>
                      <a:cubicBezTo>
                        <a:pt x="454634" y="36300"/>
                        <a:pt x="521595" y="57446"/>
                        <a:pt x="589127" y="76115"/>
                      </a:cubicBezTo>
                      <a:cubicBezTo>
                        <a:pt x="640371" y="90307"/>
                        <a:pt x="692854" y="90497"/>
                        <a:pt x="747337" y="77163"/>
                      </a:cubicBezTo>
                      <a:cubicBezTo>
                        <a:pt x="745908" y="82592"/>
                        <a:pt x="745813" y="86974"/>
                        <a:pt x="743813" y="90117"/>
                      </a:cubicBezTo>
                      <a:cubicBezTo>
                        <a:pt x="699427" y="160221"/>
                        <a:pt x="645991" y="221371"/>
                        <a:pt x="572363" y="262424"/>
                      </a:cubicBezTo>
                      <a:cubicBezTo>
                        <a:pt x="518737" y="292332"/>
                        <a:pt x="461682" y="298524"/>
                        <a:pt x="401675" y="289094"/>
                      </a:cubicBezTo>
                      <a:cubicBezTo>
                        <a:pt x="304329" y="273759"/>
                        <a:pt x="206698" y="268806"/>
                        <a:pt x="110877" y="296714"/>
                      </a:cubicBezTo>
                      <a:cubicBezTo>
                        <a:pt x="76301" y="306715"/>
                        <a:pt x="44011" y="324622"/>
                        <a:pt x="8007" y="34005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33" name="任意多边形: 形状 325"/>
                <p:cNvSpPr/>
                <p:nvPr/>
              </p:nvSpPr>
              <p:spPr>
                <a:xfrm>
                  <a:off x="-199146" y="5740567"/>
                  <a:ext cx="58719" cy="109772"/>
                </a:xfrm>
                <a:custGeom>
                  <a:avLst/>
                  <a:gdLst>
                    <a:gd name="connsiteX0" fmla="*/ 62487 w 411017"/>
                    <a:gd name="connsiteY0" fmla="*/ 768382 h 768381"/>
                    <a:gd name="connsiteX1" fmla="*/ 4861 w 411017"/>
                    <a:gd name="connsiteY1" fmla="*/ 595789 h 768381"/>
                    <a:gd name="connsiteX2" fmla="*/ 23625 w 411017"/>
                    <a:gd name="connsiteY2" fmla="*/ 431006 h 768381"/>
                    <a:gd name="connsiteX3" fmla="*/ 79061 w 411017"/>
                    <a:gd name="connsiteY3" fmla="*/ 351092 h 768381"/>
                    <a:gd name="connsiteX4" fmla="*/ 230889 w 411017"/>
                    <a:gd name="connsiteY4" fmla="*/ 73438 h 768381"/>
                    <a:gd name="connsiteX5" fmla="*/ 236509 w 411017"/>
                    <a:gd name="connsiteY5" fmla="*/ 0 h 768381"/>
                    <a:gd name="connsiteX6" fmla="*/ 326139 w 411017"/>
                    <a:gd name="connsiteY6" fmla="*/ 64865 h 768381"/>
                    <a:gd name="connsiteX7" fmla="*/ 401673 w 411017"/>
                    <a:gd name="connsiteY7" fmla="*/ 371666 h 768381"/>
                    <a:gd name="connsiteX8" fmla="*/ 298612 w 411017"/>
                    <a:gd name="connsiteY8" fmla="*/ 505016 h 768381"/>
                    <a:gd name="connsiteX9" fmla="*/ 165357 w 411017"/>
                    <a:gd name="connsiteY9" fmla="*/ 617601 h 768381"/>
                    <a:gd name="connsiteX10" fmla="*/ 62487 w 411017"/>
                    <a:gd name="connsiteY10" fmla="*/ 768382 h 768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017" h="768381">
                      <a:moveTo>
                        <a:pt x="62487" y="768382"/>
                      </a:moveTo>
                      <a:cubicBezTo>
                        <a:pt x="32769" y="712280"/>
                        <a:pt x="14005" y="655796"/>
                        <a:pt x="4861" y="595789"/>
                      </a:cubicBezTo>
                      <a:cubicBezTo>
                        <a:pt x="-3807" y="538925"/>
                        <a:pt x="-2759" y="482822"/>
                        <a:pt x="23625" y="431006"/>
                      </a:cubicBezTo>
                      <a:cubicBezTo>
                        <a:pt x="38199" y="402336"/>
                        <a:pt x="58106" y="375761"/>
                        <a:pt x="79061" y="351092"/>
                      </a:cubicBezTo>
                      <a:cubicBezTo>
                        <a:pt x="148879" y="268796"/>
                        <a:pt x="208601" y="181166"/>
                        <a:pt x="230889" y="73438"/>
                      </a:cubicBezTo>
                      <a:cubicBezTo>
                        <a:pt x="235747" y="49911"/>
                        <a:pt x="234795" y="25241"/>
                        <a:pt x="236509" y="0"/>
                      </a:cubicBezTo>
                      <a:cubicBezTo>
                        <a:pt x="274228" y="9620"/>
                        <a:pt x="302613" y="34576"/>
                        <a:pt x="326139" y="64865"/>
                      </a:cubicBezTo>
                      <a:cubicBezTo>
                        <a:pt x="396624" y="155734"/>
                        <a:pt x="428247" y="256889"/>
                        <a:pt x="401673" y="371666"/>
                      </a:cubicBezTo>
                      <a:cubicBezTo>
                        <a:pt x="387766" y="431673"/>
                        <a:pt x="343761" y="468630"/>
                        <a:pt x="298612" y="505016"/>
                      </a:cubicBezTo>
                      <a:cubicBezTo>
                        <a:pt x="253368" y="541496"/>
                        <a:pt x="208315" y="578453"/>
                        <a:pt x="165357" y="617601"/>
                      </a:cubicBezTo>
                      <a:cubicBezTo>
                        <a:pt x="107064" y="670655"/>
                        <a:pt x="92967" y="693611"/>
                        <a:pt x="62487" y="76838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34" name="任意多边形: 形状 326"/>
                <p:cNvSpPr/>
                <p:nvPr/>
              </p:nvSpPr>
              <p:spPr>
                <a:xfrm>
                  <a:off x="-300345" y="6289479"/>
                  <a:ext cx="109405" cy="57455"/>
                </a:xfrm>
                <a:custGeom>
                  <a:avLst/>
                  <a:gdLst>
                    <a:gd name="connsiteX0" fmla="*/ 765810 w 765809"/>
                    <a:gd name="connsiteY0" fmla="*/ 338559 h 402173"/>
                    <a:gd name="connsiteX1" fmla="*/ 442913 w 765809"/>
                    <a:gd name="connsiteY1" fmla="*/ 383136 h 402173"/>
                    <a:gd name="connsiteX2" fmla="*/ 351282 w 765809"/>
                    <a:gd name="connsiteY2" fmla="*/ 324366 h 402173"/>
                    <a:gd name="connsiteX3" fmla="*/ 105251 w 765809"/>
                    <a:gd name="connsiteY3" fmla="*/ 190540 h 402173"/>
                    <a:gd name="connsiteX4" fmla="*/ 0 w 765809"/>
                    <a:gd name="connsiteY4" fmla="*/ 176634 h 402173"/>
                    <a:gd name="connsiteX5" fmla="*/ 56959 w 765809"/>
                    <a:gd name="connsiteY5" fmla="*/ 85003 h 402173"/>
                    <a:gd name="connsiteX6" fmla="*/ 314706 w 765809"/>
                    <a:gd name="connsiteY6" fmla="*/ 1088 h 402173"/>
                    <a:gd name="connsiteX7" fmla="*/ 499205 w 765809"/>
                    <a:gd name="connsiteY7" fmla="*/ 99386 h 402173"/>
                    <a:gd name="connsiteX8" fmla="*/ 663416 w 765809"/>
                    <a:gd name="connsiteY8" fmla="*/ 274455 h 402173"/>
                    <a:gd name="connsiteX9" fmla="*/ 765810 w 765809"/>
                    <a:gd name="connsiteY9" fmla="*/ 338559 h 40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5809" h="402173">
                      <a:moveTo>
                        <a:pt x="765810" y="338559"/>
                      </a:moveTo>
                      <a:cubicBezTo>
                        <a:pt x="664083" y="386660"/>
                        <a:pt x="558737" y="427522"/>
                        <a:pt x="442913" y="383136"/>
                      </a:cubicBezTo>
                      <a:cubicBezTo>
                        <a:pt x="409670" y="370372"/>
                        <a:pt x="379762" y="346750"/>
                        <a:pt x="351282" y="324366"/>
                      </a:cubicBezTo>
                      <a:cubicBezTo>
                        <a:pt x="276606" y="265883"/>
                        <a:pt x="198406" y="213781"/>
                        <a:pt x="105251" y="190540"/>
                      </a:cubicBezTo>
                      <a:cubicBezTo>
                        <a:pt x="71819" y="182158"/>
                        <a:pt x="36576" y="181205"/>
                        <a:pt x="0" y="176634"/>
                      </a:cubicBezTo>
                      <a:cubicBezTo>
                        <a:pt x="5239" y="141486"/>
                        <a:pt x="28480" y="110244"/>
                        <a:pt x="56959" y="85003"/>
                      </a:cubicBezTo>
                      <a:cubicBezTo>
                        <a:pt x="130207" y="20328"/>
                        <a:pt x="217837" y="-5865"/>
                        <a:pt x="314706" y="1088"/>
                      </a:cubicBezTo>
                      <a:cubicBezTo>
                        <a:pt x="390239" y="6517"/>
                        <a:pt x="449675" y="41950"/>
                        <a:pt x="499205" y="99386"/>
                      </a:cubicBezTo>
                      <a:cubicBezTo>
                        <a:pt x="551402" y="160060"/>
                        <a:pt x="605504" y="219401"/>
                        <a:pt x="663416" y="274455"/>
                      </a:cubicBezTo>
                      <a:cubicBezTo>
                        <a:pt x="691515" y="301125"/>
                        <a:pt x="730091" y="316746"/>
                        <a:pt x="765810" y="33855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35" name="任意多边形: 形状 327"/>
                <p:cNvSpPr/>
                <p:nvPr/>
              </p:nvSpPr>
              <p:spPr>
                <a:xfrm>
                  <a:off x="-340297" y="5928856"/>
                  <a:ext cx="49486" cy="107567"/>
                </a:xfrm>
                <a:custGeom>
                  <a:avLst/>
                  <a:gdLst>
                    <a:gd name="connsiteX0" fmla="*/ 0 w 346389"/>
                    <a:gd name="connsiteY0" fmla="*/ 10568 h 752946"/>
                    <a:gd name="connsiteX1" fmla="*/ 146209 w 346389"/>
                    <a:gd name="connsiteY1" fmla="*/ 21522 h 752946"/>
                    <a:gd name="connsiteX2" fmla="*/ 343186 w 346389"/>
                    <a:gd name="connsiteY2" fmla="*/ 269172 h 752946"/>
                    <a:gd name="connsiteX3" fmla="*/ 333566 w 346389"/>
                    <a:gd name="connsiteY3" fmla="*/ 377566 h 752946"/>
                    <a:gd name="connsiteX4" fmla="*/ 274320 w 346389"/>
                    <a:gd name="connsiteY4" fmla="*/ 567018 h 752946"/>
                    <a:gd name="connsiteX5" fmla="*/ 268700 w 346389"/>
                    <a:gd name="connsiteY5" fmla="*/ 752946 h 752946"/>
                    <a:gd name="connsiteX6" fmla="*/ 227743 w 346389"/>
                    <a:gd name="connsiteY6" fmla="*/ 726943 h 752946"/>
                    <a:gd name="connsiteX7" fmla="*/ 191072 w 346389"/>
                    <a:gd name="connsiteY7" fmla="*/ 699511 h 752946"/>
                    <a:gd name="connsiteX8" fmla="*/ 63532 w 346389"/>
                    <a:gd name="connsiteY8" fmla="*/ 529490 h 752946"/>
                    <a:gd name="connsiteX9" fmla="*/ 59150 w 346389"/>
                    <a:gd name="connsiteY9" fmla="*/ 384710 h 752946"/>
                    <a:gd name="connsiteX10" fmla="*/ 34671 w 346389"/>
                    <a:gd name="connsiteY10" fmla="*/ 66575 h 752946"/>
                    <a:gd name="connsiteX11" fmla="*/ 20193 w 346389"/>
                    <a:gd name="connsiteY11" fmla="*/ 38000 h 752946"/>
                    <a:gd name="connsiteX12" fmla="*/ 0 w 346389"/>
                    <a:gd name="connsiteY12" fmla="*/ 10568 h 752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389" h="752946">
                      <a:moveTo>
                        <a:pt x="0" y="10568"/>
                      </a:moveTo>
                      <a:cubicBezTo>
                        <a:pt x="52006" y="-8672"/>
                        <a:pt x="100775" y="376"/>
                        <a:pt x="146209" y="21522"/>
                      </a:cubicBezTo>
                      <a:cubicBezTo>
                        <a:pt x="252412" y="70957"/>
                        <a:pt x="321183" y="152776"/>
                        <a:pt x="343186" y="269172"/>
                      </a:cubicBezTo>
                      <a:cubicBezTo>
                        <a:pt x="349949" y="304986"/>
                        <a:pt x="345662" y="341752"/>
                        <a:pt x="333566" y="377566"/>
                      </a:cubicBezTo>
                      <a:cubicBezTo>
                        <a:pt x="312515" y="440336"/>
                        <a:pt x="292989" y="503582"/>
                        <a:pt x="274320" y="567018"/>
                      </a:cubicBezTo>
                      <a:cubicBezTo>
                        <a:pt x="256889" y="626264"/>
                        <a:pt x="249174" y="686367"/>
                        <a:pt x="268700" y="752946"/>
                      </a:cubicBezTo>
                      <a:cubicBezTo>
                        <a:pt x="252127" y="742469"/>
                        <a:pt x="239649" y="735135"/>
                        <a:pt x="227743" y="726943"/>
                      </a:cubicBezTo>
                      <a:cubicBezTo>
                        <a:pt x="215170" y="718275"/>
                        <a:pt x="202692" y="709417"/>
                        <a:pt x="191072" y="699511"/>
                      </a:cubicBezTo>
                      <a:cubicBezTo>
                        <a:pt x="135827" y="652458"/>
                        <a:pt x="86582" y="601023"/>
                        <a:pt x="63532" y="529490"/>
                      </a:cubicBezTo>
                      <a:cubicBezTo>
                        <a:pt x="48006" y="481389"/>
                        <a:pt x="52768" y="433573"/>
                        <a:pt x="59150" y="384710"/>
                      </a:cubicBezTo>
                      <a:cubicBezTo>
                        <a:pt x="73152" y="277268"/>
                        <a:pt x="76105" y="170016"/>
                        <a:pt x="34671" y="66575"/>
                      </a:cubicBezTo>
                      <a:cubicBezTo>
                        <a:pt x="30670" y="56669"/>
                        <a:pt x="25813" y="47049"/>
                        <a:pt x="20193" y="38000"/>
                      </a:cubicBezTo>
                      <a:cubicBezTo>
                        <a:pt x="14668" y="29046"/>
                        <a:pt x="7715" y="20950"/>
                        <a:pt x="0" y="1056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36" name="任意多边形: 形状 328"/>
                <p:cNvSpPr/>
                <p:nvPr/>
              </p:nvSpPr>
              <p:spPr>
                <a:xfrm>
                  <a:off x="-349115" y="6207553"/>
                  <a:ext cx="100043" cy="67861"/>
                </a:xfrm>
                <a:custGeom>
                  <a:avLst/>
                  <a:gdLst>
                    <a:gd name="connsiteX0" fmla="*/ 700278 w 700277"/>
                    <a:gd name="connsiteY0" fmla="*/ 459198 h 475011"/>
                    <a:gd name="connsiteX1" fmla="*/ 440722 w 700277"/>
                    <a:gd name="connsiteY1" fmla="*/ 455769 h 475011"/>
                    <a:gd name="connsiteX2" fmla="*/ 308610 w 700277"/>
                    <a:gd name="connsiteY2" fmla="*/ 352232 h 475011"/>
                    <a:gd name="connsiteX3" fmla="*/ 90392 w 700277"/>
                    <a:gd name="connsiteY3" fmla="*/ 146397 h 475011"/>
                    <a:gd name="connsiteX4" fmla="*/ 0 w 700277"/>
                    <a:gd name="connsiteY4" fmla="*/ 112488 h 475011"/>
                    <a:gd name="connsiteX5" fmla="*/ 61817 w 700277"/>
                    <a:gd name="connsiteY5" fmla="*/ 45432 h 475011"/>
                    <a:gd name="connsiteX6" fmla="*/ 448056 w 700277"/>
                    <a:gd name="connsiteY6" fmla="*/ 83627 h 475011"/>
                    <a:gd name="connsiteX7" fmla="*/ 494443 w 700277"/>
                    <a:gd name="connsiteY7" fmla="*/ 151064 h 475011"/>
                    <a:gd name="connsiteX8" fmla="*/ 615029 w 700277"/>
                    <a:gd name="connsiteY8" fmla="*/ 370710 h 475011"/>
                    <a:gd name="connsiteX9" fmla="*/ 700278 w 700277"/>
                    <a:gd name="connsiteY9" fmla="*/ 459198 h 47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0277" h="475011">
                      <a:moveTo>
                        <a:pt x="700278" y="459198"/>
                      </a:moveTo>
                      <a:cubicBezTo>
                        <a:pt x="615124" y="477295"/>
                        <a:pt x="527971" y="484344"/>
                        <a:pt x="440722" y="455769"/>
                      </a:cubicBezTo>
                      <a:cubicBezTo>
                        <a:pt x="383762" y="437195"/>
                        <a:pt x="342805" y="399952"/>
                        <a:pt x="308610" y="352232"/>
                      </a:cubicBezTo>
                      <a:cubicBezTo>
                        <a:pt x="249364" y="269650"/>
                        <a:pt x="181832" y="194689"/>
                        <a:pt x="90392" y="146397"/>
                      </a:cubicBezTo>
                      <a:cubicBezTo>
                        <a:pt x="62579" y="131728"/>
                        <a:pt x="31147" y="123918"/>
                        <a:pt x="0" y="112488"/>
                      </a:cubicBezTo>
                      <a:cubicBezTo>
                        <a:pt x="10858" y="85532"/>
                        <a:pt x="34576" y="63625"/>
                        <a:pt x="61817" y="45432"/>
                      </a:cubicBezTo>
                      <a:cubicBezTo>
                        <a:pt x="171926" y="-28006"/>
                        <a:pt x="356235" y="-10385"/>
                        <a:pt x="448056" y="83627"/>
                      </a:cubicBezTo>
                      <a:cubicBezTo>
                        <a:pt x="466820" y="102867"/>
                        <a:pt x="481298" y="127251"/>
                        <a:pt x="494443" y="151064"/>
                      </a:cubicBezTo>
                      <a:cubicBezTo>
                        <a:pt x="535019" y="224121"/>
                        <a:pt x="571024" y="299844"/>
                        <a:pt x="615029" y="370710"/>
                      </a:cubicBezTo>
                      <a:cubicBezTo>
                        <a:pt x="636080" y="404619"/>
                        <a:pt x="671132" y="429670"/>
                        <a:pt x="700278" y="45919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37" name="任意多边形: 形状 329"/>
                <p:cNvSpPr/>
                <p:nvPr/>
              </p:nvSpPr>
              <p:spPr>
                <a:xfrm>
                  <a:off x="-364845" y="6014958"/>
                  <a:ext cx="57683" cy="100023"/>
                </a:xfrm>
                <a:custGeom>
                  <a:avLst/>
                  <a:gdLst>
                    <a:gd name="connsiteX0" fmla="*/ 403765 w 403764"/>
                    <a:gd name="connsiteY0" fmla="*/ 700134 h 700134"/>
                    <a:gd name="connsiteX1" fmla="*/ 177927 w 403764"/>
                    <a:gd name="connsiteY1" fmla="*/ 549734 h 700134"/>
                    <a:gd name="connsiteX2" fmla="*/ 124587 w 403764"/>
                    <a:gd name="connsiteY2" fmla="*/ 366664 h 700134"/>
                    <a:gd name="connsiteX3" fmla="*/ 53912 w 403764"/>
                    <a:gd name="connsiteY3" fmla="*/ 92439 h 700134"/>
                    <a:gd name="connsiteX4" fmla="*/ 0 w 403764"/>
                    <a:gd name="connsiteY4" fmla="*/ 22145 h 700134"/>
                    <a:gd name="connsiteX5" fmla="*/ 148495 w 403764"/>
                    <a:gd name="connsiteY5" fmla="*/ 9095 h 700134"/>
                    <a:gd name="connsiteX6" fmla="*/ 388906 w 403764"/>
                    <a:gd name="connsiteY6" fmla="*/ 237029 h 700134"/>
                    <a:gd name="connsiteX7" fmla="*/ 390525 w 403764"/>
                    <a:gd name="connsiteY7" fmla="*/ 354758 h 700134"/>
                    <a:gd name="connsiteX8" fmla="*/ 371380 w 403764"/>
                    <a:gd name="connsiteY8" fmla="*/ 543924 h 700134"/>
                    <a:gd name="connsiteX9" fmla="*/ 403765 w 403764"/>
                    <a:gd name="connsiteY9" fmla="*/ 700134 h 70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764" h="700134">
                      <a:moveTo>
                        <a:pt x="403765" y="700134"/>
                      </a:moveTo>
                      <a:cubicBezTo>
                        <a:pt x="312706" y="665368"/>
                        <a:pt x="235458" y="622791"/>
                        <a:pt x="177927" y="549734"/>
                      </a:cubicBezTo>
                      <a:cubicBezTo>
                        <a:pt x="135160" y="495442"/>
                        <a:pt x="126778" y="432386"/>
                        <a:pt x="124587" y="366664"/>
                      </a:cubicBezTo>
                      <a:cubicBezTo>
                        <a:pt x="121349" y="270080"/>
                        <a:pt x="102013" y="177212"/>
                        <a:pt x="53912" y="92439"/>
                      </a:cubicBezTo>
                      <a:cubicBezTo>
                        <a:pt x="39529" y="67198"/>
                        <a:pt x="18383" y="45766"/>
                        <a:pt x="0" y="22145"/>
                      </a:cubicBezTo>
                      <a:cubicBezTo>
                        <a:pt x="44006" y="-3097"/>
                        <a:pt x="95917" y="-5764"/>
                        <a:pt x="148495" y="9095"/>
                      </a:cubicBezTo>
                      <a:cubicBezTo>
                        <a:pt x="268129" y="43004"/>
                        <a:pt x="356235" y="113299"/>
                        <a:pt x="388906" y="237029"/>
                      </a:cubicBezTo>
                      <a:cubicBezTo>
                        <a:pt x="398621" y="273890"/>
                        <a:pt x="393383" y="315610"/>
                        <a:pt x="390525" y="354758"/>
                      </a:cubicBezTo>
                      <a:cubicBezTo>
                        <a:pt x="385858" y="418004"/>
                        <a:pt x="375666" y="480773"/>
                        <a:pt x="371380" y="543924"/>
                      </a:cubicBezTo>
                      <a:cubicBezTo>
                        <a:pt x="367856" y="596216"/>
                        <a:pt x="376523" y="647461"/>
                        <a:pt x="403765" y="7001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38" name="任意多边形: 形状 330"/>
                <p:cNvSpPr/>
                <p:nvPr/>
              </p:nvSpPr>
              <p:spPr>
                <a:xfrm>
                  <a:off x="-299835" y="6050589"/>
                  <a:ext cx="54710" cy="98083"/>
                </a:xfrm>
                <a:custGeom>
                  <a:avLst/>
                  <a:gdLst>
                    <a:gd name="connsiteX0" fmla="*/ 382954 w 382954"/>
                    <a:gd name="connsiteY0" fmla="*/ 358997 h 686561"/>
                    <a:gd name="connsiteX1" fmla="*/ 84155 w 382954"/>
                    <a:gd name="connsiteY1" fmla="*/ 686562 h 686561"/>
                    <a:gd name="connsiteX2" fmla="*/ 27291 w 382954"/>
                    <a:gd name="connsiteY2" fmla="*/ 573405 h 686561"/>
                    <a:gd name="connsiteX3" fmla="*/ 56723 w 382954"/>
                    <a:gd name="connsiteY3" fmla="*/ 176213 h 686561"/>
                    <a:gd name="connsiteX4" fmla="*/ 233602 w 382954"/>
                    <a:gd name="connsiteY4" fmla="*/ 27527 h 686561"/>
                    <a:gd name="connsiteX5" fmla="*/ 378763 w 382954"/>
                    <a:gd name="connsiteY5" fmla="*/ 0 h 686561"/>
                    <a:gd name="connsiteX6" fmla="*/ 350474 w 382954"/>
                    <a:gd name="connsiteY6" fmla="*/ 182118 h 686561"/>
                    <a:gd name="connsiteX7" fmla="*/ 382954 w 382954"/>
                    <a:gd name="connsiteY7" fmla="*/ 358997 h 68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54" h="686561">
                      <a:moveTo>
                        <a:pt x="382954" y="358997"/>
                      </a:moveTo>
                      <a:cubicBezTo>
                        <a:pt x="235507" y="427101"/>
                        <a:pt x="112158" y="513016"/>
                        <a:pt x="84155" y="686562"/>
                      </a:cubicBezTo>
                      <a:cubicBezTo>
                        <a:pt x="58152" y="653605"/>
                        <a:pt x="40245" y="614553"/>
                        <a:pt x="27291" y="573405"/>
                      </a:cubicBezTo>
                      <a:cubicBezTo>
                        <a:pt x="-15477" y="437197"/>
                        <a:pt x="-9666" y="304038"/>
                        <a:pt x="56723" y="176213"/>
                      </a:cubicBezTo>
                      <a:cubicBezTo>
                        <a:pt x="94918" y="102775"/>
                        <a:pt x="157402" y="56769"/>
                        <a:pt x="233602" y="27527"/>
                      </a:cubicBezTo>
                      <a:cubicBezTo>
                        <a:pt x="281608" y="9144"/>
                        <a:pt x="331424" y="3238"/>
                        <a:pt x="378763" y="0"/>
                      </a:cubicBezTo>
                      <a:cubicBezTo>
                        <a:pt x="368857" y="62103"/>
                        <a:pt x="356189" y="121729"/>
                        <a:pt x="350474" y="182118"/>
                      </a:cubicBezTo>
                      <a:cubicBezTo>
                        <a:pt x="344854" y="242506"/>
                        <a:pt x="349045" y="302895"/>
                        <a:pt x="382954" y="35899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39" name="任意多边形: 形状 331"/>
                <p:cNvSpPr/>
                <p:nvPr/>
              </p:nvSpPr>
              <p:spPr>
                <a:xfrm>
                  <a:off x="-238934" y="5868549"/>
                  <a:ext cx="104343" cy="53897"/>
                </a:xfrm>
                <a:custGeom>
                  <a:avLst/>
                  <a:gdLst>
                    <a:gd name="connsiteX0" fmla="*/ 730377 w 730376"/>
                    <a:gd name="connsiteY0" fmla="*/ 161526 h 377267"/>
                    <a:gd name="connsiteX1" fmla="*/ 442436 w 730376"/>
                    <a:gd name="connsiteY1" fmla="*/ 377267 h 377267"/>
                    <a:gd name="connsiteX2" fmla="*/ 0 w 730376"/>
                    <a:gd name="connsiteY2" fmla="*/ 337453 h 377267"/>
                    <a:gd name="connsiteX3" fmla="*/ 17621 w 730376"/>
                    <a:gd name="connsiteY3" fmla="*/ 291828 h 377267"/>
                    <a:gd name="connsiteX4" fmla="*/ 379857 w 730376"/>
                    <a:gd name="connsiteY4" fmla="*/ 6935 h 377267"/>
                    <a:gd name="connsiteX5" fmla="*/ 654653 w 730376"/>
                    <a:gd name="connsiteY5" fmla="*/ 87231 h 377267"/>
                    <a:gd name="connsiteX6" fmla="*/ 730377 w 730376"/>
                    <a:gd name="connsiteY6" fmla="*/ 161526 h 377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0376" h="377267">
                      <a:moveTo>
                        <a:pt x="730377" y="161526"/>
                      </a:moveTo>
                      <a:cubicBezTo>
                        <a:pt x="549497" y="228010"/>
                        <a:pt x="472059" y="306877"/>
                        <a:pt x="442436" y="377267"/>
                      </a:cubicBezTo>
                      <a:cubicBezTo>
                        <a:pt x="301942" y="301829"/>
                        <a:pt x="158972" y="252775"/>
                        <a:pt x="0" y="337453"/>
                      </a:cubicBezTo>
                      <a:cubicBezTo>
                        <a:pt x="6096" y="321451"/>
                        <a:pt x="10763" y="306115"/>
                        <a:pt x="17621" y="291828"/>
                      </a:cubicBezTo>
                      <a:cubicBezTo>
                        <a:pt x="92297" y="138380"/>
                        <a:pt x="215455" y="43321"/>
                        <a:pt x="379857" y="6935"/>
                      </a:cubicBezTo>
                      <a:cubicBezTo>
                        <a:pt x="482537" y="-15830"/>
                        <a:pt x="575405" y="19127"/>
                        <a:pt x="654653" y="87231"/>
                      </a:cubicBezTo>
                      <a:cubicBezTo>
                        <a:pt x="680466" y="109329"/>
                        <a:pt x="703326" y="134856"/>
                        <a:pt x="730377" y="16152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40" name="任意多边形: 形状 332"/>
                <p:cNvSpPr/>
                <p:nvPr/>
              </p:nvSpPr>
              <p:spPr>
                <a:xfrm>
                  <a:off x="-253011" y="5784506"/>
                  <a:ext cx="50062" cy="112848"/>
                </a:xfrm>
                <a:custGeom>
                  <a:avLst/>
                  <a:gdLst>
                    <a:gd name="connsiteX0" fmla="*/ 115969 w 350420"/>
                    <a:gd name="connsiteY0" fmla="*/ 789908 h 789908"/>
                    <a:gd name="connsiteX1" fmla="*/ 3479 w 350420"/>
                    <a:gd name="connsiteY1" fmla="*/ 560451 h 789908"/>
                    <a:gd name="connsiteX2" fmla="*/ 42246 w 350420"/>
                    <a:gd name="connsiteY2" fmla="*/ 376619 h 789908"/>
                    <a:gd name="connsiteX3" fmla="*/ 130447 w 350420"/>
                    <a:gd name="connsiteY3" fmla="*/ 75057 h 789908"/>
                    <a:gd name="connsiteX4" fmla="*/ 125780 w 350420"/>
                    <a:gd name="connsiteY4" fmla="*/ 36671 h 789908"/>
                    <a:gd name="connsiteX5" fmla="*/ 114731 w 350420"/>
                    <a:gd name="connsiteY5" fmla="*/ 0 h 789908"/>
                    <a:gd name="connsiteX6" fmla="*/ 215791 w 350420"/>
                    <a:gd name="connsiteY6" fmla="*/ 42100 h 789908"/>
                    <a:gd name="connsiteX7" fmla="*/ 349617 w 350420"/>
                    <a:gd name="connsiteY7" fmla="*/ 350996 h 789908"/>
                    <a:gd name="connsiteX8" fmla="*/ 301326 w 350420"/>
                    <a:gd name="connsiteY8" fmla="*/ 467582 h 789908"/>
                    <a:gd name="connsiteX9" fmla="*/ 192836 w 350420"/>
                    <a:gd name="connsiteY9" fmla="*/ 604361 h 789908"/>
                    <a:gd name="connsiteX10" fmla="*/ 115969 w 350420"/>
                    <a:gd name="connsiteY10" fmla="*/ 789908 h 78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0420" h="789908">
                      <a:moveTo>
                        <a:pt x="115969" y="789908"/>
                      </a:moveTo>
                      <a:cubicBezTo>
                        <a:pt x="58343" y="717899"/>
                        <a:pt x="18052" y="645795"/>
                        <a:pt x="3479" y="560451"/>
                      </a:cubicBezTo>
                      <a:cubicBezTo>
                        <a:pt x="-7951" y="493586"/>
                        <a:pt x="9765" y="434626"/>
                        <a:pt x="42246" y="376619"/>
                      </a:cubicBezTo>
                      <a:cubicBezTo>
                        <a:pt x="94538" y="283273"/>
                        <a:pt x="130828" y="184213"/>
                        <a:pt x="130447" y="75057"/>
                      </a:cubicBezTo>
                      <a:cubicBezTo>
                        <a:pt x="130447" y="62198"/>
                        <a:pt x="128447" y="49244"/>
                        <a:pt x="125780" y="36671"/>
                      </a:cubicBezTo>
                      <a:cubicBezTo>
                        <a:pt x="123303" y="24860"/>
                        <a:pt x="118827" y="13525"/>
                        <a:pt x="114731" y="0"/>
                      </a:cubicBezTo>
                      <a:cubicBezTo>
                        <a:pt x="154831" y="286"/>
                        <a:pt x="187597" y="17526"/>
                        <a:pt x="215791" y="42100"/>
                      </a:cubicBezTo>
                      <a:cubicBezTo>
                        <a:pt x="309231" y="123539"/>
                        <a:pt x="357333" y="225933"/>
                        <a:pt x="349617" y="350996"/>
                      </a:cubicBezTo>
                      <a:cubicBezTo>
                        <a:pt x="346950" y="394335"/>
                        <a:pt x="329043" y="433388"/>
                        <a:pt x="301326" y="467582"/>
                      </a:cubicBezTo>
                      <a:cubicBezTo>
                        <a:pt x="264654" y="512731"/>
                        <a:pt x="227888" y="557879"/>
                        <a:pt x="192836" y="604361"/>
                      </a:cubicBezTo>
                      <a:cubicBezTo>
                        <a:pt x="152831" y="657415"/>
                        <a:pt x="120351" y="714375"/>
                        <a:pt x="115969" y="7899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41" name="任意多边形: 形状 333"/>
                <p:cNvSpPr/>
                <p:nvPr/>
              </p:nvSpPr>
              <p:spPr>
                <a:xfrm>
                  <a:off x="-285625" y="6118668"/>
                  <a:ext cx="53685" cy="107037"/>
                </a:xfrm>
                <a:custGeom>
                  <a:avLst/>
                  <a:gdLst>
                    <a:gd name="connsiteX0" fmla="*/ 222241 w 375783"/>
                    <a:gd name="connsiteY0" fmla="*/ 749237 h 749236"/>
                    <a:gd name="connsiteX1" fmla="*/ 83938 w 375783"/>
                    <a:gd name="connsiteY1" fmla="*/ 608266 h 749236"/>
                    <a:gd name="connsiteX2" fmla="*/ 2213 w 375783"/>
                    <a:gd name="connsiteY2" fmla="*/ 364236 h 749236"/>
                    <a:gd name="connsiteX3" fmla="*/ 99845 w 375783"/>
                    <a:gd name="connsiteY3" fmla="*/ 88868 h 749236"/>
                    <a:gd name="connsiteX4" fmla="*/ 240529 w 375783"/>
                    <a:gd name="connsiteY4" fmla="*/ 0 h 749236"/>
                    <a:gd name="connsiteX5" fmla="*/ 375784 w 375783"/>
                    <a:gd name="connsiteY5" fmla="*/ 332613 h 749236"/>
                    <a:gd name="connsiteX6" fmla="*/ 240529 w 375783"/>
                    <a:gd name="connsiteY6" fmla="*/ 518255 h 749236"/>
                    <a:gd name="connsiteX7" fmla="*/ 222241 w 375783"/>
                    <a:gd name="connsiteY7" fmla="*/ 749237 h 74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783" h="749236">
                      <a:moveTo>
                        <a:pt x="222241" y="749237"/>
                      </a:moveTo>
                      <a:cubicBezTo>
                        <a:pt x="161662" y="709994"/>
                        <a:pt x="118609" y="663035"/>
                        <a:pt x="83938" y="608266"/>
                      </a:cubicBezTo>
                      <a:cubicBezTo>
                        <a:pt x="36694" y="533781"/>
                        <a:pt x="11548" y="452056"/>
                        <a:pt x="2213" y="364236"/>
                      </a:cubicBezTo>
                      <a:cubicBezTo>
                        <a:pt x="-9312" y="255937"/>
                        <a:pt x="24311" y="164592"/>
                        <a:pt x="99845" y="88868"/>
                      </a:cubicBezTo>
                      <a:cubicBezTo>
                        <a:pt x="138707" y="49911"/>
                        <a:pt x="184617" y="19431"/>
                        <a:pt x="240529" y="0"/>
                      </a:cubicBezTo>
                      <a:cubicBezTo>
                        <a:pt x="255007" y="123063"/>
                        <a:pt x="275105" y="242697"/>
                        <a:pt x="375784" y="332613"/>
                      </a:cubicBezTo>
                      <a:cubicBezTo>
                        <a:pt x="317491" y="385286"/>
                        <a:pt x="271009" y="446246"/>
                        <a:pt x="240529" y="518255"/>
                      </a:cubicBezTo>
                      <a:cubicBezTo>
                        <a:pt x="209668" y="590836"/>
                        <a:pt x="194333" y="665036"/>
                        <a:pt x="222241" y="74923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42" name="任意多边形: 形状 334"/>
                <p:cNvSpPr/>
                <p:nvPr/>
              </p:nvSpPr>
              <p:spPr>
                <a:xfrm>
                  <a:off x="-131325" y="5801574"/>
                  <a:ext cx="102520" cy="53950"/>
                </a:xfrm>
                <a:custGeom>
                  <a:avLst/>
                  <a:gdLst>
                    <a:gd name="connsiteX0" fmla="*/ 354235 w 717613"/>
                    <a:gd name="connsiteY0" fmla="*/ 377635 h 377635"/>
                    <a:gd name="connsiteX1" fmla="*/ 211836 w 717613"/>
                    <a:gd name="connsiteY1" fmla="*/ 195708 h 377635"/>
                    <a:gd name="connsiteX2" fmla="*/ 0 w 717613"/>
                    <a:gd name="connsiteY2" fmla="*/ 112936 h 377635"/>
                    <a:gd name="connsiteX3" fmla="*/ 71056 w 717613"/>
                    <a:gd name="connsiteY3" fmla="*/ 64930 h 377635"/>
                    <a:gd name="connsiteX4" fmla="*/ 273367 w 717613"/>
                    <a:gd name="connsiteY4" fmla="*/ 2922 h 377635"/>
                    <a:gd name="connsiteX5" fmla="*/ 491014 w 717613"/>
                    <a:gd name="connsiteY5" fmla="*/ 28544 h 377635"/>
                    <a:gd name="connsiteX6" fmla="*/ 685133 w 717613"/>
                    <a:gd name="connsiteY6" fmla="*/ 229331 h 377635"/>
                    <a:gd name="connsiteX7" fmla="*/ 717613 w 717613"/>
                    <a:gd name="connsiteY7" fmla="*/ 343822 h 377635"/>
                    <a:gd name="connsiteX8" fmla="*/ 354235 w 717613"/>
                    <a:gd name="connsiteY8" fmla="*/ 377635 h 377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7613" h="377635">
                      <a:moveTo>
                        <a:pt x="354235" y="377635"/>
                      </a:moveTo>
                      <a:cubicBezTo>
                        <a:pt x="317278" y="307627"/>
                        <a:pt x="273082" y="244762"/>
                        <a:pt x="211836" y="195708"/>
                      </a:cubicBezTo>
                      <a:cubicBezTo>
                        <a:pt x="151067" y="147130"/>
                        <a:pt x="84677" y="112078"/>
                        <a:pt x="0" y="112936"/>
                      </a:cubicBezTo>
                      <a:cubicBezTo>
                        <a:pt x="23622" y="96838"/>
                        <a:pt x="46101" y="78550"/>
                        <a:pt x="71056" y="64930"/>
                      </a:cubicBezTo>
                      <a:cubicBezTo>
                        <a:pt x="134017" y="30544"/>
                        <a:pt x="201263" y="10351"/>
                        <a:pt x="273367" y="2922"/>
                      </a:cubicBezTo>
                      <a:cubicBezTo>
                        <a:pt x="348520" y="-4889"/>
                        <a:pt x="421100" y="2731"/>
                        <a:pt x="491014" y="28544"/>
                      </a:cubicBezTo>
                      <a:cubicBezTo>
                        <a:pt x="587026" y="63977"/>
                        <a:pt x="649986" y="134557"/>
                        <a:pt x="685133" y="229331"/>
                      </a:cubicBezTo>
                      <a:cubicBezTo>
                        <a:pt x="698373" y="265050"/>
                        <a:pt x="706184" y="302864"/>
                        <a:pt x="717613" y="343822"/>
                      </a:cubicBezTo>
                      <a:cubicBezTo>
                        <a:pt x="589407" y="322295"/>
                        <a:pt x="468916" y="307436"/>
                        <a:pt x="354235" y="37763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43" name="任意多边形: 形状 335"/>
                <p:cNvSpPr/>
                <p:nvPr/>
              </p:nvSpPr>
              <p:spPr>
                <a:xfrm>
                  <a:off x="-295090" y="5986357"/>
                  <a:ext cx="78731" cy="78901"/>
                </a:xfrm>
                <a:custGeom>
                  <a:avLst/>
                  <a:gdLst>
                    <a:gd name="connsiteX0" fmla="*/ 551096 w 551095"/>
                    <a:gd name="connsiteY0" fmla="*/ 33369 h 552290"/>
                    <a:gd name="connsiteX1" fmla="*/ 411555 w 551095"/>
                    <a:gd name="connsiteY1" fmla="*/ 364743 h 552290"/>
                    <a:gd name="connsiteX2" fmla="*/ 10933 w 551095"/>
                    <a:gd name="connsiteY2" fmla="*/ 552291 h 552290"/>
                    <a:gd name="connsiteX3" fmla="*/ 14743 w 551095"/>
                    <a:gd name="connsiteY3" fmla="*/ 343979 h 552290"/>
                    <a:gd name="connsiteX4" fmla="*/ 192575 w 551095"/>
                    <a:gd name="connsiteY4" fmla="*/ 61086 h 552290"/>
                    <a:gd name="connsiteX5" fmla="*/ 350595 w 551095"/>
                    <a:gd name="connsiteY5" fmla="*/ 2031 h 552290"/>
                    <a:gd name="connsiteX6" fmla="*/ 551096 w 551095"/>
                    <a:gd name="connsiteY6" fmla="*/ 33369 h 552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1095" h="552290">
                      <a:moveTo>
                        <a:pt x="551096" y="33369"/>
                      </a:moveTo>
                      <a:cubicBezTo>
                        <a:pt x="472610" y="133000"/>
                        <a:pt x="402982" y="232441"/>
                        <a:pt x="411555" y="364743"/>
                      </a:cubicBezTo>
                      <a:cubicBezTo>
                        <a:pt x="250582" y="369601"/>
                        <a:pt x="103421" y="401224"/>
                        <a:pt x="10933" y="552291"/>
                      </a:cubicBezTo>
                      <a:cubicBezTo>
                        <a:pt x="-5545" y="482567"/>
                        <a:pt x="-2688" y="412940"/>
                        <a:pt x="14743" y="343979"/>
                      </a:cubicBezTo>
                      <a:cubicBezTo>
                        <a:pt x="43318" y="230631"/>
                        <a:pt x="98658" y="133190"/>
                        <a:pt x="192575" y="61086"/>
                      </a:cubicBezTo>
                      <a:cubicBezTo>
                        <a:pt x="238771" y="25653"/>
                        <a:pt x="292302" y="8603"/>
                        <a:pt x="350595" y="2031"/>
                      </a:cubicBezTo>
                      <a:cubicBezTo>
                        <a:pt x="419937" y="-5779"/>
                        <a:pt x="484231" y="9842"/>
                        <a:pt x="551096" y="333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44" name="任意多边形: 形状 336"/>
                <p:cNvSpPr/>
                <p:nvPr/>
              </p:nvSpPr>
              <p:spPr>
                <a:xfrm>
                  <a:off x="-253102" y="6177398"/>
                  <a:ext cx="53249" cy="107241"/>
                </a:xfrm>
                <a:custGeom>
                  <a:avLst/>
                  <a:gdLst>
                    <a:gd name="connsiteX0" fmla="*/ 186612 w 372730"/>
                    <a:gd name="connsiteY0" fmla="*/ 0 h 750665"/>
                    <a:gd name="connsiteX1" fmla="*/ 372731 w 372730"/>
                    <a:gd name="connsiteY1" fmla="*/ 312706 h 750665"/>
                    <a:gd name="connsiteX2" fmla="*/ 286625 w 372730"/>
                    <a:gd name="connsiteY2" fmla="*/ 750665 h 750665"/>
                    <a:gd name="connsiteX3" fmla="*/ 198328 w 372730"/>
                    <a:gd name="connsiteY3" fmla="*/ 693801 h 750665"/>
                    <a:gd name="connsiteX4" fmla="*/ 6590 w 372730"/>
                    <a:gd name="connsiteY4" fmla="*/ 375190 h 750665"/>
                    <a:gd name="connsiteX5" fmla="*/ 89838 w 372730"/>
                    <a:gd name="connsiteY5" fmla="*/ 89630 h 750665"/>
                    <a:gd name="connsiteX6" fmla="*/ 186612 w 372730"/>
                    <a:gd name="connsiteY6" fmla="*/ 0 h 750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2730" h="750665">
                      <a:moveTo>
                        <a:pt x="186612" y="0"/>
                      </a:moveTo>
                      <a:cubicBezTo>
                        <a:pt x="222141" y="125730"/>
                        <a:pt x="261193" y="240982"/>
                        <a:pt x="372731" y="312706"/>
                      </a:cubicBezTo>
                      <a:cubicBezTo>
                        <a:pt x="283101" y="445198"/>
                        <a:pt x="221855" y="583025"/>
                        <a:pt x="286625" y="750665"/>
                      </a:cubicBezTo>
                      <a:cubicBezTo>
                        <a:pt x="257097" y="731806"/>
                        <a:pt x="225855" y="715232"/>
                        <a:pt x="198328" y="693801"/>
                      </a:cubicBezTo>
                      <a:cubicBezTo>
                        <a:pt x="94029" y="612267"/>
                        <a:pt x="31641" y="503968"/>
                        <a:pt x="6590" y="375190"/>
                      </a:cubicBezTo>
                      <a:cubicBezTo>
                        <a:pt x="-14460" y="266890"/>
                        <a:pt x="15353" y="170593"/>
                        <a:pt x="89838" y="89630"/>
                      </a:cubicBezTo>
                      <a:cubicBezTo>
                        <a:pt x="118509" y="58483"/>
                        <a:pt x="152037" y="31718"/>
                        <a:pt x="186612"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45" name="任意多边形: 形状 337"/>
                <p:cNvSpPr/>
                <p:nvPr/>
              </p:nvSpPr>
              <p:spPr>
                <a:xfrm>
                  <a:off x="-187389" y="5830785"/>
                  <a:ext cx="107078" cy="53247"/>
                </a:xfrm>
                <a:custGeom>
                  <a:avLst/>
                  <a:gdLst>
                    <a:gd name="connsiteX0" fmla="*/ 749522 w 749522"/>
                    <a:gd name="connsiteY0" fmla="*/ 253370 h 372718"/>
                    <a:gd name="connsiteX1" fmla="*/ 406908 w 749522"/>
                    <a:gd name="connsiteY1" fmla="*/ 372718 h 372718"/>
                    <a:gd name="connsiteX2" fmla="*/ 0 w 749522"/>
                    <a:gd name="connsiteY2" fmla="*/ 200220 h 372718"/>
                    <a:gd name="connsiteX3" fmla="*/ 69723 w 749522"/>
                    <a:gd name="connsiteY3" fmla="*/ 126782 h 372718"/>
                    <a:gd name="connsiteX4" fmla="*/ 301276 w 749522"/>
                    <a:gd name="connsiteY4" fmla="*/ 12578 h 372718"/>
                    <a:gd name="connsiteX5" fmla="*/ 550259 w 749522"/>
                    <a:gd name="connsiteY5" fmla="*/ 27913 h 372718"/>
                    <a:gd name="connsiteX6" fmla="*/ 704279 w 749522"/>
                    <a:gd name="connsiteY6" fmla="*/ 166407 h 372718"/>
                    <a:gd name="connsiteX7" fmla="*/ 749522 w 749522"/>
                    <a:gd name="connsiteY7" fmla="*/ 253370 h 37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9522" h="372718">
                      <a:moveTo>
                        <a:pt x="749522" y="253370"/>
                      </a:moveTo>
                      <a:cubicBezTo>
                        <a:pt x="621792" y="262037"/>
                        <a:pt x="502063" y="278325"/>
                        <a:pt x="406908" y="372718"/>
                      </a:cubicBezTo>
                      <a:cubicBezTo>
                        <a:pt x="297752" y="257465"/>
                        <a:pt x="175165" y="171550"/>
                        <a:pt x="0" y="200220"/>
                      </a:cubicBezTo>
                      <a:cubicBezTo>
                        <a:pt x="23146" y="175646"/>
                        <a:pt x="44482" y="148976"/>
                        <a:pt x="69723" y="126782"/>
                      </a:cubicBezTo>
                      <a:cubicBezTo>
                        <a:pt x="136493" y="68299"/>
                        <a:pt x="214408" y="30008"/>
                        <a:pt x="301276" y="12578"/>
                      </a:cubicBezTo>
                      <a:cubicBezTo>
                        <a:pt x="385096" y="-4186"/>
                        <a:pt x="469106" y="-8758"/>
                        <a:pt x="550259" y="27913"/>
                      </a:cubicBezTo>
                      <a:cubicBezTo>
                        <a:pt x="616363" y="57821"/>
                        <a:pt x="666560" y="105542"/>
                        <a:pt x="704279" y="166407"/>
                      </a:cubicBezTo>
                      <a:cubicBezTo>
                        <a:pt x="720947" y="193267"/>
                        <a:pt x="733711" y="222604"/>
                        <a:pt x="749522" y="2533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46" name="任意多边形: 形状 338"/>
                <p:cNvSpPr/>
                <p:nvPr/>
              </p:nvSpPr>
              <p:spPr>
                <a:xfrm>
                  <a:off x="-276656" y="5921039"/>
                  <a:ext cx="88070" cy="69473"/>
                </a:xfrm>
                <a:custGeom>
                  <a:avLst/>
                  <a:gdLst>
                    <a:gd name="connsiteX0" fmla="*/ 616471 w 616470"/>
                    <a:gd name="connsiteY0" fmla="*/ 67480 h 486294"/>
                    <a:gd name="connsiteX1" fmla="*/ 426447 w 616470"/>
                    <a:gd name="connsiteY1" fmla="*/ 367708 h 486294"/>
                    <a:gd name="connsiteX2" fmla="*/ 870 w 616470"/>
                    <a:gd name="connsiteY2" fmla="*/ 486294 h 486294"/>
                    <a:gd name="connsiteX3" fmla="*/ 1251 w 616470"/>
                    <a:gd name="connsiteY3" fmla="*/ 421429 h 486294"/>
                    <a:gd name="connsiteX4" fmla="*/ 143364 w 616470"/>
                    <a:gd name="connsiteY4" fmla="*/ 124058 h 486294"/>
                    <a:gd name="connsiteX5" fmla="*/ 392443 w 616470"/>
                    <a:gd name="connsiteY5" fmla="*/ 138 h 486294"/>
                    <a:gd name="connsiteX6" fmla="*/ 616471 w 616470"/>
                    <a:gd name="connsiteY6" fmla="*/ 67480 h 48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6470" h="486294">
                      <a:moveTo>
                        <a:pt x="616471" y="67480"/>
                      </a:moveTo>
                      <a:cubicBezTo>
                        <a:pt x="524840" y="150252"/>
                        <a:pt x="441211" y="235405"/>
                        <a:pt x="426447" y="367708"/>
                      </a:cubicBezTo>
                      <a:cubicBezTo>
                        <a:pt x="270523" y="348372"/>
                        <a:pt x="119361" y="353039"/>
                        <a:pt x="870" y="486294"/>
                      </a:cubicBezTo>
                      <a:cubicBezTo>
                        <a:pt x="870" y="464101"/>
                        <a:pt x="-1321" y="442479"/>
                        <a:pt x="1251" y="421429"/>
                      </a:cubicBezTo>
                      <a:cubicBezTo>
                        <a:pt x="15062" y="306462"/>
                        <a:pt x="65259" y="208069"/>
                        <a:pt x="143364" y="124058"/>
                      </a:cubicBezTo>
                      <a:cubicBezTo>
                        <a:pt x="210515" y="51859"/>
                        <a:pt x="291382" y="3567"/>
                        <a:pt x="392443" y="138"/>
                      </a:cubicBezTo>
                      <a:cubicBezTo>
                        <a:pt x="453117" y="-1862"/>
                        <a:pt x="547605" y="17759"/>
                        <a:pt x="616471" y="6748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47" name="任意多边形: 形状 339"/>
                <p:cNvSpPr/>
                <p:nvPr/>
              </p:nvSpPr>
              <p:spPr>
                <a:xfrm>
                  <a:off x="-205686" y="6239980"/>
                  <a:ext cx="47513" cy="90463"/>
                </a:xfrm>
                <a:custGeom>
                  <a:avLst/>
                  <a:gdLst>
                    <a:gd name="connsiteX0" fmla="*/ 121221 w 332580"/>
                    <a:gd name="connsiteY0" fmla="*/ 0 h 633222"/>
                    <a:gd name="connsiteX1" fmla="*/ 332580 w 332580"/>
                    <a:gd name="connsiteY1" fmla="*/ 242316 h 633222"/>
                    <a:gd name="connsiteX2" fmla="*/ 276669 w 332580"/>
                    <a:gd name="connsiteY2" fmla="*/ 437293 h 633222"/>
                    <a:gd name="connsiteX3" fmla="*/ 327437 w 332580"/>
                    <a:gd name="connsiteY3" fmla="*/ 633222 h 633222"/>
                    <a:gd name="connsiteX4" fmla="*/ 303815 w 332580"/>
                    <a:gd name="connsiteY4" fmla="*/ 629698 h 633222"/>
                    <a:gd name="connsiteX5" fmla="*/ 51212 w 332580"/>
                    <a:gd name="connsiteY5" fmla="*/ 421862 h 633222"/>
                    <a:gd name="connsiteX6" fmla="*/ 63 w 332580"/>
                    <a:gd name="connsiteY6" fmla="*/ 244412 h 633222"/>
                    <a:gd name="connsiteX7" fmla="*/ 78263 w 332580"/>
                    <a:gd name="connsiteY7" fmla="*/ 47625 h 633222"/>
                    <a:gd name="connsiteX8" fmla="*/ 121221 w 332580"/>
                    <a:gd name="connsiteY8" fmla="*/ 0 h 633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2580" h="633222">
                      <a:moveTo>
                        <a:pt x="121221" y="0"/>
                      </a:moveTo>
                      <a:cubicBezTo>
                        <a:pt x="172274" y="102299"/>
                        <a:pt x="223328" y="196596"/>
                        <a:pt x="332580" y="242316"/>
                      </a:cubicBezTo>
                      <a:cubicBezTo>
                        <a:pt x="300767" y="304038"/>
                        <a:pt x="281526" y="368999"/>
                        <a:pt x="276669" y="437293"/>
                      </a:cubicBezTo>
                      <a:cubicBezTo>
                        <a:pt x="271811" y="505873"/>
                        <a:pt x="281812" y="571595"/>
                        <a:pt x="327437" y="633222"/>
                      </a:cubicBezTo>
                      <a:cubicBezTo>
                        <a:pt x="317531" y="631793"/>
                        <a:pt x="310387" y="631793"/>
                        <a:pt x="303815" y="629698"/>
                      </a:cubicBezTo>
                      <a:cubicBezTo>
                        <a:pt x="191706" y="594360"/>
                        <a:pt x="110267" y="521684"/>
                        <a:pt x="51212" y="421862"/>
                      </a:cubicBezTo>
                      <a:cubicBezTo>
                        <a:pt x="18827" y="367189"/>
                        <a:pt x="-1271" y="309372"/>
                        <a:pt x="63" y="244412"/>
                      </a:cubicBezTo>
                      <a:cubicBezTo>
                        <a:pt x="1682" y="168593"/>
                        <a:pt x="32162" y="105156"/>
                        <a:pt x="78263" y="47625"/>
                      </a:cubicBezTo>
                      <a:cubicBezTo>
                        <a:pt x="91026" y="31813"/>
                        <a:pt x="105409" y="17431"/>
                        <a:pt x="121221"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48" name="任意多边形: 形状 340"/>
                <p:cNvSpPr/>
                <p:nvPr/>
              </p:nvSpPr>
              <p:spPr>
                <a:xfrm>
                  <a:off x="-158068" y="6285443"/>
                  <a:ext cx="59224" cy="79326"/>
                </a:xfrm>
                <a:custGeom>
                  <a:avLst/>
                  <a:gdLst>
                    <a:gd name="connsiteX0" fmla="*/ 414557 w 414556"/>
                    <a:gd name="connsiteY0" fmla="*/ 554927 h 555265"/>
                    <a:gd name="connsiteX1" fmla="*/ 262252 w 414556"/>
                    <a:gd name="connsiteY1" fmla="*/ 526352 h 555265"/>
                    <a:gd name="connsiteX2" fmla="*/ 35557 w 414556"/>
                    <a:gd name="connsiteY2" fmla="*/ 332137 h 555265"/>
                    <a:gd name="connsiteX3" fmla="*/ 28889 w 414556"/>
                    <a:gd name="connsiteY3" fmla="*/ 67532 h 555265"/>
                    <a:gd name="connsiteX4" fmla="*/ 62989 w 414556"/>
                    <a:gd name="connsiteY4" fmla="*/ 0 h 555265"/>
                    <a:gd name="connsiteX5" fmla="*/ 322355 w 414556"/>
                    <a:gd name="connsiteY5" fmla="*/ 179832 h 555265"/>
                    <a:gd name="connsiteX6" fmla="*/ 414557 w 414556"/>
                    <a:gd name="connsiteY6" fmla="*/ 554927 h 55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556" h="555265">
                      <a:moveTo>
                        <a:pt x="414557" y="554927"/>
                      </a:moveTo>
                      <a:cubicBezTo>
                        <a:pt x="360550" y="557403"/>
                        <a:pt x="310353" y="546163"/>
                        <a:pt x="262252" y="526352"/>
                      </a:cubicBezTo>
                      <a:cubicBezTo>
                        <a:pt x="165573" y="486537"/>
                        <a:pt x="87182" y="424244"/>
                        <a:pt x="35557" y="332137"/>
                      </a:cubicBezTo>
                      <a:cubicBezTo>
                        <a:pt x="-13021" y="245554"/>
                        <a:pt x="-8449" y="156496"/>
                        <a:pt x="28889" y="67532"/>
                      </a:cubicBezTo>
                      <a:cubicBezTo>
                        <a:pt x="38224" y="45148"/>
                        <a:pt x="50702" y="24098"/>
                        <a:pt x="62989" y="0"/>
                      </a:cubicBezTo>
                      <a:cubicBezTo>
                        <a:pt x="135284" y="84582"/>
                        <a:pt x="207864" y="162878"/>
                        <a:pt x="322355" y="179832"/>
                      </a:cubicBezTo>
                      <a:cubicBezTo>
                        <a:pt x="299590" y="317278"/>
                        <a:pt x="302162" y="447961"/>
                        <a:pt x="414557" y="55492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49" name="任意多边形: 形状 341"/>
                <p:cNvSpPr/>
                <p:nvPr/>
              </p:nvSpPr>
              <p:spPr>
                <a:xfrm>
                  <a:off x="-102796" y="6317829"/>
                  <a:ext cx="64887" cy="67614"/>
                </a:xfrm>
                <a:custGeom>
                  <a:avLst/>
                  <a:gdLst>
                    <a:gd name="connsiteX0" fmla="*/ 305699 w 454193"/>
                    <a:gd name="connsiteY0" fmla="*/ 123920 h 473285"/>
                    <a:gd name="connsiteX1" fmla="*/ 454194 w 454193"/>
                    <a:gd name="connsiteY1" fmla="*/ 469964 h 473285"/>
                    <a:gd name="connsiteX2" fmla="*/ 356658 w 454193"/>
                    <a:gd name="connsiteY2" fmla="*/ 472345 h 473285"/>
                    <a:gd name="connsiteX3" fmla="*/ 106627 w 454193"/>
                    <a:gd name="connsiteY3" fmla="*/ 368332 h 473285"/>
                    <a:gd name="connsiteX4" fmla="*/ 1280 w 454193"/>
                    <a:gd name="connsiteY4" fmla="*/ 174879 h 473285"/>
                    <a:gd name="connsiteX5" fmla="*/ 32141 w 454193"/>
                    <a:gd name="connsiteY5" fmla="*/ 0 h 473285"/>
                    <a:gd name="connsiteX6" fmla="*/ 305699 w 454193"/>
                    <a:gd name="connsiteY6" fmla="*/ 123920 h 473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4193" h="473285">
                      <a:moveTo>
                        <a:pt x="305699" y="123920"/>
                      </a:moveTo>
                      <a:cubicBezTo>
                        <a:pt x="309509" y="257366"/>
                        <a:pt x="332369" y="381953"/>
                        <a:pt x="454194" y="469964"/>
                      </a:cubicBezTo>
                      <a:cubicBezTo>
                        <a:pt x="421618" y="471011"/>
                        <a:pt x="388852" y="475107"/>
                        <a:pt x="356658" y="472345"/>
                      </a:cubicBezTo>
                      <a:cubicBezTo>
                        <a:pt x="262646" y="464439"/>
                        <a:pt x="178921" y="429006"/>
                        <a:pt x="106627" y="368332"/>
                      </a:cubicBezTo>
                      <a:cubicBezTo>
                        <a:pt x="46524" y="317945"/>
                        <a:pt x="7852" y="255175"/>
                        <a:pt x="1280" y="174879"/>
                      </a:cubicBezTo>
                      <a:cubicBezTo>
                        <a:pt x="-3673" y="114586"/>
                        <a:pt x="5566" y="57245"/>
                        <a:pt x="32141" y="0"/>
                      </a:cubicBezTo>
                      <a:cubicBezTo>
                        <a:pt x="113199" y="64866"/>
                        <a:pt x="194161" y="127159"/>
                        <a:pt x="305699" y="1239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nvGrpSpPr>
              <p:cNvPr id="650" name="组合 649"/>
              <p:cNvGrpSpPr/>
              <p:nvPr/>
            </p:nvGrpSpPr>
            <p:grpSpPr>
              <a:xfrm>
                <a:off x="3934" y="3051"/>
                <a:ext cx="526" cy="122"/>
                <a:chOff x="4134" y="3051"/>
                <a:chExt cx="526" cy="122"/>
              </a:xfrm>
            </p:grpSpPr>
            <p:sp>
              <p:nvSpPr>
                <p:cNvPr id="651" name="任意多边形: 形状 316"/>
                <p:cNvSpPr/>
                <p:nvPr/>
              </p:nvSpPr>
              <p:spPr>
                <a:xfrm>
                  <a:off x="41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52" name="任意多边形: 形状 316"/>
                <p:cNvSpPr/>
                <p:nvPr/>
              </p:nvSpPr>
              <p:spPr>
                <a:xfrm>
                  <a:off x="43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sp>
              <p:nvSpPr>
                <p:cNvPr id="653" name="任意多边形: 形状 316"/>
                <p:cNvSpPr/>
                <p:nvPr/>
              </p:nvSpPr>
              <p:spPr>
                <a:xfrm>
                  <a:off x="4534" y="3051"/>
                  <a:ext cx="126" cy="123"/>
                </a:xfrm>
                <a:custGeom>
                  <a:avLst/>
                  <a:gdLst>
                    <a:gd name="connsiteX0" fmla="*/ 345091 w 345090"/>
                    <a:gd name="connsiteY0" fmla="*/ 133064 h 338613"/>
                    <a:gd name="connsiteX1" fmla="*/ 259271 w 345090"/>
                    <a:gd name="connsiteY1" fmla="*/ 193834 h 338613"/>
                    <a:gd name="connsiteX2" fmla="*/ 247269 w 345090"/>
                    <a:gd name="connsiteY2" fmla="*/ 231362 h 338613"/>
                    <a:gd name="connsiteX3" fmla="*/ 281654 w 345090"/>
                    <a:gd name="connsiteY3" fmla="*/ 337566 h 338613"/>
                    <a:gd name="connsiteX4" fmla="*/ 213741 w 345090"/>
                    <a:gd name="connsiteY4" fmla="*/ 289274 h 338613"/>
                    <a:gd name="connsiteX5" fmla="*/ 134303 w 345090"/>
                    <a:gd name="connsiteY5" fmla="*/ 287846 h 338613"/>
                    <a:gd name="connsiteX6" fmla="*/ 62389 w 345090"/>
                    <a:gd name="connsiteY6" fmla="*/ 338614 h 338613"/>
                    <a:gd name="connsiteX7" fmla="*/ 97822 w 345090"/>
                    <a:gd name="connsiteY7" fmla="*/ 230029 h 338613"/>
                    <a:gd name="connsiteX8" fmla="*/ 86773 w 345090"/>
                    <a:gd name="connsiteY8" fmla="*/ 194786 h 338613"/>
                    <a:gd name="connsiteX9" fmla="*/ 0 w 345090"/>
                    <a:gd name="connsiteY9" fmla="*/ 128206 h 338613"/>
                    <a:gd name="connsiteX10" fmla="*/ 105918 w 345090"/>
                    <a:gd name="connsiteY10" fmla="*/ 128588 h 338613"/>
                    <a:gd name="connsiteX11" fmla="*/ 137065 w 345090"/>
                    <a:gd name="connsiteY11" fmla="*/ 107442 h 338613"/>
                    <a:gd name="connsiteX12" fmla="*/ 173355 w 345090"/>
                    <a:gd name="connsiteY12" fmla="*/ 0 h 338613"/>
                    <a:gd name="connsiteX13" fmla="*/ 196977 w 345090"/>
                    <a:gd name="connsiteY13" fmla="*/ 72295 h 338613"/>
                    <a:gd name="connsiteX14" fmla="*/ 270510 w 345090"/>
                    <a:gd name="connsiteY14" fmla="*/ 128206 h 338613"/>
                    <a:gd name="connsiteX15" fmla="*/ 343376 w 345090"/>
                    <a:gd name="connsiteY15" fmla="*/ 128206 h 338613"/>
                    <a:gd name="connsiteX16" fmla="*/ 345091 w 345090"/>
                    <a:gd name="connsiteY16" fmla="*/ 133064 h 33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90" h="338613">
                      <a:moveTo>
                        <a:pt x="345091" y="133064"/>
                      </a:moveTo>
                      <a:cubicBezTo>
                        <a:pt x="316611" y="153448"/>
                        <a:pt x="288798" y="175069"/>
                        <a:pt x="259271" y="193834"/>
                      </a:cubicBezTo>
                      <a:cubicBezTo>
                        <a:pt x="242792" y="204216"/>
                        <a:pt x="241268" y="214598"/>
                        <a:pt x="247269" y="231362"/>
                      </a:cubicBezTo>
                      <a:cubicBezTo>
                        <a:pt x="258985" y="264128"/>
                        <a:pt x="268796" y="297561"/>
                        <a:pt x="281654" y="337566"/>
                      </a:cubicBezTo>
                      <a:cubicBezTo>
                        <a:pt x="255651" y="319183"/>
                        <a:pt x="234315" y="304705"/>
                        <a:pt x="213741" y="289274"/>
                      </a:cubicBezTo>
                      <a:cubicBezTo>
                        <a:pt x="173926" y="259652"/>
                        <a:pt x="174117" y="259461"/>
                        <a:pt x="134303" y="287846"/>
                      </a:cubicBezTo>
                      <a:cubicBezTo>
                        <a:pt x="112109" y="303657"/>
                        <a:pt x="89821" y="319183"/>
                        <a:pt x="62389" y="338614"/>
                      </a:cubicBezTo>
                      <a:cubicBezTo>
                        <a:pt x="75438" y="298132"/>
                        <a:pt x="85439" y="263652"/>
                        <a:pt x="97822" y="230029"/>
                      </a:cubicBezTo>
                      <a:cubicBezTo>
                        <a:pt x="103727" y="213836"/>
                        <a:pt x="101155" y="204311"/>
                        <a:pt x="86773" y="194786"/>
                      </a:cubicBezTo>
                      <a:cubicBezTo>
                        <a:pt x="57055" y="174974"/>
                        <a:pt x="28384" y="153638"/>
                        <a:pt x="0" y="128206"/>
                      </a:cubicBezTo>
                      <a:cubicBezTo>
                        <a:pt x="35338" y="128206"/>
                        <a:pt x="70675" y="127349"/>
                        <a:pt x="105918" y="128588"/>
                      </a:cubicBezTo>
                      <a:cubicBezTo>
                        <a:pt x="122968" y="129159"/>
                        <a:pt x="131921" y="124873"/>
                        <a:pt x="137065" y="107442"/>
                      </a:cubicBezTo>
                      <a:cubicBezTo>
                        <a:pt x="147066" y="73343"/>
                        <a:pt x="159639" y="40100"/>
                        <a:pt x="173355" y="0"/>
                      </a:cubicBezTo>
                      <a:cubicBezTo>
                        <a:pt x="182404" y="27527"/>
                        <a:pt x="190500" y="49721"/>
                        <a:pt x="196977" y="72295"/>
                      </a:cubicBezTo>
                      <a:cubicBezTo>
                        <a:pt x="213074" y="128111"/>
                        <a:pt x="212788" y="128206"/>
                        <a:pt x="270510" y="128206"/>
                      </a:cubicBezTo>
                      <a:cubicBezTo>
                        <a:pt x="294799" y="128206"/>
                        <a:pt x="319088" y="128206"/>
                        <a:pt x="343376" y="128206"/>
                      </a:cubicBezTo>
                      <a:cubicBezTo>
                        <a:pt x="343948" y="129826"/>
                        <a:pt x="344519" y="131445"/>
                        <a:pt x="345091" y="133064"/>
                      </a:cubicBezTo>
                      <a:close/>
                    </a:path>
                  </a:pathLst>
                </a:custGeom>
                <a:gradFill>
                  <a:gsLst>
                    <a:gs pos="65000">
                      <a:srgbClr val="FFCD69"/>
                    </a:gs>
                    <a:gs pos="0">
                      <a:srgbClr val="FFCD69">
                        <a:lumMod val="60000"/>
                        <a:lumOff val="40000"/>
                      </a:srgb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11C41"/>
                    </a:solidFill>
                    <a:effectLst/>
                    <a:uLnTx/>
                    <a:uFillTx/>
                    <a:latin typeface="Arial" panose="020B0604020202020204" pitchFamily="34" charset="0"/>
                    <a:ea typeface="微软雅黑 Light" panose="020B0502040204020203" charset="-122"/>
                    <a:cs typeface="+mn-ea"/>
                  </a:endParaRPr>
                </a:p>
              </p:txBody>
            </p:sp>
          </p:grpSp>
        </p:grpSp>
        <p:cxnSp>
          <p:nvCxnSpPr>
            <p:cNvPr id="2" name="直接连接符 1"/>
            <p:cNvCxnSpPr/>
            <p:nvPr/>
          </p:nvCxnSpPr>
          <p:spPr>
            <a:xfrm>
              <a:off x="12252" y="1135"/>
              <a:ext cx="5853" cy="0"/>
            </a:xfrm>
            <a:prstGeom prst="line">
              <a:avLst/>
            </a:prstGeom>
            <a:ln w="15875">
              <a:solidFill>
                <a:schemeClr val="bg1"/>
              </a:solidFill>
            </a:ln>
          </p:spPr>
          <p:style>
            <a:lnRef idx="2">
              <a:schemeClr val="accent1"/>
            </a:lnRef>
            <a:fillRef idx="0">
              <a:schemeClr val="accent1"/>
            </a:fillRef>
            <a:effectRef idx="1">
              <a:schemeClr val="accent1"/>
            </a:effectRef>
            <a:fontRef idx="minor">
              <a:schemeClr val="tx1"/>
            </a:fontRef>
          </p:style>
        </p:cxnSp>
      </p:grpSp>
    </p:spTree>
    <p:custDataLst>
      <p:tags r:id="rId13"/>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标题 35"/>
          <p:cNvSpPr>
            <a:spLocks noGrp="1"/>
          </p:cNvSpPr>
          <p:nvPr>
            <p:ph type="title"/>
          </p:nvPr>
        </p:nvSpPr>
        <p:spPr/>
        <p:txBody>
          <a:bodyPr/>
          <a:p>
            <a:pPr algn="l"/>
            <a:r>
              <a:rPr lang="zh-CN" altLang="en-US"/>
              <a:t>医药行业服务客户</a:t>
            </a:r>
            <a:r>
              <a:rPr lang="en-US" altLang="zh-CN"/>
              <a:t>——1000</a:t>
            </a:r>
            <a:r>
              <a:rPr lang="zh-CN" altLang="en-US"/>
              <a:t>+制药企业的共同选择</a:t>
            </a:r>
            <a:endParaRPr lang="zh-CN" altLang="en-US"/>
          </a:p>
        </p:txBody>
      </p:sp>
      <p:sp>
        <p:nvSpPr>
          <p:cNvPr id="7" name="矩形: 剪去左右顶角 6"/>
          <p:cNvSpPr/>
          <p:nvPr/>
        </p:nvSpPr>
        <p:spPr>
          <a:xfrm>
            <a:off x="470535" y="1027430"/>
            <a:ext cx="11278870" cy="4975225"/>
          </a:xfrm>
          <a:prstGeom prst="snip2SameRect">
            <a:avLst>
              <a:gd name="adj1" fmla="val 4704"/>
              <a:gd name="adj2" fmla="val 0"/>
            </a:avLst>
          </a:prstGeom>
          <a:gradFill>
            <a:gsLst>
              <a:gs pos="54000">
                <a:srgbClr val="FCC800">
                  <a:alpha val="12000"/>
                </a:srgbClr>
              </a:gs>
              <a:gs pos="100000">
                <a:srgbClr val="FCC800">
                  <a:alpha val="0"/>
                </a:srgbClr>
              </a:gs>
            </a:gsLst>
            <a:lin ang="5400000" scaled="1"/>
          </a:gradFill>
          <a:ln w="12700">
            <a:gradFill>
              <a:gsLst>
                <a:gs pos="100000">
                  <a:srgbClr val="FCC800">
                    <a:alpha val="0"/>
                  </a:srgbClr>
                </a:gs>
                <a:gs pos="0">
                  <a:srgbClr val="FF9E3F"/>
                </a:gs>
                <a:gs pos="100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 name="梯形 10"/>
          <p:cNvSpPr/>
          <p:nvPr/>
        </p:nvSpPr>
        <p:spPr>
          <a:xfrm>
            <a:off x="695324" y="5752616"/>
            <a:ext cx="10801349" cy="688966"/>
          </a:xfrm>
          <a:prstGeom prst="trapezoid">
            <a:avLst>
              <a:gd name="adj" fmla="val 138762"/>
            </a:avLst>
          </a:prstGeom>
          <a:gradFill>
            <a:gsLst>
              <a:gs pos="19000">
                <a:srgbClr val="FCC800">
                  <a:alpha val="5000"/>
                </a:srgbClr>
              </a:gs>
              <a:gs pos="100000">
                <a:srgbClr val="FCC800">
                  <a:alpha val="0"/>
                </a:srgbClr>
              </a:gs>
            </a:gsLst>
            <a:lin ang="5400000" scaled="1"/>
          </a:gradFill>
          <a:ln w="12700">
            <a:gradFill>
              <a:gsLst>
                <a:gs pos="37000">
                  <a:schemeClr val="accent1">
                    <a:alpha val="0"/>
                  </a:schemeClr>
                </a:gs>
                <a:gs pos="100000">
                  <a:schemeClr val="accent2">
                    <a:alpha val="8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3" name="梯形 12"/>
          <p:cNvSpPr/>
          <p:nvPr/>
        </p:nvSpPr>
        <p:spPr>
          <a:xfrm>
            <a:off x="1176906" y="5584372"/>
            <a:ext cx="9838189" cy="627531"/>
          </a:xfrm>
          <a:prstGeom prst="trapezoid">
            <a:avLst>
              <a:gd name="adj" fmla="val 138806"/>
            </a:avLst>
          </a:prstGeom>
          <a:gradFill>
            <a:gsLst>
              <a:gs pos="19000">
                <a:srgbClr val="FCC800">
                  <a:alpha val="5000"/>
                </a:srgbClr>
              </a:gs>
              <a:gs pos="100000">
                <a:srgbClr val="FCC800">
                  <a:alpha val="0"/>
                </a:srgbClr>
              </a:gs>
            </a:gsLst>
            <a:lin ang="5400000" scaled="1"/>
          </a:gradFill>
          <a:ln w="12700">
            <a:gradFill>
              <a:gsLst>
                <a:gs pos="37000">
                  <a:schemeClr val="accent1">
                    <a:alpha val="0"/>
                  </a:schemeClr>
                </a:gs>
                <a:gs pos="100000">
                  <a:schemeClr val="accent2">
                    <a:alpha val="8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grpSp>
        <p:nvGrpSpPr>
          <p:cNvPr id="27" name="组合 26"/>
          <p:cNvGrpSpPr/>
          <p:nvPr/>
        </p:nvGrpSpPr>
        <p:grpSpPr>
          <a:xfrm>
            <a:off x="688863" y="4362958"/>
            <a:ext cx="359322" cy="2457223"/>
            <a:chOff x="682399" y="4362958"/>
            <a:chExt cx="468505" cy="2457223"/>
          </a:xfrm>
        </p:grpSpPr>
        <p:sp>
          <p:nvSpPr>
            <p:cNvPr id="31" name="矩形: 剪去单角 30"/>
            <p:cNvSpPr/>
            <p:nvPr/>
          </p:nvSpPr>
          <p:spPr>
            <a:xfrm>
              <a:off x="682399" y="5121595"/>
              <a:ext cx="224697" cy="1698586"/>
            </a:xfrm>
            <a:prstGeom prst="snip1Rect">
              <a:avLst>
                <a:gd name="adj" fmla="val 50000"/>
              </a:avLst>
            </a:prstGeom>
            <a:gradFill flip="none" rotWithShape="1">
              <a:gsLst>
                <a:gs pos="20000">
                  <a:schemeClr val="accent1">
                    <a:alpha val="20000"/>
                  </a:schemeClr>
                </a:gs>
                <a:gs pos="78000">
                  <a:schemeClr val="accent2">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Regular"/>
                <a:ea typeface="微软雅黑" panose="020B0503020204020204" charset="-122"/>
                <a:cs typeface="+mn-cs"/>
              </a:endParaRPr>
            </a:p>
          </p:txBody>
        </p:sp>
        <p:sp>
          <p:nvSpPr>
            <p:cNvPr id="32" name="矩形: 剪去单角 31"/>
            <p:cNvSpPr/>
            <p:nvPr/>
          </p:nvSpPr>
          <p:spPr>
            <a:xfrm>
              <a:off x="841769" y="4362958"/>
              <a:ext cx="309135" cy="2175993"/>
            </a:xfrm>
            <a:prstGeom prst="snip1Rect">
              <a:avLst>
                <a:gd name="adj" fmla="val 50000"/>
              </a:avLst>
            </a:prstGeom>
            <a:gradFill flip="none" rotWithShape="1">
              <a:gsLst>
                <a:gs pos="20000">
                  <a:srgbClr val="FCC800"/>
                </a:gs>
                <a:gs pos="89000">
                  <a:srgbClr val="FCC800">
                    <a:alpha val="0"/>
                    <a:lumMod val="60000"/>
                    <a:lumOff val="40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Regular"/>
                <a:ea typeface="微软雅黑" panose="020B0503020204020204" charset="-122"/>
                <a:cs typeface="+mn-cs"/>
              </a:endParaRPr>
            </a:p>
          </p:txBody>
        </p:sp>
      </p:grpSp>
      <p:grpSp>
        <p:nvGrpSpPr>
          <p:cNvPr id="28" name="组合 27"/>
          <p:cNvGrpSpPr/>
          <p:nvPr/>
        </p:nvGrpSpPr>
        <p:grpSpPr>
          <a:xfrm flipH="1">
            <a:off x="11143816" y="4362958"/>
            <a:ext cx="359322" cy="2457223"/>
            <a:chOff x="682399" y="4362958"/>
            <a:chExt cx="468505" cy="2457223"/>
          </a:xfrm>
        </p:grpSpPr>
        <p:sp>
          <p:nvSpPr>
            <p:cNvPr id="29" name="矩形: 剪去单角 28"/>
            <p:cNvSpPr/>
            <p:nvPr/>
          </p:nvSpPr>
          <p:spPr>
            <a:xfrm>
              <a:off x="682399" y="5121595"/>
              <a:ext cx="224697" cy="1698586"/>
            </a:xfrm>
            <a:prstGeom prst="snip1Rect">
              <a:avLst>
                <a:gd name="adj" fmla="val 50000"/>
              </a:avLst>
            </a:prstGeom>
            <a:gradFill flip="none" rotWithShape="1">
              <a:gsLst>
                <a:gs pos="20000">
                  <a:schemeClr val="accent1">
                    <a:alpha val="20000"/>
                  </a:schemeClr>
                </a:gs>
                <a:gs pos="78000">
                  <a:schemeClr val="accent2">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Regular"/>
                <a:ea typeface="微软雅黑" panose="020B0503020204020204" charset="-122"/>
                <a:cs typeface="+mn-cs"/>
              </a:endParaRPr>
            </a:p>
          </p:txBody>
        </p:sp>
        <p:sp>
          <p:nvSpPr>
            <p:cNvPr id="30" name="矩形: 剪去单角 29"/>
            <p:cNvSpPr/>
            <p:nvPr/>
          </p:nvSpPr>
          <p:spPr>
            <a:xfrm>
              <a:off x="841769" y="4362958"/>
              <a:ext cx="309135" cy="2175993"/>
            </a:xfrm>
            <a:prstGeom prst="snip1Rect">
              <a:avLst>
                <a:gd name="adj" fmla="val 50000"/>
              </a:avLst>
            </a:prstGeom>
            <a:gradFill flip="none" rotWithShape="1">
              <a:gsLst>
                <a:gs pos="20000">
                  <a:srgbClr val="FCC800"/>
                </a:gs>
                <a:gs pos="89000">
                  <a:srgbClr val="FCC800">
                    <a:alpha val="0"/>
                    <a:lumMod val="60000"/>
                    <a:lumOff val="40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Regular"/>
                <a:ea typeface="微软雅黑" panose="020B0503020204020204" charset="-122"/>
                <a:cs typeface="+mn-cs"/>
              </a:endParaRPr>
            </a:p>
          </p:txBody>
        </p:sp>
      </p:grpSp>
      <p:grpSp>
        <p:nvGrpSpPr>
          <p:cNvPr id="26" name="组合 25"/>
          <p:cNvGrpSpPr/>
          <p:nvPr/>
        </p:nvGrpSpPr>
        <p:grpSpPr>
          <a:xfrm>
            <a:off x="5413762" y="1158403"/>
            <a:ext cx="1364476" cy="338554"/>
            <a:chOff x="5413762" y="1158403"/>
            <a:chExt cx="1364476" cy="338554"/>
          </a:xfrm>
        </p:grpSpPr>
        <p:sp>
          <p:nvSpPr>
            <p:cNvPr id="22" name="六边形 21"/>
            <p:cNvSpPr/>
            <p:nvPr/>
          </p:nvSpPr>
          <p:spPr>
            <a:xfrm>
              <a:off x="5475323" y="1163483"/>
              <a:ext cx="1241354" cy="325782"/>
            </a:xfrm>
            <a:prstGeom prst="hexagon">
              <a:avLst/>
            </a:prstGeom>
            <a:gradFill flip="none" rotWithShape="1">
              <a:gsLst>
                <a:gs pos="0">
                  <a:srgbClr val="FCC800"/>
                </a:gs>
                <a:gs pos="97000">
                  <a:srgbClr val="FF9E3F"/>
                </a:gs>
              </a:gsLst>
              <a:lin ang="2700000"/>
            </a:gradFill>
            <a:ln w="0">
              <a:noFill/>
            </a:ln>
            <a:effectLst>
              <a:outerShdw blurRad="254000" dist="88900" dir="5400000" algn="t"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3" name="文本框 32"/>
            <p:cNvSpPr txBox="1"/>
            <p:nvPr/>
          </p:nvSpPr>
          <p:spPr>
            <a:xfrm>
              <a:off x="5413762" y="1158403"/>
              <a:ext cx="136447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典型客户</a:t>
              </a:r>
              <a:endParaRPr kumimoji="0" lang="en-US" sz="16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sp>
        <p:nvSpPr>
          <p:cNvPr id="1519" name="矩形: 剪去对角 1518"/>
          <p:cNvSpPr/>
          <p:nvPr/>
        </p:nvSpPr>
        <p:spPr>
          <a:xfrm>
            <a:off x="1176655" y="192151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Regular"/>
              <a:ea typeface="微软雅黑" panose="020B0503020204020204" charset="-122"/>
              <a:cs typeface="+mn-cs"/>
            </a:endParaRPr>
          </a:p>
        </p:txBody>
      </p:sp>
      <p:sp>
        <p:nvSpPr>
          <p:cNvPr id="1534" name="矩形: 剪去对角 1533"/>
          <p:cNvSpPr/>
          <p:nvPr/>
        </p:nvSpPr>
        <p:spPr>
          <a:xfrm>
            <a:off x="1176655" y="251650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Regular"/>
              <a:ea typeface="微软雅黑" panose="020B0503020204020204" charset="-122"/>
              <a:cs typeface="+mn-cs"/>
            </a:endParaRPr>
          </a:p>
        </p:txBody>
      </p:sp>
      <p:sp>
        <p:nvSpPr>
          <p:cNvPr id="1535" name="矩形: 剪去对角 1534"/>
          <p:cNvSpPr/>
          <p:nvPr/>
        </p:nvSpPr>
        <p:spPr>
          <a:xfrm>
            <a:off x="1176655" y="311150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Regular"/>
              <a:ea typeface="微软雅黑" panose="020B0503020204020204" charset="-122"/>
              <a:cs typeface="+mn-cs"/>
            </a:endParaRPr>
          </a:p>
        </p:txBody>
      </p:sp>
      <p:sp>
        <p:nvSpPr>
          <p:cNvPr id="1152" name="矩形: 剪去对角 1151"/>
          <p:cNvSpPr/>
          <p:nvPr/>
        </p:nvSpPr>
        <p:spPr>
          <a:xfrm>
            <a:off x="1176655" y="370586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Regular"/>
              <a:ea typeface="微软雅黑" panose="020B0503020204020204" charset="-122"/>
              <a:cs typeface="+mn-cs"/>
            </a:endParaRPr>
          </a:p>
        </p:txBody>
      </p:sp>
      <p:sp>
        <p:nvSpPr>
          <p:cNvPr id="37" name="矩形: 剪去对角 1151"/>
          <p:cNvSpPr/>
          <p:nvPr/>
        </p:nvSpPr>
        <p:spPr>
          <a:xfrm>
            <a:off x="1176655" y="430085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Regular"/>
              <a:ea typeface="微软雅黑" panose="020B0503020204020204" charset="-122"/>
              <a:cs typeface="+mn-cs"/>
            </a:endParaRPr>
          </a:p>
        </p:txBody>
      </p:sp>
      <p:sp>
        <p:nvSpPr>
          <p:cNvPr id="40" name="矩形: 剪去对角 1151"/>
          <p:cNvSpPr/>
          <p:nvPr/>
        </p:nvSpPr>
        <p:spPr>
          <a:xfrm>
            <a:off x="1176655" y="489585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Regular"/>
              <a:ea typeface="微软雅黑" panose="020B0503020204020204" charset="-122"/>
              <a:cs typeface="+mn-cs"/>
            </a:endParaRPr>
          </a:p>
        </p:txBody>
      </p:sp>
      <p:sp>
        <p:nvSpPr>
          <p:cNvPr id="43" name="矩形: 剪去对角 1151"/>
          <p:cNvSpPr/>
          <p:nvPr/>
        </p:nvSpPr>
        <p:spPr>
          <a:xfrm>
            <a:off x="1176655" y="549084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Regular"/>
              <a:ea typeface="微软雅黑" panose="020B0503020204020204" charset="-122"/>
              <a:cs typeface="+mn-cs"/>
            </a:endParaRPr>
          </a:p>
        </p:txBody>
      </p:sp>
      <p:sp>
        <p:nvSpPr>
          <p:cNvPr id="15" name="矩形: 剪去对角 1518"/>
          <p:cNvSpPr/>
          <p:nvPr/>
        </p:nvSpPr>
        <p:spPr>
          <a:xfrm>
            <a:off x="2609850" y="192722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Roboto Regular"/>
              <a:ea typeface="微软雅黑" panose="020B0503020204020204" charset="-122"/>
              <a:sym typeface="+mn-ea"/>
            </a:endParaRPr>
          </a:p>
        </p:txBody>
      </p:sp>
      <p:sp>
        <p:nvSpPr>
          <p:cNvPr id="53" name="矩形: 剪去对角 1533"/>
          <p:cNvSpPr/>
          <p:nvPr/>
        </p:nvSpPr>
        <p:spPr>
          <a:xfrm>
            <a:off x="2609850" y="251650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Roboto Regular"/>
              <a:ea typeface="微软雅黑" panose="020B0503020204020204" charset="-122"/>
              <a:sym typeface="+mn-ea"/>
            </a:endParaRPr>
          </a:p>
        </p:txBody>
      </p:sp>
      <p:sp>
        <p:nvSpPr>
          <p:cNvPr id="56" name="矩形: 剪去对角 1534"/>
          <p:cNvSpPr/>
          <p:nvPr/>
        </p:nvSpPr>
        <p:spPr>
          <a:xfrm>
            <a:off x="2609850" y="311150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Roboto Regular"/>
              <a:ea typeface="微软雅黑" panose="020B0503020204020204" charset="-122"/>
              <a:sym typeface="+mn-ea"/>
            </a:endParaRPr>
          </a:p>
        </p:txBody>
      </p:sp>
      <p:sp>
        <p:nvSpPr>
          <p:cNvPr id="59" name="矩形: 剪去对角 1151"/>
          <p:cNvSpPr/>
          <p:nvPr/>
        </p:nvSpPr>
        <p:spPr>
          <a:xfrm>
            <a:off x="2609850" y="370586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Roboto Regular"/>
              <a:ea typeface="微软雅黑" panose="020B0503020204020204" charset="-122"/>
              <a:sym typeface="+mn-ea"/>
            </a:endParaRPr>
          </a:p>
        </p:txBody>
      </p:sp>
      <p:sp>
        <p:nvSpPr>
          <p:cNvPr id="66" name="矩形: 剪去对角 1151"/>
          <p:cNvSpPr/>
          <p:nvPr/>
        </p:nvSpPr>
        <p:spPr>
          <a:xfrm>
            <a:off x="2609850" y="430085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Roboto Regular"/>
              <a:ea typeface="微软雅黑" panose="020B0503020204020204" charset="-122"/>
              <a:sym typeface="+mn-ea"/>
            </a:endParaRPr>
          </a:p>
        </p:txBody>
      </p:sp>
      <p:sp>
        <p:nvSpPr>
          <p:cNvPr id="69" name="矩形: 剪去对角 1151"/>
          <p:cNvSpPr/>
          <p:nvPr/>
        </p:nvSpPr>
        <p:spPr>
          <a:xfrm>
            <a:off x="2609850" y="489585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Roboto Regular"/>
              <a:ea typeface="微软雅黑" panose="020B0503020204020204" charset="-122"/>
              <a:sym typeface="+mn-ea"/>
            </a:endParaRPr>
          </a:p>
        </p:txBody>
      </p:sp>
      <p:sp>
        <p:nvSpPr>
          <p:cNvPr id="72" name="矩形: 剪去对角 1151"/>
          <p:cNvSpPr/>
          <p:nvPr/>
        </p:nvSpPr>
        <p:spPr>
          <a:xfrm>
            <a:off x="2609850" y="549084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Roboto Regular"/>
              <a:ea typeface="微软雅黑" panose="020B0503020204020204" charset="-122"/>
              <a:sym typeface="+mn-ea"/>
            </a:endParaRPr>
          </a:p>
        </p:txBody>
      </p:sp>
      <p:sp>
        <p:nvSpPr>
          <p:cNvPr id="76" name="矩形: 剪去对角 1518"/>
          <p:cNvSpPr/>
          <p:nvPr/>
        </p:nvSpPr>
        <p:spPr>
          <a:xfrm>
            <a:off x="4046855" y="192151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92" name="矩形: 剪去对角 1533"/>
          <p:cNvSpPr/>
          <p:nvPr/>
        </p:nvSpPr>
        <p:spPr>
          <a:xfrm>
            <a:off x="4043045" y="251650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95" name="矩形: 剪去对角 1534"/>
          <p:cNvSpPr/>
          <p:nvPr/>
        </p:nvSpPr>
        <p:spPr>
          <a:xfrm>
            <a:off x="4043045" y="311150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98" name="矩形: 剪去对角 1151"/>
          <p:cNvSpPr/>
          <p:nvPr/>
        </p:nvSpPr>
        <p:spPr>
          <a:xfrm>
            <a:off x="4043045" y="370586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01" name="矩形: 剪去对角 1151"/>
          <p:cNvSpPr/>
          <p:nvPr/>
        </p:nvSpPr>
        <p:spPr>
          <a:xfrm>
            <a:off x="4041775" y="430085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04" name="矩形: 剪去对角 1151"/>
          <p:cNvSpPr/>
          <p:nvPr/>
        </p:nvSpPr>
        <p:spPr>
          <a:xfrm>
            <a:off x="4043045" y="489585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07" name="矩形: 剪去对角 1151"/>
          <p:cNvSpPr/>
          <p:nvPr/>
        </p:nvSpPr>
        <p:spPr>
          <a:xfrm>
            <a:off x="4043045" y="549402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11" name="矩形: 剪去对角 1518"/>
          <p:cNvSpPr/>
          <p:nvPr/>
        </p:nvSpPr>
        <p:spPr>
          <a:xfrm>
            <a:off x="5476240" y="192151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27" name="矩形: 剪去对角 1533"/>
          <p:cNvSpPr/>
          <p:nvPr/>
        </p:nvSpPr>
        <p:spPr>
          <a:xfrm>
            <a:off x="5476240" y="251650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30" name="矩形: 剪去对角 1534"/>
          <p:cNvSpPr/>
          <p:nvPr/>
        </p:nvSpPr>
        <p:spPr>
          <a:xfrm>
            <a:off x="5476240" y="311150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33" name="矩形: 剪去对角 1151"/>
          <p:cNvSpPr/>
          <p:nvPr/>
        </p:nvSpPr>
        <p:spPr>
          <a:xfrm>
            <a:off x="5476240" y="370586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36" name="矩形: 剪去对角 1151"/>
          <p:cNvSpPr/>
          <p:nvPr/>
        </p:nvSpPr>
        <p:spPr>
          <a:xfrm>
            <a:off x="5476240" y="430085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39" name="矩形: 剪去对角 1151"/>
          <p:cNvSpPr/>
          <p:nvPr/>
        </p:nvSpPr>
        <p:spPr>
          <a:xfrm>
            <a:off x="5476240" y="489585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42" name="矩形: 剪去对角 1151"/>
          <p:cNvSpPr/>
          <p:nvPr/>
        </p:nvSpPr>
        <p:spPr>
          <a:xfrm>
            <a:off x="5476240" y="549084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46" name="矩形: 剪去对角 1518"/>
          <p:cNvSpPr/>
          <p:nvPr/>
        </p:nvSpPr>
        <p:spPr>
          <a:xfrm>
            <a:off x="6909435" y="192151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62" name="矩形: 剪去对角 1533"/>
          <p:cNvSpPr/>
          <p:nvPr/>
        </p:nvSpPr>
        <p:spPr>
          <a:xfrm>
            <a:off x="6909435" y="251650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65" name="矩形: 剪去对角 1534"/>
          <p:cNvSpPr/>
          <p:nvPr/>
        </p:nvSpPr>
        <p:spPr>
          <a:xfrm>
            <a:off x="6909435" y="311150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68" name="矩形: 剪去对角 1151"/>
          <p:cNvSpPr/>
          <p:nvPr/>
        </p:nvSpPr>
        <p:spPr>
          <a:xfrm>
            <a:off x="6909435" y="370586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71" name="矩形: 剪去对角 1151"/>
          <p:cNvSpPr/>
          <p:nvPr/>
        </p:nvSpPr>
        <p:spPr>
          <a:xfrm>
            <a:off x="6909435" y="430085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74" name="矩形: 剪去对角 1151"/>
          <p:cNvSpPr/>
          <p:nvPr/>
        </p:nvSpPr>
        <p:spPr>
          <a:xfrm>
            <a:off x="6909435" y="489585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77" name="矩形: 剪去对角 1151"/>
          <p:cNvSpPr/>
          <p:nvPr/>
        </p:nvSpPr>
        <p:spPr>
          <a:xfrm>
            <a:off x="6909435" y="549084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81" name="矩形: 剪去对角 1518"/>
          <p:cNvSpPr/>
          <p:nvPr/>
        </p:nvSpPr>
        <p:spPr>
          <a:xfrm>
            <a:off x="8342630" y="192151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197" name="矩形: 剪去对角 1533"/>
          <p:cNvSpPr/>
          <p:nvPr/>
        </p:nvSpPr>
        <p:spPr>
          <a:xfrm>
            <a:off x="8342630" y="251650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200" name="矩形: 剪去对角 1534"/>
          <p:cNvSpPr/>
          <p:nvPr/>
        </p:nvSpPr>
        <p:spPr>
          <a:xfrm>
            <a:off x="8342630" y="311150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203" name="矩形: 剪去对角 1151"/>
          <p:cNvSpPr/>
          <p:nvPr/>
        </p:nvSpPr>
        <p:spPr>
          <a:xfrm>
            <a:off x="8342630" y="370586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206" name="矩形: 剪去对角 1151"/>
          <p:cNvSpPr/>
          <p:nvPr/>
        </p:nvSpPr>
        <p:spPr>
          <a:xfrm>
            <a:off x="8342630" y="430085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209" name="矩形: 剪去对角 1151"/>
          <p:cNvSpPr/>
          <p:nvPr/>
        </p:nvSpPr>
        <p:spPr>
          <a:xfrm>
            <a:off x="8342630" y="489585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212" name="矩形: 剪去对角 1151"/>
          <p:cNvSpPr/>
          <p:nvPr/>
        </p:nvSpPr>
        <p:spPr>
          <a:xfrm>
            <a:off x="8342630" y="549084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216" name="矩形: 剪去对角 1518"/>
          <p:cNvSpPr/>
          <p:nvPr/>
        </p:nvSpPr>
        <p:spPr>
          <a:xfrm>
            <a:off x="9775825" y="192151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232" name="矩形: 剪去对角 1533"/>
          <p:cNvSpPr/>
          <p:nvPr/>
        </p:nvSpPr>
        <p:spPr>
          <a:xfrm>
            <a:off x="9775825" y="251650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235" name="矩形: 剪去对角 1534"/>
          <p:cNvSpPr/>
          <p:nvPr/>
        </p:nvSpPr>
        <p:spPr>
          <a:xfrm>
            <a:off x="9775825" y="311150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238" name="矩形: 剪去对角 1151"/>
          <p:cNvSpPr/>
          <p:nvPr/>
        </p:nvSpPr>
        <p:spPr>
          <a:xfrm>
            <a:off x="9775825" y="370586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241" name="矩形: 剪去对角 1151"/>
          <p:cNvSpPr/>
          <p:nvPr/>
        </p:nvSpPr>
        <p:spPr>
          <a:xfrm>
            <a:off x="9775825" y="430085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244" name="矩形: 剪去对角 1151"/>
          <p:cNvSpPr/>
          <p:nvPr/>
        </p:nvSpPr>
        <p:spPr>
          <a:xfrm>
            <a:off x="9775825" y="4895850"/>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sp>
        <p:nvSpPr>
          <p:cNvPr id="247" name="矩形: 剪去对角 1151"/>
          <p:cNvSpPr/>
          <p:nvPr/>
        </p:nvSpPr>
        <p:spPr>
          <a:xfrm>
            <a:off x="9775825" y="5490845"/>
            <a:ext cx="1241425" cy="473710"/>
          </a:xfrm>
          <a:prstGeom prst="snip2DiagRect">
            <a:avLst>
              <a:gd name="adj1" fmla="val 0"/>
              <a:gd name="adj2" fmla="val 473"/>
            </a:avLst>
          </a:prstGeom>
          <a:solidFill>
            <a:schemeClr val="bg1"/>
          </a:solidFill>
          <a:ln>
            <a:noFill/>
          </a:ln>
          <a:effectLst>
            <a:outerShdw blurRad="190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Roboto Regular"/>
              <a:ea typeface="微软雅黑" panose="020B0503020204020204" charset="-122"/>
              <a:sym typeface="+mn-ea"/>
            </a:endParaRPr>
          </a:p>
        </p:txBody>
      </p:sp>
      <p:pic>
        <p:nvPicPr>
          <p:cNvPr id="249" name="图片 248" descr="国药集团"/>
          <p:cNvPicPr>
            <a:picLocks noChangeAspect="1"/>
          </p:cNvPicPr>
          <p:nvPr/>
        </p:nvPicPr>
        <p:blipFill>
          <a:blip r:embed="rId1"/>
          <a:srcRect b="27560"/>
          <a:stretch>
            <a:fillRect/>
          </a:stretch>
        </p:blipFill>
        <p:spPr>
          <a:xfrm>
            <a:off x="1311275" y="1999615"/>
            <a:ext cx="972185" cy="318135"/>
          </a:xfrm>
          <a:prstGeom prst="rect">
            <a:avLst/>
          </a:prstGeom>
        </p:spPr>
      </p:pic>
      <p:pic>
        <p:nvPicPr>
          <p:cNvPr id="250" name="图片 249" descr="华润三九医药"/>
          <p:cNvPicPr>
            <a:picLocks noChangeAspect="1"/>
          </p:cNvPicPr>
          <p:nvPr/>
        </p:nvPicPr>
        <p:blipFill>
          <a:blip r:embed="rId2"/>
          <a:stretch>
            <a:fillRect/>
          </a:stretch>
        </p:blipFill>
        <p:spPr>
          <a:xfrm>
            <a:off x="2924810" y="2000250"/>
            <a:ext cx="612140" cy="328295"/>
          </a:xfrm>
          <a:prstGeom prst="rect">
            <a:avLst/>
          </a:prstGeom>
        </p:spPr>
      </p:pic>
      <p:pic>
        <p:nvPicPr>
          <p:cNvPr id="252" name="图片 251" descr="北京同仁堂-1"/>
          <p:cNvPicPr>
            <a:picLocks noChangeAspect="1"/>
          </p:cNvPicPr>
          <p:nvPr/>
        </p:nvPicPr>
        <p:blipFill>
          <a:blip r:embed="rId3"/>
          <a:srcRect l="2426" t="32910" r="7041" b="28113"/>
          <a:stretch>
            <a:fillRect/>
          </a:stretch>
        </p:blipFill>
        <p:spPr>
          <a:xfrm>
            <a:off x="4217670" y="2011045"/>
            <a:ext cx="899795" cy="295275"/>
          </a:xfrm>
          <a:prstGeom prst="rect">
            <a:avLst/>
          </a:prstGeom>
        </p:spPr>
      </p:pic>
      <p:grpSp>
        <p:nvGrpSpPr>
          <p:cNvPr id="319" name="组合 318"/>
          <p:cNvGrpSpPr>
            <a:grpSpLocks noChangeAspect="1"/>
          </p:cNvGrpSpPr>
          <p:nvPr/>
        </p:nvGrpSpPr>
        <p:grpSpPr>
          <a:xfrm rot="0">
            <a:off x="5593080" y="2047875"/>
            <a:ext cx="1007745" cy="220980"/>
            <a:chOff x="8791" y="3221"/>
            <a:chExt cx="1571" cy="344"/>
          </a:xfrm>
        </p:grpSpPr>
        <p:pic>
          <p:nvPicPr>
            <p:cNvPr id="255" name="图片 254" descr="白云山"/>
            <p:cNvPicPr>
              <a:picLocks noChangeAspect="1"/>
            </p:cNvPicPr>
            <p:nvPr/>
          </p:nvPicPr>
          <p:blipFill>
            <a:blip r:embed="rId4"/>
            <a:srcRect b="29579"/>
            <a:stretch>
              <a:fillRect/>
            </a:stretch>
          </p:blipFill>
          <p:spPr>
            <a:xfrm>
              <a:off x="8791" y="3221"/>
              <a:ext cx="521" cy="344"/>
            </a:xfrm>
            <a:prstGeom prst="rect">
              <a:avLst/>
            </a:prstGeom>
          </p:spPr>
        </p:pic>
        <p:pic>
          <p:nvPicPr>
            <p:cNvPr id="254" name="图片 253" descr="白云山"/>
            <p:cNvPicPr>
              <a:picLocks noChangeAspect="1"/>
            </p:cNvPicPr>
            <p:nvPr/>
          </p:nvPicPr>
          <p:blipFill>
            <a:blip r:embed="rId4"/>
            <a:srcRect t="79396"/>
            <a:stretch>
              <a:fillRect/>
            </a:stretch>
          </p:blipFill>
          <p:spPr>
            <a:xfrm>
              <a:off x="9256" y="3286"/>
              <a:ext cx="1106" cy="214"/>
            </a:xfrm>
            <a:prstGeom prst="rect">
              <a:avLst/>
            </a:prstGeom>
          </p:spPr>
        </p:pic>
      </p:grpSp>
      <p:pic>
        <p:nvPicPr>
          <p:cNvPr id="256" name="图片 255" descr="江苏恒瑞医药"/>
          <p:cNvPicPr>
            <a:picLocks noChangeAspect="1"/>
          </p:cNvPicPr>
          <p:nvPr/>
        </p:nvPicPr>
        <p:blipFill>
          <a:blip r:embed="rId5"/>
          <a:stretch>
            <a:fillRect/>
          </a:stretch>
        </p:blipFill>
        <p:spPr>
          <a:xfrm>
            <a:off x="7259955" y="1991995"/>
            <a:ext cx="539750" cy="332740"/>
          </a:xfrm>
          <a:prstGeom prst="rect">
            <a:avLst/>
          </a:prstGeom>
        </p:spPr>
      </p:pic>
      <p:pic>
        <p:nvPicPr>
          <p:cNvPr id="257" name="图片 256" descr="正大天晴药业"/>
          <p:cNvPicPr>
            <a:picLocks noChangeAspect="1"/>
          </p:cNvPicPr>
          <p:nvPr/>
        </p:nvPicPr>
        <p:blipFill>
          <a:blip r:embed="rId6"/>
          <a:stretch>
            <a:fillRect/>
          </a:stretch>
        </p:blipFill>
        <p:spPr>
          <a:xfrm>
            <a:off x="8513445" y="2045970"/>
            <a:ext cx="899795" cy="225425"/>
          </a:xfrm>
          <a:prstGeom prst="rect">
            <a:avLst/>
          </a:prstGeom>
        </p:spPr>
      </p:pic>
      <p:pic>
        <p:nvPicPr>
          <p:cNvPr id="258" name="图片 257" descr="07_扬子江药业"/>
          <p:cNvPicPr>
            <a:picLocks noChangeAspect="1"/>
          </p:cNvPicPr>
          <p:nvPr/>
        </p:nvPicPr>
        <p:blipFill>
          <a:blip r:embed="rId7"/>
          <a:stretch>
            <a:fillRect/>
          </a:stretch>
        </p:blipFill>
        <p:spPr>
          <a:xfrm>
            <a:off x="9910445" y="2039620"/>
            <a:ext cx="972185" cy="238125"/>
          </a:xfrm>
          <a:prstGeom prst="rect">
            <a:avLst/>
          </a:prstGeom>
        </p:spPr>
      </p:pic>
      <p:pic>
        <p:nvPicPr>
          <p:cNvPr id="261" name="图片 260" descr="上药集团"/>
          <p:cNvPicPr>
            <a:picLocks noChangeAspect="1"/>
          </p:cNvPicPr>
          <p:nvPr/>
        </p:nvPicPr>
        <p:blipFill>
          <a:blip r:embed="rId8"/>
          <a:srcRect l="15274" t="32463" r="13910" b="32435"/>
          <a:stretch>
            <a:fillRect/>
          </a:stretch>
        </p:blipFill>
        <p:spPr>
          <a:xfrm>
            <a:off x="2852420" y="2618105"/>
            <a:ext cx="756285" cy="270510"/>
          </a:xfrm>
          <a:prstGeom prst="rect">
            <a:avLst/>
          </a:prstGeom>
        </p:spPr>
      </p:pic>
      <p:pic>
        <p:nvPicPr>
          <p:cNvPr id="262" name="图片 261" descr="远大制药"/>
          <p:cNvPicPr>
            <a:picLocks noChangeAspect="1"/>
          </p:cNvPicPr>
          <p:nvPr/>
        </p:nvPicPr>
        <p:blipFill>
          <a:blip r:embed="rId9"/>
          <a:srcRect t="35078" b="34117"/>
          <a:stretch>
            <a:fillRect/>
          </a:stretch>
        </p:blipFill>
        <p:spPr>
          <a:xfrm>
            <a:off x="4195445" y="2656840"/>
            <a:ext cx="935990" cy="192405"/>
          </a:xfrm>
          <a:prstGeom prst="rect">
            <a:avLst/>
          </a:prstGeom>
        </p:spPr>
      </p:pic>
      <p:pic>
        <p:nvPicPr>
          <p:cNvPr id="264" name="图片 263" descr="拜耳医药"/>
          <p:cNvPicPr>
            <a:picLocks noChangeAspect="1"/>
          </p:cNvPicPr>
          <p:nvPr/>
        </p:nvPicPr>
        <p:blipFill>
          <a:blip r:embed="rId10"/>
          <a:srcRect t="26529" b="28950"/>
          <a:stretch>
            <a:fillRect/>
          </a:stretch>
        </p:blipFill>
        <p:spPr>
          <a:xfrm>
            <a:off x="5683250" y="2614930"/>
            <a:ext cx="828040" cy="276860"/>
          </a:xfrm>
          <a:prstGeom prst="rect">
            <a:avLst/>
          </a:prstGeom>
        </p:spPr>
      </p:pic>
      <p:pic>
        <p:nvPicPr>
          <p:cNvPr id="265" name="图片 264" descr="大冢制药"/>
          <p:cNvPicPr>
            <a:picLocks noChangeAspect="1"/>
          </p:cNvPicPr>
          <p:nvPr/>
        </p:nvPicPr>
        <p:blipFill>
          <a:blip r:embed="rId11"/>
          <a:stretch>
            <a:fillRect/>
          </a:stretch>
        </p:blipFill>
        <p:spPr>
          <a:xfrm>
            <a:off x="7192645" y="2591435"/>
            <a:ext cx="675005" cy="323850"/>
          </a:xfrm>
          <a:prstGeom prst="rect">
            <a:avLst/>
          </a:prstGeom>
        </p:spPr>
      </p:pic>
      <p:pic>
        <p:nvPicPr>
          <p:cNvPr id="266" name="图片 265" descr="药明康得药业"/>
          <p:cNvPicPr>
            <a:picLocks noChangeAspect="1"/>
          </p:cNvPicPr>
          <p:nvPr/>
        </p:nvPicPr>
        <p:blipFill>
          <a:blip r:embed="rId12"/>
          <a:srcRect l="9778" t="26617" r="10049" b="28321"/>
          <a:stretch>
            <a:fillRect/>
          </a:stretch>
        </p:blipFill>
        <p:spPr>
          <a:xfrm>
            <a:off x="8513445" y="2611120"/>
            <a:ext cx="899795" cy="285115"/>
          </a:xfrm>
          <a:prstGeom prst="rect">
            <a:avLst/>
          </a:prstGeom>
        </p:spPr>
      </p:pic>
      <p:pic>
        <p:nvPicPr>
          <p:cNvPr id="267" name="图片 266" descr="强生制药"/>
          <p:cNvPicPr>
            <a:picLocks noChangeAspect="1"/>
          </p:cNvPicPr>
          <p:nvPr/>
        </p:nvPicPr>
        <p:blipFill>
          <a:blip r:embed="rId13"/>
          <a:srcRect l="4852" t="17246" r="4315" b="22047"/>
          <a:stretch>
            <a:fillRect/>
          </a:stretch>
        </p:blipFill>
        <p:spPr>
          <a:xfrm>
            <a:off x="10054590" y="2599690"/>
            <a:ext cx="683895" cy="306705"/>
          </a:xfrm>
          <a:prstGeom prst="rect">
            <a:avLst/>
          </a:prstGeom>
        </p:spPr>
      </p:pic>
      <p:pic>
        <p:nvPicPr>
          <p:cNvPr id="270" name="图片 269"/>
          <p:cNvPicPr>
            <a:picLocks noChangeAspect="1"/>
          </p:cNvPicPr>
          <p:nvPr/>
        </p:nvPicPr>
        <p:blipFill>
          <a:blip r:embed="rId14"/>
          <a:stretch>
            <a:fillRect/>
          </a:stretch>
        </p:blipFill>
        <p:spPr>
          <a:xfrm>
            <a:off x="1347470" y="3211830"/>
            <a:ext cx="899795" cy="272415"/>
          </a:xfrm>
          <a:prstGeom prst="rect">
            <a:avLst/>
          </a:prstGeom>
        </p:spPr>
      </p:pic>
      <p:pic>
        <p:nvPicPr>
          <p:cNvPr id="271" name="图片 270" descr="齐鲁制药"/>
          <p:cNvPicPr>
            <a:picLocks noChangeAspect="1"/>
          </p:cNvPicPr>
          <p:nvPr/>
        </p:nvPicPr>
        <p:blipFill>
          <a:blip r:embed="rId15"/>
          <a:srcRect l="14572" t="40856" r="15995" b="40787"/>
          <a:stretch>
            <a:fillRect/>
          </a:stretch>
        </p:blipFill>
        <p:spPr>
          <a:xfrm>
            <a:off x="2780665" y="3229610"/>
            <a:ext cx="899795" cy="238125"/>
          </a:xfrm>
          <a:prstGeom prst="rect">
            <a:avLst/>
          </a:prstGeom>
        </p:spPr>
      </p:pic>
      <p:pic>
        <p:nvPicPr>
          <p:cNvPr id="272" name="图片 271" descr="17_悦康药业集团"/>
          <p:cNvPicPr>
            <a:picLocks noChangeAspect="1"/>
          </p:cNvPicPr>
          <p:nvPr/>
        </p:nvPicPr>
        <p:blipFill>
          <a:blip r:embed="rId16"/>
          <a:stretch>
            <a:fillRect/>
          </a:stretch>
        </p:blipFill>
        <p:spPr>
          <a:xfrm>
            <a:off x="4213860" y="3194685"/>
            <a:ext cx="899795" cy="307340"/>
          </a:xfrm>
          <a:prstGeom prst="rect">
            <a:avLst/>
          </a:prstGeom>
        </p:spPr>
      </p:pic>
      <p:grpSp>
        <p:nvGrpSpPr>
          <p:cNvPr id="327" name="组合 326"/>
          <p:cNvGrpSpPr>
            <a:grpSpLocks noChangeAspect="1"/>
          </p:cNvGrpSpPr>
          <p:nvPr/>
        </p:nvGrpSpPr>
        <p:grpSpPr>
          <a:xfrm rot="0">
            <a:off x="5610860" y="3211830"/>
            <a:ext cx="972185" cy="273050"/>
            <a:chOff x="8791" y="5054"/>
            <a:chExt cx="1710" cy="480"/>
          </a:xfrm>
        </p:grpSpPr>
        <p:pic>
          <p:nvPicPr>
            <p:cNvPr id="273" name="图片 272"/>
            <p:cNvPicPr>
              <a:picLocks noChangeAspect="1"/>
            </p:cNvPicPr>
            <p:nvPr/>
          </p:nvPicPr>
          <p:blipFill>
            <a:blip r:embed="rId17"/>
            <a:srcRect b="21326"/>
            <a:stretch>
              <a:fillRect/>
            </a:stretch>
          </p:blipFill>
          <p:spPr>
            <a:xfrm>
              <a:off x="8791" y="5054"/>
              <a:ext cx="555" cy="481"/>
            </a:xfrm>
            <a:prstGeom prst="rect">
              <a:avLst/>
            </a:prstGeom>
          </p:spPr>
        </p:pic>
        <p:pic>
          <p:nvPicPr>
            <p:cNvPr id="274" name="图片 273"/>
            <p:cNvPicPr>
              <a:picLocks noChangeAspect="1"/>
            </p:cNvPicPr>
            <p:nvPr/>
          </p:nvPicPr>
          <p:blipFill>
            <a:blip r:embed="rId17"/>
            <a:srcRect t="80784"/>
            <a:stretch>
              <a:fillRect/>
            </a:stretch>
          </p:blipFill>
          <p:spPr>
            <a:xfrm>
              <a:off x="9297" y="5167"/>
              <a:ext cx="1205" cy="255"/>
            </a:xfrm>
            <a:prstGeom prst="rect">
              <a:avLst/>
            </a:prstGeom>
          </p:spPr>
        </p:pic>
      </p:grpSp>
      <p:pic>
        <p:nvPicPr>
          <p:cNvPr id="275" name="图片 274" descr="19_以岭药业"/>
          <p:cNvPicPr>
            <a:picLocks noChangeAspect="1"/>
          </p:cNvPicPr>
          <p:nvPr/>
        </p:nvPicPr>
        <p:blipFill>
          <a:blip r:embed="rId18"/>
          <a:stretch>
            <a:fillRect/>
          </a:stretch>
        </p:blipFill>
        <p:spPr>
          <a:xfrm>
            <a:off x="7080250" y="3247390"/>
            <a:ext cx="899795" cy="201930"/>
          </a:xfrm>
          <a:prstGeom prst="rect">
            <a:avLst/>
          </a:prstGeom>
        </p:spPr>
      </p:pic>
      <p:pic>
        <p:nvPicPr>
          <p:cNvPr id="276" name="图片 275" descr="20_石药集团"/>
          <p:cNvPicPr>
            <a:picLocks noChangeAspect="1"/>
          </p:cNvPicPr>
          <p:nvPr/>
        </p:nvPicPr>
        <p:blipFill>
          <a:blip r:embed="rId19"/>
          <a:srcRect l="6481" t="31850" r="8335" b="26739"/>
          <a:stretch>
            <a:fillRect/>
          </a:stretch>
        </p:blipFill>
        <p:spPr>
          <a:xfrm>
            <a:off x="8513445" y="3241040"/>
            <a:ext cx="899795" cy="213995"/>
          </a:xfrm>
          <a:prstGeom prst="rect">
            <a:avLst/>
          </a:prstGeom>
        </p:spPr>
      </p:pic>
      <p:pic>
        <p:nvPicPr>
          <p:cNvPr id="277" name="图片 276" descr="21_信立泰药业"/>
          <p:cNvPicPr>
            <a:picLocks noChangeAspect="1"/>
          </p:cNvPicPr>
          <p:nvPr/>
        </p:nvPicPr>
        <p:blipFill>
          <a:blip r:embed="rId20"/>
          <a:srcRect l="5796" t="23839" r="11722" b="16529"/>
          <a:stretch>
            <a:fillRect/>
          </a:stretch>
        </p:blipFill>
        <p:spPr>
          <a:xfrm>
            <a:off x="10018395" y="3207385"/>
            <a:ext cx="756285" cy="281940"/>
          </a:xfrm>
          <a:prstGeom prst="rect">
            <a:avLst/>
          </a:prstGeom>
        </p:spPr>
      </p:pic>
      <p:pic>
        <p:nvPicPr>
          <p:cNvPr id="278" name="图片 277" descr="22_丽珠制药"/>
          <p:cNvPicPr>
            <a:picLocks noChangeAspect="1"/>
          </p:cNvPicPr>
          <p:nvPr/>
        </p:nvPicPr>
        <p:blipFill>
          <a:blip r:embed="rId21"/>
          <a:srcRect/>
          <a:stretch>
            <a:fillRect/>
          </a:stretch>
        </p:blipFill>
        <p:spPr>
          <a:xfrm>
            <a:off x="1383665" y="3785235"/>
            <a:ext cx="828040" cy="314960"/>
          </a:xfrm>
          <a:prstGeom prst="rect">
            <a:avLst/>
          </a:prstGeom>
        </p:spPr>
      </p:pic>
      <p:pic>
        <p:nvPicPr>
          <p:cNvPr id="279" name="图片 278" descr="23_片仔癀药业"/>
          <p:cNvPicPr>
            <a:picLocks noChangeAspect="1"/>
          </p:cNvPicPr>
          <p:nvPr/>
        </p:nvPicPr>
        <p:blipFill>
          <a:blip r:embed="rId22"/>
          <a:stretch>
            <a:fillRect/>
          </a:stretch>
        </p:blipFill>
        <p:spPr>
          <a:xfrm>
            <a:off x="2852420" y="3809365"/>
            <a:ext cx="756285" cy="267335"/>
          </a:xfrm>
          <a:prstGeom prst="rect">
            <a:avLst/>
          </a:prstGeom>
        </p:spPr>
      </p:pic>
      <p:pic>
        <p:nvPicPr>
          <p:cNvPr id="280" name="图片 279" descr="24_江苏豪森药业"/>
          <p:cNvPicPr>
            <a:picLocks noChangeAspect="1"/>
          </p:cNvPicPr>
          <p:nvPr/>
        </p:nvPicPr>
        <p:blipFill>
          <a:blip r:embed="rId23"/>
          <a:srcRect/>
          <a:stretch>
            <a:fillRect/>
          </a:stretch>
        </p:blipFill>
        <p:spPr>
          <a:xfrm>
            <a:off x="4213860" y="3796665"/>
            <a:ext cx="899795" cy="291465"/>
          </a:xfrm>
          <a:prstGeom prst="rect">
            <a:avLst/>
          </a:prstGeom>
        </p:spPr>
      </p:pic>
      <p:pic>
        <p:nvPicPr>
          <p:cNvPr id="281" name="图片 280" descr="25_济川药业"/>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647055" y="3825240"/>
            <a:ext cx="899795" cy="234315"/>
          </a:xfrm>
          <a:prstGeom prst="rect">
            <a:avLst/>
          </a:prstGeom>
        </p:spPr>
      </p:pic>
      <p:pic>
        <p:nvPicPr>
          <p:cNvPr id="285" name="图片 284" descr="28_康恩贝制药"/>
          <p:cNvPicPr>
            <a:picLocks noChangeAspect="1"/>
          </p:cNvPicPr>
          <p:nvPr/>
        </p:nvPicPr>
        <p:blipFill>
          <a:blip r:embed="rId26"/>
          <a:srcRect t="18680" b="15567"/>
          <a:stretch>
            <a:fillRect/>
          </a:stretch>
        </p:blipFill>
        <p:spPr>
          <a:xfrm>
            <a:off x="10054590" y="3802380"/>
            <a:ext cx="683895" cy="281305"/>
          </a:xfrm>
          <a:prstGeom prst="rect">
            <a:avLst/>
          </a:prstGeom>
        </p:spPr>
      </p:pic>
      <p:pic>
        <p:nvPicPr>
          <p:cNvPr id="286" name="图形 1153"/>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8513445" y="3834765"/>
            <a:ext cx="899795" cy="215265"/>
          </a:xfrm>
          <a:prstGeom prst="rect">
            <a:avLst/>
          </a:prstGeom>
        </p:spPr>
      </p:pic>
      <p:pic>
        <p:nvPicPr>
          <p:cNvPr id="287" name="图片 286" descr="29_莎普爱思药业"/>
          <p:cNvPicPr>
            <a:picLocks noChangeAspect="1"/>
          </p:cNvPicPr>
          <p:nvPr/>
        </p:nvPicPr>
        <p:blipFill>
          <a:blip r:embed="rId29"/>
          <a:srcRect l="9196" t="26852" r="9683" b="31526"/>
          <a:stretch>
            <a:fillRect/>
          </a:stretch>
        </p:blipFill>
        <p:spPr>
          <a:xfrm>
            <a:off x="1347470" y="4378325"/>
            <a:ext cx="899795" cy="319405"/>
          </a:xfrm>
          <a:prstGeom prst="rect">
            <a:avLst/>
          </a:prstGeom>
        </p:spPr>
      </p:pic>
      <p:pic>
        <p:nvPicPr>
          <p:cNvPr id="288" name="图片 287" descr="30_华海药业"/>
          <p:cNvPicPr>
            <a:picLocks noChangeAspect="1"/>
          </p:cNvPicPr>
          <p:nvPr/>
        </p:nvPicPr>
        <p:blipFill>
          <a:blip r:embed="rId30"/>
          <a:stretch>
            <a:fillRect/>
          </a:stretch>
        </p:blipFill>
        <p:spPr>
          <a:xfrm>
            <a:off x="2798445" y="4434840"/>
            <a:ext cx="864235" cy="205105"/>
          </a:xfrm>
          <a:prstGeom prst="rect">
            <a:avLst/>
          </a:prstGeom>
        </p:spPr>
      </p:pic>
      <p:pic>
        <p:nvPicPr>
          <p:cNvPr id="289" name="图片 288" descr="31_普洛药业"/>
          <p:cNvPicPr>
            <a:picLocks noChangeAspect="1"/>
          </p:cNvPicPr>
          <p:nvPr/>
        </p:nvPicPr>
        <p:blipFill>
          <a:blip r:embed="rId31"/>
          <a:stretch>
            <a:fillRect/>
          </a:stretch>
        </p:blipFill>
        <p:spPr>
          <a:xfrm>
            <a:off x="4211955" y="4461510"/>
            <a:ext cx="899795" cy="153035"/>
          </a:xfrm>
          <a:prstGeom prst="rect">
            <a:avLst/>
          </a:prstGeom>
        </p:spPr>
      </p:pic>
      <p:pic>
        <p:nvPicPr>
          <p:cNvPr id="290" name="图片 289" descr="32_鲁南制药"/>
          <p:cNvPicPr>
            <a:picLocks noChangeAspect="1"/>
          </p:cNvPicPr>
          <p:nvPr/>
        </p:nvPicPr>
        <p:blipFill>
          <a:blip r:embed="rId32"/>
          <a:srcRect t="23751" b="20635"/>
          <a:stretch>
            <a:fillRect/>
          </a:stretch>
        </p:blipFill>
        <p:spPr>
          <a:xfrm>
            <a:off x="5755005" y="4347845"/>
            <a:ext cx="683895" cy="380365"/>
          </a:xfrm>
          <a:prstGeom prst="rect">
            <a:avLst/>
          </a:prstGeom>
        </p:spPr>
      </p:pic>
      <p:grpSp>
        <p:nvGrpSpPr>
          <p:cNvPr id="325" name="组合 324"/>
          <p:cNvGrpSpPr>
            <a:grpSpLocks noChangeAspect="1"/>
          </p:cNvGrpSpPr>
          <p:nvPr/>
        </p:nvGrpSpPr>
        <p:grpSpPr>
          <a:xfrm rot="0">
            <a:off x="7080250" y="4380230"/>
            <a:ext cx="899795" cy="314960"/>
            <a:chOff x="11134" y="6936"/>
            <a:chExt cx="1309" cy="458"/>
          </a:xfrm>
        </p:grpSpPr>
        <p:pic>
          <p:nvPicPr>
            <p:cNvPr id="291" name="图片 290" descr="新华制药"/>
            <p:cNvPicPr>
              <a:picLocks noChangeAspect="1"/>
            </p:cNvPicPr>
            <p:nvPr/>
          </p:nvPicPr>
          <p:blipFill>
            <a:blip r:embed="rId33"/>
            <a:srcRect l="38465" t="18054" r="37635" b="43542"/>
            <a:stretch>
              <a:fillRect/>
            </a:stretch>
          </p:blipFill>
          <p:spPr>
            <a:xfrm>
              <a:off x="11134" y="6936"/>
              <a:ext cx="427" cy="458"/>
            </a:xfrm>
            <a:prstGeom prst="rect">
              <a:avLst/>
            </a:prstGeom>
          </p:spPr>
        </p:pic>
        <p:pic>
          <p:nvPicPr>
            <p:cNvPr id="292" name="图片 291" descr="新华制药"/>
            <p:cNvPicPr>
              <a:picLocks noChangeAspect="1"/>
            </p:cNvPicPr>
            <p:nvPr/>
          </p:nvPicPr>
          <p:blipFill>
            <a:blip r:embed="rId33"/>
            <a:srcRect l="28663" t="55606" r="29007" b="15818"/>
            <a:stretch>
              <a:fillRect/>
            </a:stretch>
          </p:blipFill>
          <p:spPr>
            <a:xfrm>
              <a:off x="11561" y="6966"/>
              <a:ext cx="883" cy="398"/>
            </a:xfrm>
            <a:prstGeom prst="rect">
              <a:avLst/>
            </a:prstGeom>
          </p:spPr>
        </p:pic>
      </p:grpSp>
      <p:pic>
        <p:nvPicPr>
          <p:cNvPr id="294" name="图片 293" descr="34_鲁抗医药"/>
          <p:cNvPicPr>
            <a:picLocks noChangeAspect="1"/>
          </p:cNvPicPr>
          <p:nvPr/>
        </p:nvPicPr>
        <p:blipFill>
          <a:blip r:embed="rId34"/>
          <a:srcRect l="69233"/>
          <a:stretch>
            <a:fillRect/>
          </a:stretch>
        </p:blipFill>
        <p:spPr>
          <a:xfrm>
            <a:off x="8723630" y="4393565"/>
            <a:ext cx="478790" cy="288290"/>
          </a:xfrm>
          <a:prstGeom prst="rect">
            <a:avLst/>
          </a:prstGeom>
        </p:spPr>
      </p:pic>
      <p:pic>
        <p:nvPicPr>
          <p:cNvPr id="295" name="图片 294" descr="35_齐都药业"/>
          <p:cNvPicPr>
            <a:picLocks noChangeAspect="1"/>
          </p:cNvPicPr>
          <p:nvPr/>
        </p:nvPicPr>
        <p:blipFill>
          <a:blip r:embed="rId35"/>
          <a:stretch>
            <a:fillRect/>
          </a:stretch>
        </p:blipFill>
        <p:spPr>
          <a:xfrm>
            <a:off x="9784715" y="4438650"/>
            <a:ext cx="1224280" cy="198120"/>
          </a:xfrm>
          <a:prstGeom prst="rect">
            <a:avLst/>
          </a:prstGeom>
        </p:spPr>
      </p:pic>
      <p:pic>
        <p:nvPicPr>
          <p:cNvPr id="297" name="图片 296" descr="37_云南白药"/>
          <p:cNvPicPr>
            <a:picLocks noChangeAspect="1"/>
          </p:cNvPicPr>
          <p:nvPr/>
        </p:nvPicPr>
        <p:blipFill>
          <a:blip r:embed="rId36"/>
          <a:stretch>
            <a:fillRect/>
          </a:stretch>
        </p:blipFill>
        <p:spPr>
          <a:xfrm>
            <a:off x="2834640" y="4967605"/>
            <a:ext cx="791845" cy="330200"/>
          </a:xfrm>
          <a:prstGeom prst="rect">
            <a:avLst/>
          </a:prstGeom>
        </p:spPr>
      </p:pic>
      <p:pic>
        <p:nvPicPr>
          <p:cNvPr id="300" name="图片 299" descr="40_华兰生物"/>
          <p:cNvPicPr>
            <a:picLocks noChangeAspect="1"/>
          </p:cNvPicPr>
          <p:nvPr/>
        </p:nvPicPr>
        <p:blipFill>
          <a:blip r:embed="rId37"/>
          <a:stretch>
            <a:fillRect/>
          </a:stretch>
        </p:blipFill>
        <p:spPr>
          <a:xfrm>
            <a:off x="7080250" y="5014595"/>
            <a:ext cx="899795" cy="235585"/>
          </a:xfrm>
          <a:prstGeom prst="rect">
            <a:avLst/>
          </a:prstGeom>
        </p:spPr>
      </p:pic>
      <p:pic>
        <p:nvPicPr>
          <p:cNvPr id="301" name="图片 300" descr="41_地奥集团"/>
          <p:cNvPicPr>
            <a:picLocks noChangeAspect="1"/>
          </p:cNvPicPr>
          <p:nvPr/>
        </p:nvPicPr>
        <p:blipFill>
          <a:blip r:embed="rId38"/>
          <a:stretch>
            <a:fillRect/>
          </a:stretch>
        </p:blipFill>
        <p:spPr>
          <a:xfrm>
            <a:off x="8513445" y="4972050"/>
            <a:ext cx="899795" cy="320675"/>
          </a:xfrm>
          <a:prstGeom prst="rect">
            <a:avLst/>
          </a:prstGeom>
        </p:spPr>
      </p:pic>
      <p:pic>
        <p:nvPicPr>
          <p:cNvPr id="302" name="图片 301" descr="42_百利药业"/>
          <p:cNvPicPr>
            <a:picLocks noChangeAspect="1"/>
          </p:cNvPicPr>
          <p:nvPr/>
        </p:nvPicPr>
        <p:blipFill>
          <a:blip r:embed="rId39"/>
          <a:srcRect r="47869"/>
          <a:stretch>
            <a:fillRect/>
          </a:stretch>
        </p:blipFill>
        <p:spPr>
          <a:xfrm>
            <a:off x="9946640" y="5035550"/>
            <a:ext cx="899795" cy="193675"/>
          </a:xfrm>
          <a:prstGeom prst="rect">
            <a:avLst/>
          </a:prstGeom>
        </p:spPr>
      </p:pic>
      <p:pic>
        <p:nvPicPr>
          <p:cNvPr id="303" name="图片 302" descr="43_九典制药"/>
          <p:cNvPicPr>
            <a:picLocks noChangeAspect="1"/>
          </p:cNvPicPr>
          <p:nvPr/>
        </p:nvPicPr>
        <p:blipFill>
          <a:blip r:embed="rId40"/>
          <a:stretch>
            <a:fillRect/>
          </a:stretch>
        </p:blipFill>
        <p:spPr>
          <a:xfrm>
            <a:off x="1365250" y="5600065"/>
            <a:ext cx="864235" cy="255270"/>
          </a:xfrm>
          <a:prstGeom prst="rect">
            <a:avLst/>
          </a:prstGeom>
        </p:spPr>
      </p:pic>
      <p:pic>
        <p:nvPicPr>
          <p:cNvPr id="304" name="图片 303" descr="44_千金药业"/>
          <p:cNvPicPr>
            <a:picLocks noChangeAspect="1"/>
          </p:cNvPicPr>
          <p:nvPr/>
        </p:nvPicPr>
        <p:blipFill>
          <a:blip r:embed="rId41"/>
          <a:stretch>
            <a:fillRect/>
          </a:stretch>
        </p:blipFill>
        <p:spPr>
          <a:xfrm>
            <a:off x="2780665" y="5614035"/>
            <a:ext cx="899795" cy="227330"/>
          </a:xfrm>
          <a:prstGeom prst="rect">
            <a:avLst/>
          </a:prstGeom>
        </p:spPr>
      </p:pic>
      <p:pic>
        <p:nvPicPr>
          <p:cNvPr id="306" name="图片 305" descr="45_方盛制药"/>
          <p:cNvPicPr>
            <a:picLocks noChangeAspect="1"/>
          </p:cNvPicPr>
          <p:nvPr/>
        </p:nvPicPr>
        <p:blipFill>
          <a:blip r:embed="rId42"/>
          <a:srcRect l="13641" t="35873" r="13500" b="32981"/>
          <a:stretch>
            <a:fillRect/>
          </a:stretch>
        </p:blipFill>
        <p:spPr>
          <a:xfrm>
            <a:off x="4213860" y="5602605"/>
            <a:ext cx="899795" cy="256540"/>
          </a:xfrm>
          <a:prstGeom prst="rect">
            <a:avLst/>
          </a:prstGeom>
        </p:spPr>
      </p:pic>
      <p:pic>
        <p:nvPicPr>
          <p:cNvPr id="308" name="图片 307" descr="46_步长制药"/>
          <p:cNvPicPr>
            <a:picLocks noChangeAspect="1"/>
          </p:cNvPicPr>
          <p:nvPr/>
        </p:nvPicPr>
        <p:blipFill>
          <a:blip r:embed="rId43"/>
          <a:srcRect l="5253" t="14829" r="3834" b="19729"/>
          <a:stretch>
            <a:fillRect/>
          </a:stretch>
        </p:blipFill>
        <p:spPr>
          <a:xfrm>
            <a:off x="5647055" y="5610225"/>
            <a:ext cx="899795" cy="234950"/>
          </a:xfrm>
          <a:prstGeom prst="rect">
            <a:avLst/>
          </a:prstGeom>
        </p:spPr>
      </p:pic>
      <p:pic>
        <p:nvPicPr>
          <p:cNvPr id="309" name="图片 308"/>
          <p:cNvPicPr>
            <a:picLocks noChangeAspect="1"/>
          </p:cNvPicPr>
          <p:nvPr/>
        </p:nvPicPr>
        <p:blipFill>
          <a:blip r:embed="rId44"/>
          <a:stretch>
            <a:fillRect/>
          </a:stretch>
        </p:blipFill>
        <p:spPr>
          <a:xfrm>
            <a:off x="7061835" y="5579110"/>
            <a:ext cx="935990" cy="297180"/>
          </a:xfrm>
          <a:prstGeom prst="rect">
            <a:avLst/>
          </a:prstGeom>
        </p:spPr>
      </p:pic>
      <p:pic>
        <p:nvPicPr>
          <p:cNvPr id="310" name="图片 309" descr="48_葵花药业"/>
          <p:cNvPicPr>
            <a:picLocks noChangeAspect="1"/>
          </p:cNvPicPr>
          <p:nvPr/>
        </p:nvPicPr>
        <p:blipFill>
          <a:blip r:embed="rId45"/>
          <a:stretch>
            <a:fillRect/>
          </a:stretch>
        </p:blipFill>
        <p:spPr>
          <a:xfrm>
            <a:off x="8513445" y="5586095"/>
            <a:ext cx="899795" cy="282575"/>
          </a:xfrm>
          <a:prstGeom prst="rect">
            <a:avLst/>
          </a:prstGeom>
        </p:spPr>
      </p:pic>
      <p:pic>
        <p:nvPicPr>
          <p:cNvPr id="311" name="图片 310" descr="50_贵州百灵"/>
          <p:cNvPicPr>
            <a:picLocks noChangeAspect="1"/>
          </p:cNvPicPr>
          <p:nvPr/>
        </p:nvPicPr>
        <p:blipFill>
          <a:blip r:embed="rId46"/>
          <a:stretch>
            <a:fillRect/>
          </a:stretch>
        </p:blipFill>
        <p:spPr>
          <a:xfrm>
            <a:off x="9946640" y="5582285"/>
            <a:ext cx="899795" cy="290195"/>
          </a:xfrm>
          <a:prstGeom prst="rect">
            <a:avLst/>
          </a:prstGeom>
        </p:spPr>
      </p:pic>
      <p:pic>
        <p:nvPicPr>
          <p:cNvPr id="318" name="图片 317"/>
          <p:cNvPicPr>
            <a:picLocks noChangeAspect="1"/>
          </p:cNvPicPr>
          <p:nvPr/>
        </p:nvPicPr>
        <p:blipFill>
          <a:blip r:embed="rId47"/>
          <a:stretch>
            <a:fillRect/>
          </a:stretch>
        </p:blipFill>
        <p:spPr>
          <a:xfrm>
            <a:off x="1347470" y="2634615"/>
            <a:ext cx="899795" cy="237490"/>
          </a:xfrm>
          <a:prstGeom prst="rect">
            <a:avLst/>
          </a:prstGeom>
        </p:spPr>
      </p:pic>
      <p:grpSp>
        <p:nvGrpSpPr>
          <p:cNvPr id="323" name="组合 322"/>
          <p:cNvGrpSpPr>
            <a:grpSpLocks noChangeAspect="1"/>
          </p:cNvGrpSpPr>
          <p:nvPr/>
        </p:nvGrpSpPr>
        <p:grpSpPr>
          <a:xfrm rot="0">
            <a:off x="1347470" y="5026660"/>
            <a:ext cx="899795" cy="212090"/>
            <a:chOff x="2110" y="7932"/>
            <a:chExt cx="1441" cy="340"/>
          </a:xfrm>
        </p:grpSpPr>
        <p:pic>
          <p:nvPicPr>
            <p:cNvPr id="321" name="图片 320" descr="华中药业"/>
            <p:cNvPicPr>
              <a:picLocks noChangeAspect="1"/>
            </p:cNvPicPr>
            <p:nvPr/>
          </p:nvPicPr>
          <p:blipFill>
            <a:blip r:embed="rId48"/>
            <a:srcRect b="28270"/>
            <a:stretch>
              <a:fillRect/>
            </a:stretch>
          </p:blipFill>
          <p:spPr>
            <a:xfrm>
              <a:off x="2110" y="7932"/>
              <a:ext cx="510" cy="340"/>
            </a:xfrm>
            <a:prstGeom prst="rect">
              <a:avLst/>
            </a:prstGeom>
          </p:spPr>
        </p:pic>
        <p:pic>
          <p:nvPicPr>
            <p:cNvPr id="322" name="图片 321" descr="华中药业"/>
            <p:cNvPicPr>
              <a:picLocks noChangeAspect="1"/>
            </p:cNvPicPr>
            <p:nvPr/>
          </p:nvPicPr>
          <p:blipFill>
            <a:blip r:embed="rId48"/>
            <a:srcRect t="74248"/>
            <a:stretch>
              <a:fillRect/>
            </a:stretch>
          </p:blipFill>
          <p:spPr>
            <a:xfrm>
              <a:off x="2657" y="7995"/>
              <a:ext cx="895" cy="214"/>
            </a:xfrm>
            <a:prstGeom prst="rect">
              <a:avLst/>
            </a:prstGeom>
          </p:spPr>
        </p:pic>
      </p:grpSp>
      <p:pic>
        <p:nvPicPr>
          <p:cNvPr id="326" name="图片 325"/>
          <p:cNvPicPr>
            <a:picLocks noChangeAspect="1"/>
          </p:cNvPicPr>
          <p:nvPr/>
        </p:nvPicPr>
        <p:blipFill>
          <a:blip r:embed="rId49"/>
          <a:stretch>
            <a:fillRect/>
          </a:stretch>
        </p:blipFill>
        <p:spPr>
          <a:xfrm>
            <a:off x="7080250" y="3834765"/>
            <a:ext cx="899795" cy="215900"/>
          </a:xfrm>
          <a:prstGeom prst="rect">
            <a:avLst/>
          </a:prstGeom>
        </p:spPr>
      </p:pic>
      <p:grpSp>
        <p:nvGrpSpPr>
          <p:cNvPr id="329" name="组合 328"/>
          <p:cNvGrpSpPr/>
          <p:nvPr/>
        </p:nvGrpSpPr>
        <p:grpSpPr>
          <a:xfrm rot="0">
            <a:off x="4238625" y="5013325"/>
            <a:ext cx="899795" cy="238760"/>
            <a:chOff x="6772" y="7906"/>
            <a:chExt cx="1358" cy="376"/>
          </a:xfrm>
        </p:grpSpPr>
        <p:pic>
          <p:nvPicPr>
            <p:cNvPr id="328" name="图片 327" descr="38_仲景宛西制药"/>
            <p:cNvPicPr>
              <a:picLocks noChangeAspect="1"/>
            </p:cNvPicPr>
            <p:nvPr/>
          </p:nvPicPr>
          <p:blipFill>
            <a:blip r:embed="rId50"/>
            <a:srcRect t="81132"/>
            <a:stretch>
              <a:fillRect/>
            </a:stretch>
          </p:blipFill>
          <p:spPr>
            <a:xfrm>
              <a:off x="7018" y="7978"/>
              <a:ext cx="1112" cy="210"/>
            </a:xfrm>
            <a:prstGeom prst="rect">
              <a:avLst/>
            </a:prstGeom>
          </p:spPr>
        </p:pic>
        <p:pic>
          <p:nvPicPr>
            <p:cNvPr id="298" name="图片 297" descr="38_仲景宛西制药"/>
            <p:cNvPicPr>
              <a:picLocks noChangeAspect="1"/>
            </p:cNvPicPr>
            <p:nvPr/>
          </p:nvPicPr>
          <p:blipFill>
            <a:blip r:embed="rId50"/>
            <a:srcRect l="13561" r="6014" b="18868"/>
            <a:stretch>
              <a:fillRect/>
            </a:stretch>
          </p:blipFill>
          <p:spPr>
            <a:xfrm>
              <a:off x="6772" y="7906"/>
              <a:ext cx="373" cy="377"/>
            </a:xfrm>
            <a:prstGeom prst="rect">
              <a:avLst/>
            </a:prstGeom>
          </p:spPr>
        </p:pic>
      </p:grpSp>
      <p:grpSp>
        <p:nvGrpSpPr>
          <p:cNvPr id="331" name="组合 330"/>
          <p:cNvGrpSpPr/>
          <p:nvPr/>
        </p:nvGrpSpPr>
        <p:grpSpPr>
          <a:xfrm rot="0">
            <a:off x="5679440" y="5017770"/>
            <a:ext cx="835660" cy="229870"/>
            <a:chOff x="8880" y="7853"/>
            <a:chExt cx="1316" cy="362"/>
          </a:xfrm>
        </p:grpSpPr>
        <p:pic>
          <p:nvPicPr>
            <p:cNvPr id="299" name="图片 298"/>
            <p:cNvPicPr>
              <a:picLocks noChangeAspect="1"/>
            </p:cNvPicPr>
            <p:nvPr/>
          </p:nvPicPr>
          <p:blipFill>
            <a:blip r:embed="rId51"/>
            <a:srcRect b="22445"/>
            <a:stretch>
              <a:fillRect/>
            </a:stretch>
          </p:blipFill>
          <p:spPr>
            <a:xfrm>
              <a:off x="8880" y="7853"/>
              <a:ext cx="374" cy="362"/>
            </a:xfrm>
            <a:prstGeom prst="rect">
              <a:avLst/>
            </a:prstGeom>
          </p:spPr>
        </p:pic>
        <p:pic>
          <p:nvPicPr>
            <p:cNvPr id="330" name="图片 329"/>
            <p:cNvPicPr>
              <a:picLocks noChangeAspect="1"/>
            </p:cNvPicPr>
            <p:nvPr/>
          </p:nvPicPr>
          <p:blipFill>
            <a:blip r:embed="rId51"/>
            <a:srcRect t="78603"/>
            <a:stretch>
              <a:fillRect/>
            </a:stretch>
          </p:blipFill>
          <p:spPr>
            <a:xfrm>
              <a:off x="9278" y="7912"/>
              <a:ext cx="918" cy="245"/>
            </a:xfrm>
            <a:prstGeom prst="rect">
              <a:avLst/>
            </a:prstGeom>
          </p:spPr>
        </p:pic>
      </p:grpSp>
    </p:spTree>
    <p:custDataLst>
      <p:tags r:id="rId52"/>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decel="100000" fill="hold" nodeType="withEffect">
                                  <p:stCondLst>
                                    <p:cond delay="20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42" presetClass="path" presetSubtype="0" decel="100000" fill="hold" grpId="1" nodeType="withEffect">
                                  <p:stCondLst>
                                    <p:cond delay="0"/>
                                  </p:stCondLst>
                                  <p:childTnLst>
                                    <p:animMotion origin="layout" path="M -2.29167E-6 -1.48148E-6 L -2.29167E-6 0.25 " pathEditMode="relative" rAng="0" ptsTypes="AA">
                                      <p:cBhvr>
                                        <p:cTn id="13" dur="1000" spd="-100000" fill="hold"/>
                                        <p:tgtEl>
                                          <p:spTgt spid="7"/>
                                        </p:tgtEl>
                                        <p:attrNameLst>
                                          <p:attrName>ppt_x</p:attrName>
                                          <p:attrName>ppt_y</p:attrName>
                                        </p:attrNameLst>
                                      </p:cBhvr>
                                      <p:rCtr x="0" y="12500"/>
                                    </p:animMotion>
                                  </p:childTnLst>
                                </p:cTn>
                              </p:par>
                              <p:par>
                                <p:cTn id="14" presetID="10" presetClass="entr" presetSubtype="0" fill="hold"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42" presetClass="path" presetSubtype="0" decel="100000" fill="hold" nodeType="withEffect">
                                  <p:stCondLst>
                                    <p:cond delay="0"/>
                                  </p:stCondLst>
                                  <p:childTnLst>
                                    <p:animMotion origin="layout" path="M -2.29167E-6 -1.48148E-6 L -2.29167E-6 0.25 " pathEditMode="relative" rAng="0" ptsTypes="AA">
                                      <p:cBhvr>
                                        <p:cTn id="18" dur="1000" spd="-100000" fill="hold"/>
                                        <p:tgtEl>
                                          <p:spTgt spid="27"/>
                                        </p:tgtEl>
                                        <p:attrNameLst>
                                          <p:attrName>ppt_x</p:attrName>
                                          <p:attrName>ppt_y</p:attrName>
                                        </p:attrNameLst>
                                      </p:cBhvr>
                                      <p:rCtr x="0" y="12500"/>
                                    </p:animMotion>
                                  </p:childTnLst>
                                </p:cTn>
                              </p:par>
                              <p:par>
                                <p:cTn id="19" presetID="10"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par>
                                <p:cTn id="22" presetID="42" presetClass="path" presetSubtype="0" decel="100000" fill="hold" nodeType="withEffect">
                                  <p:stCondLst>
                                    <p:cond delay="0"/>
                                  </p:stCondLst>
                                  <p:childTnLst>
                                    <p:animMotion origin="layout" path="M -2.29167E-6 -1.48148E-6 L -2.29167E-6 0.25 " pathEditMode="relative" rAng="0" ptsTypes="AA">
                                      <p:cBhvr>
                                        <p:cTn id="23" dur="1000" spd="-100000" fill="hold"/>
                                        <p:tgtEl>
                                          <p:spTgt spid="28"/>
                                        </p:tgtEl>
                                        <p:attrNameLst>
                                          <p:attrName>ppt_x</p:attrName>
                                          <p:attrName>ppt_y</p:attrName>
                                        </p:attrNameLst>
                                      </p:cBhvr>
                                      <p:rCtr x="0" y="12500"/>
                                    </p:animMotion>
                                  </p:childTnLst>
                                </p:cTn>
                              </p:par>
                              <p:par>
                                <p:cTn id="24" presetID="22" presetClass="entr" presetSubtype="1"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up)">
                                      <p:cBhvr>
                                        <p:cTn id="26" dur="500"/>
                                        <p:tgtEl>
                                          <p:spTgt spid="13"/>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up)">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bldLvl="0" animBg="1"/>
      <p:bldP spid="11" grpId="0" bldLvl="0" animBg="1"/>
      <p:bldP spid="13"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1292225" y="3165475"/>
            <a:ext cx="9608185" cy="1104900"/>
          </a:xfrm>
        </p:spPr>
        <p:txBody>
          <a:bodyPr/>
          <a:lstStyle/>
          <a:p>
            <a:r>
              <a:rPr lang="zh-CN" altLang="en-US">
                <a:solidFill>
                  <a:srgbClr val="FCC800"/>
                </a:solidFill>
                <a:latin typeface="微软雅黑" panose="020B0503020204020204" charset="-122"/>
                <a:ea typeface="微软雅黑" panose="020B0503020204020204" charset="-122"/>
              </a:rPr>
              <a:t>自动化检测产品体系</a:t>
            </a:r>
            <a:endParaRPr lang="zh-CN" altLang="en-US">
              <a:solidFill>
                <a:srgbClr val="FCC800"/>
              </a:solidFill>
              <a:latin typeface="微软雅黑" panose="020B0503020204020204" charset="-122"/>
              <a:ea typeface="微软雅黑" panose="020B0503020204020204" charset="-122"/>
            </a:endParaRPr>
          </a:p>
        </p:txBody>
      </p:sp>
      <p:sp>
        <p:nvSpPr>
          <p:cNvPr id="7" name="椭圆 6"/>
          <p:cNvSpPr/>
          <p:nvPr/>
        </p:nvSpPr>
        <p:spPr>
          <a:xfrm>
            <a:off x="5299710" y="1303655"/>
            <a:ext cx="1592580" cy="1592580"/>
          </a:xfrm>
          <a:prstGeom prst="ellipse">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6600" b="1">
              <a:latin typeface="微软雅黑" panose="020B0503020204020204" charset="-122"/>
              <a:ea typeface="微软雅黑" panose="020B0503020204020204" charset="-122"/>
            </a:endParaRPr>
          </a:p>
        </p:txBody>
      </p:sp>
      <p:sp>
        <p:nvSpPr>
          <p:cNvPr id="9" name="tab"/>
          <p:cNvSpPr/>
          <p:nvPr/>
        </p:nvSpPr>
        <p:spPr>
          <a:xfrm>
            <a:off x="5376545" y="4539615"/>
            <a:ext cx="1440000" cy="50800"/>
          </a:xfrm>
          <a:prstGeom prst="rect">
            <a:avLst/>
          </a:prstGeom>
          <a:solidFill>
            <a:srgbClr val="F5B700"/>
          </a:solidFill>
          <a:ln>
            <a:noFill/>
          </a:ln>
        </p:spPr>
      </p:sp>
      <p:grpSp>
        <p:nvGrpSpPr>
          <p:cNvPr id="60" name="组合 59"/>
          <p:cNvGrpSpPr>
            <a:grpSpLocks noChangeAspect="1"/>
          </p:cNvGrpSpPr>
          <p:nvPr/>
        </p:nvGrpSpPr>
        <p:grpSpPr>
          <a:xfrm>
            <a:off x="5760361" y="1649945"/>
            <a:ext cx="671279" cy="900000"/>
            <a:chOff x="5243471" y="864880"/>
            <a:chExt cx="1399649" cy="1876544"/>
          </a:xfrm>
        </p:grpSpPr>
        <p:sp>
          <p:nvSpPr>
            <p:cNvPr id="21" name="任意多边形: 形状 20"/>
            <p:cNvSpPr/>
            <p:nvPr/>
          </p:nvSpPr>
          <p:spPr>
            <a:xfrm>
              <a:off x="5243471" y="864880"/>
              <a:ext cx="1399649" cy="1873369"/>
            </a:xfrm>
            <a:custGeom>
              <a:avLst/>
              <a:gdLst>
                <a:gd name="connsiteX0" fmla="*/ 0 w 1399649"/>
                <a:gd name="connsiteY0" fmla="*/ 1659328 h 1873369"/>
                <a:gd name="connsiteX1" fmla="*/ 0 w 1399649"/>
                <a:gd name="connsiteY1" fmla="*/ 1659328 h 1873369"/>
                <a:gd name="connsiteX2" fmla="*/ 377269 w 1399649"/>
                <a:gd name="connsiteY2" fmla="*/ 1513974 h 1873369"/>
                <a:gd name="connsiteX3" fmla="*/ 601017 w 1399649"/>
                <a:gd name="connsiteY3" fmla="*/ 1545004 h 1873369"/>
                <a:gd name="connsiteX4" fmla="*/ 1002783 w 1399649"/>
                <a:gd name="connsiteY4" fmla="*/ 1236330 h 1873369"/>
                <a:gd name="connsiteX5" fmla="*/ 638580 w 1399649"/>
                <a:gd name="connsiteY5" fmla="*/ 971752 h 1873369"/>
                <a:gd name="connsiteX6" fmla="*/ 375635 w 1399649"/>
                <a:gd name="connsiteY6" fmla="*/ 1037080 h 1873369"/>
                <a:gd name="connsiteX7" fmla="*/ 375635 w 1399649"/>
                <a:gd name="connsiteY7" fmla="*/ 1037080 h 1873369"/>
                <a:gd name="connsiteX8" fmla="*/ 445863 w 1399649"/>
                <a:gd name="connsiteY8" fmla="*/ 645113 h 1873369"/>
                <a:gd name="connsiteX9" fmla="*/ 806800 w 1399649"/>
                <a:gd name="connsiteY9" fmla="*/ 339705 h 1873369"/>
                <a:gd name="connsiteX10" fmla="*/ 432797 w 1399649"/>
                <a:gd name="connsiteY10" fmla="*/ 339705 h 1873369"/>
                <a:gd name="connsiteX11" fmla="*/ 93092 w 1399649"/>
                <a:gd name="connsiteY11" fmla="*/ 0 h 1873369"/>
                <a:gd name="connsiteX12" fmla="*/ 93092 w 1399649"/>
                <a:gd name="connsiteY12" fmla="*/ 0 h 1873369"/>
                <a:gd name="connsiteX13" fmla="*/ 1296759 w 1399649"/>
                <a:gd name="connsiteY13" fmla="*/ 0 h 1873369"/>
                <a:gd name="connsiteX14" fmla="*/ 1296759 w 1399649"/>
                <a:gd name="connsiteY14" fmla="*/ 0 h 1873369"/>
                <a:gd name="connsiteX15" fmla="*/ 1050146 w 1399649"/>
                <a:gd name="connsiteY15" fmla="*/ 543855 h 1873369"/>
                <a:gd name="connsiteX16" fmla="*/ 857428 w 1399649"/>
                <a:gd name="connsiteY16" fmla="*/ 712074 h 1873369"/>
                <a:gd name="connsiteX17" fmla="*/ 1006049 w 1399649"/>
                <a:gd name="connsiteY17" fmla="*/ 739838 h 1873369"/>
                <a:gd name="connsiteX18" fmla="*/ 1399650 w 1399649"/>
                <a:gd name="connsiteY18" fmla="*/ 1249396 h 1873369"/>
                <a:gd name="connsiteX19" fmla="*/ 635314 w 1399649"/>
                <a:gd name="connsiteY19" fmla="*/ 1873277 h 1873369"/>
                <a:gd name="connsiteX20" fmla="*/ 0 w 1399649"/>
                <a:gd name="connsiteY20" fmla="*/ 1659328 h 1873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99649" h="1873369">
                  <a:moveTo>
                    <a:pt x="0" y="1659328"/>
                  </a:moveTo>
                  <a:lnTo>
                    <a:pt x="0" y="1659328"/>
                  </a:lnTo>
                  <a:cubicBezTo>
                    <a:pt x="78394" y="1531939"/>
                    <a:pt x="233547" y="1471510"/>
                    <a:pt x="377269" y="1513974"/>
                  </a:cubicBezTo>
                  <a:cubicBezTo>
                    <a:pt x="450762" y="1535205"/>
                    <a:pt x="527523" y="1545004"/>
                    <a:pt x="601017" y="1545004"/>
                  </a:cubicBezTo>
                  <a:cubicBezTo>
                    <a:pt x="841096" y="1545004"/>
                    <a:pt x="1002783" y="1425781"/>
                    <a:pt x="1002783" y="1236330"/>
                  </a:cubicBezTo>
                  <a:cubicBezTo>
                    <a:pt x="1002783" y="1090976"/>
                    <a:pt x="868861" y="971752"/>
                    <a:pt x="638580" y="971752"/>
                  </a:cubicBezTo>
                  <a:cubicBezTo>
                    <a:pt x="543855" y="971752"/>
                    <a:pt x="467094" y="986451"/>
                    <a:pt x="375635" y="1037080"/>
                  </a:cubicBezTo>
                  <a:lnTo>
                    <a:pt x="375635" y="1037080"/>
                  </a:lnTo>
                  <a:cubicBezTo>
                    <a:pt x="300509" y="906424"/>
                    <a:pt x="329906" y="741471"/>
                    <a:pt x="445863" y="645113"/>
                  </a:cubicBezTo>
                  <a:lnTo>
                    <a:pt x="806800" y="339705"/>
                  </a:lnTo>
                  <a:lnTo>
                    <a:pt x="432797" y="339705"/>
                  </a:lnTo>
                  <a:cubicBezTo>
                    <a:pt x="244980" y="339705"/>
                    <a:pt x="93092" y="187818"/>
                    <a:pt x="93092" y="0"/>
                  </a:cubicBezTo>
                  <a:lnTo>
                    <a:pt x="93092" y="0"/>
                  </a:lnTo>
                  <a:lnTo>
                    <a:pt x="1296759" y="0"/>
                  </a:lnTo>
                  <a:lnTo>
                    <a:pt x="1296759" y="0"/>
                  </a:lnTo>
                  <a:cubicBezTo>
                    <a:pt x="1296759" y="209049"/>
                    <a:pt x="1206933" y="406666"/>
                    <a:pt x="1050146" y="543855"/>
                  </a:cubicBezTo>
                  <a:lnTo>
                    <a:pt x="857428" y="712074"/>
                  </a:lnTo>
                  <a:cubicBezTo>
                    <a:pt x="908057" y="715340"/>
                    <a:pt x="957053" y="726773"/>
                    <a:pt x="1006049" y="739838"/>
                  </a:cubicBezTo>
                  <a:cubicBezTo>
                    <a:pt x="1234697" y="805166"/>
                    <a:pt x="1399650" y="988084"/>
                    <a:pt x="1399650" y="1249396"/>
                  </a:cubicBezTo>
                  <a:cubicBezTo>
                    <a:pt x="1399650" y="1669127"/>
                    <a:pt x="1051779" y="1873277"/>
                    <a:pt x="635314" y="1873277"/>
                  </a:cubicBezTo>
                  <a:cubicBezTo>
                    <a:pt x="367469" y="1876543"/>
                    <a:pt x="145355" y="1793250"/>
                    <a:pt x="0" y="1659328"/>
                  </a:cubicBezTo>
                  <a:close/>
                </a:path>
              </a:pathLst>
            </a:custGeom>
            <a:gradFill flip="none" rotWithShape="1">
              <a:gsLst>
                <a:gs pos="98000">
                  <a:srgbClr val="FCC800"/>
                </a:gs>
                <a:gs pos="0">
                  <a:srgbClr val="FCC800">
                    <a:lumMod val="75000"/>
                    <a:lumOff val="25000"/>
                  </a:srgbClr>
                </a:gs>
              </a:gsLst>
              <a:lin ang="5400000" scaled="1"/>
              <a:tileRect/>
            </a:gradFill>
            <a:ln w="163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2" name="任意多边形: 形状 21"/>
            <p:cNvSpPr/>
            <p:nvPr/>
          </p:nvSpPr>
          <p:spPr>
            <a:xfrm>
              <a:off x="5338196" y="864880"/>
              <a:ext cx="780894" cy="339704"/>
            </a:xfrm>
            <a:custGeom>
              <a:avLst/>
              <a:gdLst>
                <a:gd name="connsiteX0" fmla="*/ 0 w 780894"/>
                <a:gd name="connsiteY0" fmla="*/ 0 h 339704"/>
                <a:gd name="connsiteX1" fmla="*/ 339705 w 780894"/>
                <a:gd name="connsiteY1" fmla="*/ 339705 h 339704"/>
                <a:gd name="connsiteX2" fmla="*/ 713707 w 780894"/>
                <a:gd name="connsiteY2" fmla="*/ 339705 h 339704"/>
                <a:gd name="connsiteX3" fmla="*/ 713707 w 780894"/>
                <a:gd name="connsiteY3" fmla="*/ 339705 h 339704"/>
                <a:gd name="connsiteX4" fmla="*/ 586318 w 780894"/>
                <a:gd name="connsiteY4" fmla="*/ 0 h 339704"/>
                <a:gd name="connsiteX5" fmla="*/ 0 w 780894"/>
                <a:gd name="connsiteY5" fmla="*/ 0 h 339704"/>
                <a:gd name="connsiteX6" fmla="*/ 0 w 780894"/>
                <a:gd name="connsiteY6" fmla="*/ 0 h 339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0894" h="339704">
                  <a:moveTo>
                    <a:pt x="0" y="0"/>
                  </a:moveTo>
                  <a:cubicBezTo>
                    <a:pt x="0" y="187818"/>
                    <a:pt x="151887" y="339705"/>
                    <a:pt x="339705" y="339705"/>
                  </a:cubicBezTo>
                  <a:lnTo>
                    <a:pt x="713707" y="339705"/>
                  </a:lnTo>
                  <a:lnTo>
                    <a:pt x="713707" y="339705"/>
                  </a:lnTo>
                  <a:cubicBezTo>
                    <a:pt x="849262" y="222115"/>
                    <a:pt x="765969" y="0"/>
                    <a:pt x="586318" y="0"/>
                  </a:cubicBezTo>
                  <a:lnTo>
                    <a:pt x="0" y="0"/>
                  </a:lnTo>
                  <a:lnTo>
                    <a:pt x="0" y="0"/>
                  </a:lnTo>
                  <a:close/>
                </a:path>
              </a:pathLst>
            </a:custGeom>
            <a:gradFill flip="none" rotWithShape="1">
              <a:gsLst>
                <a:gs pos="98000">
                  <a:srgbClr val="FCC800">
                    <a:lumMod val="90000"/>
                  </a:srgbClr>
                </a:gs>
                <a:gs pos="0">
                  <a:srgbClr val="FCC800">
                    <a:lumMod val="90000"/>
                    <a:lumOff val="10000"/>
                  </a:srgbClr>
                </a:gs>
              </a:gsLst>
              <a:lin ang="0" scaled="1"/>
              <a:tileRect/>
            </a:gradFill>
            <a:ln w="163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3" name="任意多边形: 形状 22"/>
            <p:cNvSpPr/>
            <p:nvPr/>
          </p:nvSpPr>
          <p:spPr>
            <a:xfrm>
              <a:off x="5243471" y="1819493"/>
              <a:ext cx="1399649" cy="921931"/>
            </a:xfrm>
            <a:custGeom>
              <a:avLst/>
              <a:gdLst>
                <a:gd name="connsiteX0" fmla="*/ 1399650 w 1399649"/>
                <a:gd name="connsiteY0" fmla="*/ 296417 h 921931"/>
                <a:gd name="connsiteX1" fmla="*/ 638580 w 1399649"/>
                <a:gd name="connsiteY1" fmla="*/ 17140 h 921931"/>
                <a:gd name="connsiteX2" fmla="*/ 1002783 w 1399649"/>
                <a:gd name="connsiteY2" fmla="*/ 281718 h 921931"/>
                <a:gd name="connsiteX3" fmla="*/ 601017 w 1399649"/>
                <a:gd name="connsiteY3" fmla="*/ 590392 h 921931"/>
                <a:gd name="connsiteX4" fmla="*/ 377269 w 1399649"/>
                <a:gd name="connsiteY4" fmla="*/ 559361 h 921931"/>
                <a:gd name="connsiteX5" fmla="*/ 0 w 1399649"/>
                <a:gd name="connsiteY5" fmla="*/ 704716 h 921931"/>
                <a:gd name="connsiteX6" fmla="*/ 635314 w 1399649"/>
                <a:gd name="connsiteY6" fmla="*/ 921931 h 921931"/>
                <a:gd name="connsiteX7" fmla="*/ 1399650 w 1399649"/>
                <a:gd name="connsiteY7" fmla="*/ 296417 h 921931"/>
                <a:gd name="connsiteX8" fmla="*/ 1399650 w 1399649"/>
                <a:gd name="connsiteY8" fmla="*/ 296417 h 92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9649" h="921931">
                  <a:moveTo>
                    <a:pt x="1399650" y="296417"/>
                  </a:moveTo>
                  <a:cubicBezTo>
                    <a:pt x="1128539" y="-103717"/>
                    <a:pt x="638580" y="17140"/>
                    <a:pt x="638580" y="17140"/>
                  </a:cubicBezTo>
                  <a:cubicBezTo>
                    <a:pt x="868861" y="17140"/>
                    <a:pt x="1002783" y="136363"/>
                    <a:pt x="1002783" y="281718"/>
                  </a:cubicBezTo>
                  <a:cubicBezTo>
                    <a:pt x="1002783" y="469535"/>
                    <a:pt x="841096" y="590392"/>
                    <a:pt x="601017" y="590392"/>
                  </a:cubicBezTo>
                  <a:cubicBezTo>
                    <a:pt x="527523" y="590392"/>
                    <a:pt x="450762" y="580593"/>
                    <a:pt x="377269" y="559361"/>
                  </a:cubicBezTo>
                  <a:cubicBezTo>
                    <a:pt x="233547" y="516898"/>
                    <a:pt x="78394" y="577327"/>
                    <a:pt x="0" y="704716"/>
                  </a:cubicBezTo>
                  <a:cubicBezTo>
                    <a:pt x="145355" y="838638"/>
                    <a:pt x="367469" y="921931"/>
                    <a:pt x="635314" y="921931"/>
                  </a:cubicBezTo>
                  <a:cubicBezTo>
                    <a:pt x="1051779" y="921931"/>
                    <a:pt x="1399650" y="716148"/>
                    <a:pt x="1399650" y="296417"/>
                  </a:cubicBezTo>
                  <a:cubicBezTo>
                    <a:pt x="1399650" y="296417"/>
                    <a:pt x="1399650" y="296417"/>
                    <a:pt x="1399650" y="296417"/>
                  </a:cubicBezTo>
                  <a:close/>
                </a:path>
              </a:pathLst>
            </a:custGeom>
            <a:gradFill flip="none" rotWithShape="1">
              <a:gsLst>
                <a:gs pos="98000">
                  <a:srgbClr val="FCC800">
                    <a:lumMod val="91000"/>
                  </a:srgbClr>
                </a:gs>
                <a:gs pos="0">
                  <a:srgbClr val="FCC800">
                    <a:lumMod val="90000"/>
                    <a:lumOff val="10000"/>
                  </a:srgbClr>
                </a:gs>
              </a:gsLst>
              <a:lin ang="0" scaled="1"/>
              <a:tileRect/>
            </a:gradFill>
            <a:ln w="163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spTree>
    <p:custDataLst>
      <p:tags r:id="rId2"/>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pPr algn="l"/>
            <a:r>
              <a:rPr lang="zh-CN" altLang="en-US"/>
              <a:t>产品总览</a:t>
            </a:r>
            <a:endParaRPr lang="zh-CN" altLang="en-US"/>
          </a:p>
        </p:txBody>
      </p:sp>
      <p:sp>
        <p:nvSpPr>
          <p:cNvPr id="9" name="文本框 8"/>
          <p:cNvSpPr txBox="1"/>
          <p:nvPr/>
        </p:nvSpPr>
        <p:spPr>
          <a:xfrm>
            <a:off x="7256780" y="5274310"/>
            <a:ext cx="3563620" cy="245110"/>
          </a:xfrm>
          <a:prstGeom prst="rect">
            <a:avLst/>
          </a:prstGeom>
          <a:noFill/>
        </p:spPr>
        <p:txBody>
          <a:bodyPr wrap="square">
            <a:spAutoFit/>
          </a:bodyPr>
          <a:lstStyle/>
          <a:p>
            <a:pPr indent="0" algn="l" fontAlgn="auto">
              <a:lnSpc>
                <a:spcPct val="100000"/>
              </a:lnSpc>
            </a:pPr>
            <a:r>
              <a:rPr lang="zh-CN" altLang="en-US" sz="1000" dirty="0">
                <a:solidFill>
                  <a:schemeClr val="bg1">
                    <a:lumMod val="65000"/>
                  </a:schemeClr>
                </a:solidFill>
              </a:rPr>
              <a:t>参照药典通则0831测定法</a:t>
            </a:r>
            <a:r>
              <a:rPr lang="en-US" altLang="zh-CN" sz="1000" dirty="0">
                <a:solidFill>
                  <a:schemeClr val="bg1">
                    <a:lumMod val="65000"/>
                  </a:schemeClr>
                </a:solidFill>
              </a:rPr>
              <a:t> </a:t>
            </a:r>
            <a:r>
              <a:rPr lang="zh-CN" altLang="en-US" sz="1000" dirty="0">
                <a:solidFill>
                  <a:schemeClr val="bg1">
                    <a:lumMod val="65000"/>
                  </a:schemeClr>
                </a:solidFill>
              </a:rPr>
              <a:t> 0832水分测定法之烘干法</a:t>
            </a:r>
            <a:endParaRPr lang="zh-CN" altLang="en-US" sz="1000" dirty="0">
              <a:solidFill>
                <a:schemeClr val="bg1">
                  <a:lumMod val="65000"/>
                </a:schemeClr>
              </a:solidFill>
            </a:endParaRPr>
          </a:p>
        </p:txBody>
      </p:sp>
      <p:sp>
        <p:nvSpPr>
          <p:cNvPr id="10" name="文本框 9"/>
          <p:cNvSpPr txBox="1"/>
          <p:nvPr/>
        </p:nvSpPr>
        <p:spPr>
          <a:xfrm>
            <a:off x="7256780" y="4763135"/>
            <a:ext cx="3566160" cy="398780"/>
          </a:xfrm>
          <a:prstGeom prst="rect">
            <a:avLst/>
          </a:prstGeom>
          <a:solidFill>
            <a:srgbClr val="FCC800"/>
          </a:solidFill>
        </p:spPr>
        <p:txBody>
          <a:bodyPr wrap="none">
            <a:spAutoFit/>
          </a:bodyPr>
          <a:lstStyle/>
          <a:p>
            <a:pPr lvl="0" algn="l">
              <a:buClrTx/>
              <a:buSzTx/>
              <a:buFontTx/>
            </a:pPr>
            <a:r>
              <a:rPr lang="en-US" altLang="zh-CN" sz="2000" dirty="0">
                <a:latin typeface="微软雅黑 Light" panose="020B0502040204020203" charset="-122"/>
                <a:ea typeface="微软雅黑 Light" panose="020B0502040204020203" charset="-122"/>
                <a:cs typeface="微软雅黑 Light" panose="020B0502040204020203" charset="-122"/>
                <a:sym typeface="+mn-ea"/>
              </a:rPr>
              <a:t>C870</a:t>
            </a:r>
            <a:r>
              <a:rPr lang="zh-CN" altLang="en-US" sz="2000" dirty="0">
                <a:latin typeface="微软雅黑 Light" panose="020B0502040204020203" charset="-122"/>
                <a:ea typeface="微软雅黑 Light" panose="020B0502040204020203" charset="-122"/>
                <a:cs typeface="微软雅黑 Light" panose="020B0502040204020203" charset="-122"/>
                <a:sym typeface="+mn-ea"/>
              </a:rPr>
              <a:t>集成式干燥失重检测系统</a:t>
            </a:r>
            <a:endParaRPr lang="zh-CN" altLang="en-US" sz="2000" dirty="0">
              <a:latin typeface="微软雅黑 Light" panose="020B0502040204020203" charset="-122"/>
              <a:ea typeface="微软雅黑 Light" panose="020B0502040204020203" charset="-122"/>
              <a:cs typeface="微软雅黑 Light" panose="020B0502040204020203" charset="-122"/>
              <a:sym typeface="+mn-ea"/>
            </a:endParaRPr>
          </a:p>
        </p:txBody>
      </p:sp>
      <p:sp>
        <p:nvSpPr>
          <p:cNvPr id="30" name="文本框 29"/>
          <p:cNvSpPr txBox="1"/>
          <p:nvPr/>
        </p:nvSpPr>
        <p:spPr>
          <a:xfrm>
            <a:off x="7256780" y="4265065"/>
            <a:ext cx="1116790" cy="405590"/>
          </a:xfrm>
          <a:prstGeom prst="roundRect">
            <a:avLst>
              <a:gd name="adj" fmla="val 50000"/>
            </a:avLst>
          </a:prstGeom>
          <a:noFill/>
          <a:ln w="15875">
            <a:solidFill>
              <a:srgbClr val="FCC800"/>
            </a:solidFill>
          </a:ln>
        </p:spPr>
        <p:txBody>
          <a:bodyPr wrap="none" lIns="36195" rIns="36195" rtlCol="0" anchor="ctr" anchorCtr="0">
            <a:spAutoFit/>
          </a:bodyPr>
          <a:p>
            <a:pPr algn="l">
              <a:lnSpc>
                <a:spcPct val="100000"/>
              </a:lnSpc>
            </a:pPr>
            <a:r>
              <a:rPr lang="zh-CN" sz="1200">
                <a:solidFill>
                  <a:srgbClr val="FCC800"/>
                </a:solidFill>
                <a:latin typeface="微软雅黑" panose="020B0503020204020204" charset="-122"/>
                <a:ea typeface="微软雅黑" panose="020B0503020204020204" charset="-122"/>
                <a:sym typeface="+mn-ea"/>
              </a:rPr>
              <a:t>药品水分控制</a:t>
            </a:r>
            <a:endParaRPr lang="zh-CN" altLang="en-US" sz="1200">
              <a:solidFill>
                <a:srgbClr val="FCC800"/>
              </a:solidFill>
              <a:latin typeface="微软雅黑" panose="020B0503020204020204" charset="-122"/>
              <a:ea typeface="微软雅黑" panose="020B0503020204020204" charset="-122"/>
              <a:sym typeface="+mn-ea"/>
            </a:endParaRPr>
          </a:p>
        </p:txBody>
      </p:sp>
      <p:sp>
        <p:nvSpPr>
          <p:cNvPr id="33" name="文本框 32"/>
          <p:cNvSpPr txBox="1"/>
          <p:nvPr>
            <p:custDataLst>
              <p:tags r:id="rId1"/>
            </p:custDataLst>
          </p:nvPr>
        </p:nvSpPr>
        <p:spPr>
          <a:xfrm>
            <a:off x="7256780" y="2212340"/>
            <a:ext cx="3563620" cy="245110"/>
          </a:xfrm>
          <a:prstGeom prst="rect">
            <a:avLst/>
          </a:prstGeom>
          <a:noFill/>
        </p:spPr>
        <p:txBody>
          <a:bodyPr wrap="square">
            <a:spAutoFit/>
          </a:bodyPr>
          <a:lstStyle/>
          <a:p>
            <a:pPr indent="0" algn="l" fontAlgn="auto">
              <a:lnSpc>
                <a:spcPct val="100000"/>
              </a:lnSpc>
            </a:pPr>
            <a:r>
              <a:rPr lang="zh-CN" altLang="en-US" sz="1000" dirty="0">
                <a:solidFill>
                  <a:schemeClr val="bg1">
                    <a:lumMod val="65000"/>
                  </a:schemeClr>
                </a:solidFill>
              </a:rPr>
              <a:t>参照</a:t>
            </a:r>
            <a:r>
              <a:rPr lang="en-US" altLang="zh-CN" sz="1000" dirty="0">
                <a:solidFill>
                  <a:schemeClr val="bg1">
                    <a:lumMod val="65000"/>
                  </a:schemeClr>
                </a:solidFill>
              </a:rPr>
              <a:t>YBB </a:t>
            </a:r>
            <a:r>
              <a:rPr lang="zh-CN" altLang="en-US" sz="1000" dirty="0">
                <a:solidFill>
                  <a:schemeClr val="bg1">
                    <a:lumMod val="65000"/>
                  </a:schemeClr>
                </a:solidFill>
              </a:rPr>
              <a:t>系列</a:t>
            </a:r>
            <a:r>
              <a:rPr lang="en-US" altLang="zh-CN" sz="1000" dirty="0">
                <a:solidFill>
                  <a:schemeClr val="bg1">
                    <a:lumMod val="65000"/>
                  </a:schemeClr>
                </a:solidFill>
              </a:rPr>
              <a:t> </a:t>
            </a:r>
            <a:r>
              <a:rPr lang="zh-CN" altLang="en-US" sz="1000" dirty="0">
                <a:solidFill>
                  <a:schemeClr val="bg1">
                    <a:lumMod val="65000"/>
                  </a:schemeClr>
                </a:solidFill>
              </a:rPr>
              <a:t>通则 0261 等</a:t>
            </a:r>
            <a:endParaRPr lang="zh-CN" altLang="en-US" sz="1000" dirty="0">
              <a:solidFill>
                <a:schemeClr val="bg1">
                  <a:lumMod val="65000"/>
                </a:schemeClr>
              </a:solidFill>
            </a:endParaRPr>
          </a:p>
        </p:txBody>
      </p:sp>
      <p:sp>
        <p:nvSpPr>
          <p:cNvPr id="34" name="文本框 33"/>
          <p:cNvSpPr txBox="1"/>
          <p:nvPr>
            <p:custDataLst>
              <p:tags r:id="rId2"/>
            </p:custDataLst>
          </p:nvPr>
        </p:nvSpPr>
        <p:spPr>
          <a:xfrm>
            <a:off x="7256780" y="1701165"/>
            <a:ext cx="3574415" cy="398780"/>
          </a:xfrm>
          <a:prstGeom prst="rect">
            <a:avLst/>
          </a:prstGeom>
          <a:solidFill>
            <a:srgbClr val="FCC800"/>
          </a:solidFill>
        </p:spPr>
        <p:txBody>
          <a:bodyPr wrap="none">
            <a:spAutoFit/>
          </a:bodyPr>
          <a:lstStyle/>
          <a:p>
            <a:pPr lvl="0" algn="l">
              <a:buClrTx/>
              <a:buSzTx/>
              <a:buFontTx/>
            </a:pPr>
            <a:r>
              <a:rPr lang="en-US" altLang="zh-CN" sz="2000" dirty="0">
                <a:latin typeface="微软雅黑 Light" panose="020B0502040204020203" charset="-122"/>
                <a:ea typeface="微软雅黑 Light" panose="020B0502040204020203" charset="-122"/>
                <a:cs typeface="微软雅黑 Light" panose="020B0502040204020203" charset="-122"/>
                <a:sym typeface="+mn-ea"/>
              </a:rPr>
              <a:t>C840</a:t>
            </a:r>
            <a:r>
              <a:rPr lang="zh-CN" altLang="en-US" sz="2000" dirty="0">
                <a:latin typeface="微软雅黑 Light" panose="020B0502040204020203" charset="-122"/>
                <a:ea typeface="微软雅黑 Light" panose="020B0502040204020203" charset="-122"/>
                <a:cs typeface="微软雅黑 Light" panose="020B0502040204020203" charset="-122"/>
                <a:sym typeface="+mn-ea"/>
              </a:rPr>
              <a:t>集成式蒸发残渣检测系统</a:t>
            </a:r>
            <a:endParaRPr lang="zh-CN" altLang="en-US" sz="2000" dirty="0">
              <a:latin typeface="微软雅黑 Light" panose="020B0502040204020203" charset="-122"/>
              <a:ea typeface="微软雅黑 Light" panose="020B0502040204020203" charset="-122"/>
              <a:cs typeface="微软雅黑 Light" panose="020B0502040204020203" charset="-122"/>
              <a:sym typeface="+mn-ea"/>
            </a:endParaRPr>
          </a:p>
        </p:txBody>
      </p:sp>
      <p:sp>
        <p:nvSpPr>
          <p:cNvPr id="35" name="文本框 34"/>
          <p:cNvSpPr txBox="1"/>
          <p:nvPr>
            <p:custDataLst>
              <p:tags r:id="rId3"/>
            </p:custDataLst>
          </p:nvPr>
        </p:nvSpPr>
        <p:spPr>
          <a:xfrm>
            <a:off x="7256780" y="1203096"/>
            <a:ext cx="1726388" cy="405588"/>
          </a:xfrm>
          <a:prstGeom prst="roundRect">
            <a:avLst>
              <a:gd name="adj" fmla="val 50000"/>
            </a:avLst>
          </a:prstGeom>
          <a:noFill/>
          <a:ln w="15875">
            <a:solidFill>
              <a:srgbClr val="FCC800"/>
            </a:solidFill>
          </a:ln>
        </p:spPr>
        <p:txBody>
          <a:bodyPr wrap="none" lIns="36195" rIns="36195" rtlCol="0" anchor="ctr" anchorCtr="0">
            <a:spAutoFit/>
          </a:bodyPr>
          <a:p>
            <a:pPr algn="l">
              <a:lnSpc>
                <a:spcPct val="100000"/>
              </a:lnSpc>
            </a:pPr>
            <a:r>
              <a:rPr lang="zh-CN" altLang="en-US" sz="1200">
                <a:solidFill>
                  <a:srgbClr val="FCC800"/>
                </a:solidFill>
                <a:latin typeface="微软雅黑" panose="020B0503020204020204" charset="-122"/>
                <a:ea typeface="微软雅黑" panose="020B0503020204020204" charset="-122"/>
                <a:sym typeface="+mn-ea"/>
              </a:rPr>
              <a:t>药包材与制药用水安全</a:t>
            </a:r>
            <a:endParaRPr lang="zh-CN" altLang="en-US" sz="1200">
              <a:solidFill>
                <a:srgbClr val="FCC800"/>
              </a:solidFill>
              <a:latin typeface="微软雅黑" panose="020B0503020204020204" charset="-122"/>
              <a:ea typeface="微软雅黑" panose="020B0503020204020204" charset="-122"/>
              <a:sym typeface="+mn-ea"/>
            </a:endParaRPr>
          </a:p>
        </p:txBody>
      </p:sp>
      <p:sp>
        <p:nvSpPr>
          <p:cNvPr id="37" name="文本框 36"/>
          <p:cNvSpPr txBox="1"/>
          <p:nvPr>
            <p:custDataLst>
              <p:tags r:id="rId4"/>
            </p:custDataLst>
          </p:nvPr>
        </p:nvSpPr>
        <p:spPr>
          <a:xfrm>
            <a:off x="7256780" y="3712845"/>
            <a:ext cx="3563620" cy="245110"/>
          </a:xfrm>
          <a:prstGeom prst="rect">
            <a:avLst/>
          </a:prstGeom>
          <a:noFill/>
        </p:spPr>
        <p:txBody>
          <a:bodyPr wrap="square">
            <a:spAutoFit/>
          </a:bodyPr>
          <a:lstStyle/>
          <a:p>
            <a:pPr indent="0" algn="l" fontAlgn="auto">
              <a:lnSpc>
                <a:spcPct val="100000"/>
              </a:lnSpc>
            </a:pPr>
            <a:r>
              <a:rPr lang="zh-CN" altLang="en-US" sz="1000" dirty="0">
                <a:solidFill>
                  <a:schemeClr val="bg1">
                    <a:lumMod val="65000"/>
                  </a:schemeClr>
                </a:solidFill>
              </a:rPr>
              <a:t>参照药典通则0841检查法</a:t>
            </a:r>
            <a:endParaRPr lang="zh-CN" altLang="en-US" sz="1000" dirty="0">
              <a:solidFill>
                <a:schemeClr val="bg1">
                  <a:lumMod val="65000"/>
                </a:schemeClr>
              </a:solidFill>
            </a:endParaRPr>
          </a:p>
        </p:txBody>
      </p:sp>
      <p:sp>
        <p:nvSpPr>
          <p:cNvPr id="38" name="文本框 37"/>
          <p:cNvSpPr txBox="1"/>
          <p:nvPr>
            <p:custDataLst>
              <p:tags r:id="rId5"/>
            </p:custDataLst>
          </p:nvPr>
        </p:nvSpPr>
        <p:spPr>
          <a:xfrm>
            <a:off x="7256780" y="3201670"/>
            <a:ext cx="3569970" cy="398780"/>
          </a:xfrm>
          <a:prstGeom prst="rect">
            <a:avLst/>
          </a:prstGeom>
          <a:solidFill>
            <a:srgbClr val="FCC800"/>
          </a:solidFill>
        </p:spPr>
        <p:txBody>
          <a:bodyPr wrap="none">
            <a:spAutoFit/>
          </a:bodyPr>
          <a:lstStyle/>
          <a:p>
            <a:pPr lvl="0" algn="l">
              <a:buClrTx/>
              <a:buSzTx/>
              <a:buFontTx/>
            </a:pPr>
            <a:r>
              <a:rPr lang="en-US" altLang="zh-CN" sz="2000" dirty="0">
                <a:latin typeface="微软雅黑 Light" panose="020B0502040204020203" charset="-122"/>
                <a:ea typeface="微软雅黑 Light" panose="020B0502040204020203" charset="-122"/>
                <a:cs typeface="微软雅黑 Light" panose="020B0502040204020203" charset="-122"/>
                <a:sym typeface="+mn-ea"/>
              </a:rPr>
              <a:t>C860</a:t>
            </a:r>
            <a:r>
              <a:rPr lang="zh-CN" altLang="en-US" sz="2000" dirty="0">
                <a:latin typeface="微软雅黑 Light" panose="020B0502040204020203" charset="-122"/>
                <a:ea typeface="微软雅黑 Light" panose="020B0502040204020203" charset="-122"/>
                <a:cs typeface="微软雅黑 Light" panose="020B0502040204020203" charset="-122"/>
                <a:sym typeface="+mn-ea"/>
              </a:rPr>
              <a:t>集成式</a:t>
            </a:r>
            <a:r>
              <a:rPr lang="en-US" altLang="zh-CN" sz="2000" dirty="0">
                <a:latin typeface="微软雅黑 Light" panose="020B0502040204020203" charset="-122"/>
                <a:ea typeface="微软雅黑 Light" panose="020B0502040204020203" charset="-122"/>
                <a:cs typeface="微软雅黑 Light" panose="020B0502040204020203" charset="-122"/>
                <a:sym typeface="+mn-ea"/>
              </a:rPr>
              <a:t>灼烧残渣</a:t>
            </a:r>
            <a:r>
              <a:rPr lang="zh-CN" altLang="en-US" sz="2000" dirty="0">
                <a:latin typeface="微软雅黑 Light" panose="020B0502040204020203" charset="-122"/>
                <a:ea typeface="微软雅黑 Light" panose="020B0502040204020203" charset="-122"/>
                <a:cs typeface="微软雅黑 Light" panose="020B0502040204020203" charset="-122"/>
                <a:sym typeface="+mn-ea"/>
              </a:rPr>
              <a:t>检测系统</a:t>
            </a:r>
            <a:endParaRPr lang="zh-CN" altLang="en-US" sz="2000" dirty="0">
              <a:latin typeface="微软雅黑 Light" panose="020B0502040204020203" charset="-122"/>
              <a:ea typeface="微软雅黑 Light" panose="020B0502040204020203" charset="-122"/>
              <a:cs typeface="微软雅黑 Light" panose="020B0502040204020203" charset="-122"/>
              <a:sym typeface="+mn-ea"/>
            </a:endParaRPr>
          </a:p>
        </p:txBody>
      </p:sp>
      <p:sp>
        <p:nvSpPr>
          <p:cNvPr id="39" name="文本框 38"/>
          <p:cNvSpPr txBox="1"/>
          <p:nvPr>
            <p:custDataLst>
              <p:tags r:id="rId6"/>
            </p:custDataLst>
          </p:nvPr>
        </p:nvSpPr>
        <p:spPr>
          <a:xfrm>
            <a:off x="7256780" y="2703599"/>
            <a:ext cx="1421592" cy="405592"/>
          </a:xfrm>
          <a:prstGeom prst="roundRect">
            <a:avLst>
              <a:gd name="adj" fmla="val 50000"/>
            </a:avLst>
          </a:prstGeom>
          <a:noFill/>
          <a:ln w="15875">
            <a:solidFill>
              <a:srgbClr val="FCC800"/>
            </a:solidFill>
          </a:ln>
        </p:spPr>
        <p:txBody>
          <a:bodyPr wrap="none" lIns="36195" rIns="36195" rtlCol="0" anchor="ctr" anchorCtr="0">
            <a:spAutoFit/>
          </a:bodyPr>
          <a:p>
            <a:pPr algn="l">
              <a:lnSpc>
                <a:spcPct val="100000"/>
              </a:lnSpc>
            </a:pPr>
            <a:r>
              <a:rPr lang="zh-CN" altLang="en-US" sz="1200">
                <a:solidFill>
                  <a:srgbClr val="FCC800"/>
                </a:solidFill>
                <a:latin typeface="微软雅黑" panose="020B0503020204020204" charset="-122"/>
                <a:ea typeface="微软雅黑" panose="020B0503020204020204" charset="-122"/>
                <a:sym typeface="+mn-ea"/>
              </a:rPr>
              <a:t>药品无机杂质控制</a:t>
            </a:r>
            <a:endParaRPr lang="zh-CN" altLang="en-US" sz="1200">
              <a:solidFill>
                <a:srgbClr val="FCC800"/>
              </a:solidFill>
              <a:latin typeface="微软雅黑" panose="020B0503020204020204" charset="-122"/>
              <a:ea typeface="微软雅黑" panose="020B0503020204020204" charset="-122"/>
              <a:sym typeface="+mn-ea"/>
            </a:endParaRPr>
          </a:p>
        </p:txBody>
      </p:sp>
      <p:sp>
        <p:nvSpPr>
          <p:cNvPr id="40" name="圆角矩形 39"/>
          <p:cNvSpPr/>
          <p:nvPr/>
        </p:nvSpPr>
        <p:spPr>
          <a:xfrm>
            <a:off x="443230" y="5918200"/>
            <a:ext cx="11307445" cy="609600"/>
          </a:xfrm>
          <a:prstGeom prst="roundRect">
            <a:avLst>
              <a:gd name="adj" fmla="val 0"/>
            </a:avLst>
          </a:prstGeom>
          <a:gradFill>
            <a:gsLst>
              <a:gs pos="0">
                <a:srgbClr val="FF9E3F"/>
              </a:gs>
              <a:gs pos="100000">
                <a:srgbClr val="FFC20F"/>
              </a:gs>
            </a:gsLst>
            <a:lin ang="2700000" scaled="1"/>
          </a:gradFill>
        </p:spPr>
        <p:txBody>
          <a:bodyPr anchor="ctr" anchorCtr="0"/>
          <a:p>
            <a:pPr algn="ctr"/>
            <a:r>
              <a:rPr lang="zh-CN" altLang="en-US">
                <a:solidFill>
                  <a:schemeClr val="bg1"/>
                </a:solidFill>
                <a:latin typeface="微软雅黑" panose="020B0503020204020204" charset="-122"/>
                <a:ea typeface="微软雅黑" panose="020B0503020204020204" charset="-122"/>
                <a:cs typeface="微软雅黑" panose="020B0503020204020204" charset="-122"/>
                <a:sym typeface="+mn-ea"/>
              </a:rPr>
              <a:t>全系列共享同一设计</a:t>
            </a:r>
            <a:r>
              <a:rPr lang="zh-CN" altLang="en-US">
                <a:solidFill>
                  <a:schemeClr val="bg1"/>
                </a:solidFill>
                <a:latin typeface="微软雅黑" panose="020B0503020204020204" charset="-122"/>
                <a:ea typeface="微软雅黑" panose="020B0503020204020204" charset="-122"/>
                <a:cs typeface="微软雅黑" panose="020B0503020204020204" charset="-122"/>
                <a:sym typeface="+mn-ea"/>
              </a:rPr>
              <a:t>理念，实现从样品处理到数据报告的全流程自动化。</a:t>
            </a:r>
            <a:endParaRPr lang="en-US" altLang="zh-CN">
              <a:solidFill>
                <a:schemeClr val="bg1"/>
              </a:solidFill>
              <a:latin typeface="微软雅黑" panose="020B0503020204020204" charset="-122"/>
              <a:ea typeface="微软雅黑" panose="020B0503020204020204" charset="-122"/>
              <a:cs typeface="微软雅黑" panose="020B0503020204020204" charset="-122"/>
              <a:sym typeface="+mn-ea"/>
            </a:endParaRPr>
          </a:p>
        </p:txBody>
      </p:sp>
      <p:pic>
        <p:nvPicPr>
          <p:cNvPr id="60" name="图片 59"/>
          <p:cNvPicPr>
            <a:picLocks noChangeAspect="1"/>
          </p:cNvPicPr>
          <p:nvPr>
            <p:custDataLst>
              <p:tags r:id="rId7"/>
            </p:custDataLst>
          </p:nvPr>
        </p:nvPicPr>
        <p:blipFill>
          <a:blip r:embed="rId8" cstate="email"/>
          <a:srcRect l="29498" r="29498"/>
          <a:stretch>
            <a:fillRect/>
          </a:stretch>
        </p:blipFill>
        <p:spPr>
          <a:xfrm>
            <a:off x="440690" y="974090"/>
            <a:ext cx="3411211" cy="4680000"/>
          </a:xfrm>
          <a:custGeom>
            <a:avLst/>
            <a:gdLst>
              <a:gd name="connsiteX0" fmla="*/ 0 w 3953002"/>
              <a:gd name="connsiteY0" fmla="*/ 0 h 5422900"/>
              <a:gd name="connsiteX1" fmla="*/ 3953002 w 3953002"/>
              <a:gd name="connsiteY1" fmla="*/ 0 h 5422900"/>
              <a:gd name="connsiteX2" fmla="*/ 2864348 w 3953002"/>
              <a:gd name="connsiteY2" fmla="*/ 5422900 h 5422900"/>
              <a:gd name="connsiteX3" fmla="*/ 0 w 3953002"/>
              <a:gd name="connsiteY3" fmla="*/ 5422900 h 5422900"/>
            </a:gdLst>
            <a:ahLst/>
            <a:cxnLst>
              <a:cxn ang="0">
                <a:pos x="connsiteX0" y="connsiteY0"/>
              </a:cxn>
              <a:cxn ang="0">
                <a:pos x="connsiteX1" y="connsiteY1"/>
              </a:cxn>
              <a:cxn ang="0">
                <a:pos x="connsiteX2" y="connsiteY2"/>
              </a:cxn>
              <a:cxn ang="0">
                <a:pos x="connsiteX3" y="connsiteY3"/>
              </a:cxn>
            </a:cxnLst>
            <a:rect l="l" t="t" r="r" b="b"/>
            <a:pathLst>
              <a:path w="3953002" h="5422900">
                <a:moveTo>
                  <a:pt x="0" y="0"/>
                </a:moveTo>
                <a:lnTo>
                  <a:pt x="3953002" y="0"/>
                </a:lnTo>
                <a:lnTo>
                  <a:pt x="2864348" y="5422900"/>
                </a:lnTo>
                <a:lnTo>
                  <a:pt x="0" y="5422900"/>
                </a:lnTo>
                <a:close/>
              </a:path>
            </a:pathLst>
          </a:custGeom>
        </p:spPr>
      </p:pic>
      <p:pic>
        <p:nvPicPr>
          <p:cNvPr id="62" name="图片 61"/>
          <p:cNvPicPr>
            <a:picLocks noChangeAspect="1"/>
          </p:cNvPicPr>
          <p:nvPr>
            <p:custDataLst>
              <p:tags r:id="rId9"/>
            </p:custDataLst>
          </p:nvPr>
        </p:nvPicPr>
        <p:blipFill>
          <a:blip r:embed="rId8" cstate="email"/>
          <a:srcRect l="29498" r="29498"/>
          <a:stretch>
            <a:fillRect/>
          </a:stretch>
        </p:blipFill>
        <p:spPr>
          <a:xfrm flipH="1" flipV="1">
            <a:off x="2981325" y="974090"/>
            <a:ext cx="3411211" cy="4680000"/>
          </a:xfrm>
          <a:custGeom>
            <a:avLst/>
            <a:gdLst>
              <a:gd name="connsiteX0" fmla="*/ 0 w 3953002"/>
              <a:gd name="connsiteY0" fmla="*/ 0 h 5422900"/>
              <a:gd name="connsiteX1" fmla="*/ 3953002 w 3953002"/>
              <a:gd name="connsiteY1" fmla="*/ 0 h 5422900"/>
              <a:gd name="connsiteX2" fmla="*/ 2864348 w 3953002"/>
              <a:gd name="connsiteY2" fmla="*/ 5422900 h 5422900"/>
              <a:gd name="connsiteX3" fmla="*/ 0 w 3953002"/>
              <a:gd name="connsiteY3" fmla="*/ 5422900 h 5422900"/>
            </a:gdLst>
            <a:ahLst/>
            <a:cxnLst>
              <a:cxn ang="0">
                <a:pos x="connsiteX0" y="connsiteY0"/>
              </a:cxn>
              <a:cxn ang="0">
                <a:pos x="connsiteX1" y="connsiteY1"/>
              </a:cxn>
              <a:cxn ang="0">
                <a:pos x="connsiteX2" y="connsiteY2"/>
              </a:cxn>
              <a:cxn ang="0">
                <a:pos x="connsiteX3" y="connsiteY3"/>
              </a:cxn>
            </a:cxnLst>
            <a:rect l="l" t="t" r="r" b="b"/>
            <a:pathLst>
              <a:path w="3953002" h="5422900">
                <a:moveTo>
                  <a:pt x="0" y="0"/>
                </a:moveTo>
                <a:lnTo>
                  <a:pt x="3953002" y="0"/>
                </a:lnTo>
                <a:lnTo>
                  <a:pt x="2864348" y="5422900"/>
                </a:lnTo>
                <a:lnTo>
                  <a:pt x="0" y="5422900"/>
                </a:lnTo>
                <a:close/>
              </a:path>
            </a:pathLst>
          </a:custGeom>
        </p:spPr>
      </p:pic>
    </p:spTree>
    <p:custDataLst>
      <p:tags r:id="rId10"/>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标题 88"/>
          <p:cNvSpPr>
            <a:spLocks noGrp="1"/>
          </p:cNvSpPr>
          <p:nvPr>
            <p:ph type="title"/>
          </p:nvPr>
        </p:nvSpPr>
        <p:spPr/>
        <p:txBody>
          <a:bodyPr/>
          <a:p>
            <a:pPr algn="l"/>
            <a:r>
              <a:rPr lang="zh-CN" altLang="en-US">
                <a:sym typeface="+mn-ea"/>
              </a:rPr>
              <a:t>产品</a:t>
            </a:r>
            <a:r>
              <a:rPr lang="zh-CN" altLang="en-US">
                <a:sym typeface="+mn-ea"/>
              </a:rPr>
              <a:t>系列总览</a:t>
            </a:r>
            <a:endParaRPr lang="zh-CN" altLang="en-US"/>
          </a:p>
        </p:txBody>
      </p:sp>
      <p:pic>
        <p:nvPicPr>
          <p:cNvPr id="68" name="图片 67" descr="图片3"/>
          <p:cNvPicPr>
            <a:picLocks noChangeAspect="1"/>
          </p:cNvPicPr>
          <p:nvPr/>
        </p:nvPicPr>
        <p:blipFill>
          <a:blip r:embed="rId1"/>
          <a:srcRect r="33342"/>
          <a:stretch>
            <a:fillRect/>
          </a:stretch>
        </p:blipFill>
        <p:spPr>
          <a:xfrm>
            <a:off x="3780155" y="4702810"/>
            <a:ext cx="5083175" cy="1800860"/>
          </a:xfrm>
          <a:prstGeom prst="rect">
            <a:avLst/>
          </a:prstGeom>
        </p:spPr>
      </p:pic>
      <p:pic>
        <p:nvPicPr>
          <p:cNvPr id="67" name="图片 66" descr="图片3"/>
          <p:cNvPicPr>
            <a:picLocks noChangeAspect="1"/>
          </p:cNvPicPr>
          <p:nvPr/>
        </p:nvPicPr>
        <p:blipFill>
          <a:blip r:embed="rId1"/>
          <a:srcRect r="33342"/>
          <a:stretch>
            <a:fillRect/>
          </a:stretch>
        </p:blipFill>
        <p:spPr>
          <a:xfrm>
            <a:off x="3780155" y="991870"/>
            <a:ext cx="5083175" cy="1800860"/>
          </a:xfrm>
          <a:prstGeom prst="rect">
            <a:avLst/>
          </a:prstGeom>
        </p:spPr>
      </p:pic>
      <p:sp>
        <p:nvSpPr>
          <p:cNvPr id="137" name="任意多边形: 形状 136"/>
          <p:cNvSpPr/>
          <p:nvPr/>
        </p:nvSpPr>
        <p:spPr>
          <a:xfrm>
            <a:off x="467360" y="993140"/>
            <a:ext cx="4364355" cy="1799590"/>
          </a:xfrm>
          <a:custGeom>
            <a:avLst/>
            <a:gdLst>
              <a:gd name="connsiteX0" fmla="*/ 0 w 4313478"/>
              <a:gd name="connsiteY0" fmla="*/ 0 h 1791963"/>
              <a:gd name="connsiteX1" fmla="*/ 3204469 w 4313478"/>
              <a:gd name="connsiteY1" fmla="*/ 0 h 1791963"/>
              <a:gd name="connsiteX2" fmla="*/ 4313478 w 4313478"/>
              <a:gd name="connsiteY2" fmla="*/ 1791963 h 1791963"/>
              <a:gd name="connsiteX3" fmla="*/ 0 w 4313478"/>
              <a:gd name="connsiteY3" fmla="*/ 1791963 h 1791963"/>
            </a:gdLst>
            <a:ahLst/>
            <a:cxnLst>
              <a:cxn ang="0">
                <a:pos x="connsiteX0" y="connsiteY0"/>
              </a:cxn>
              <a:cxn ang="0">
                <a:pos x="connsiteX1" y="connsiteY1"/>
              </a:cxn>
              <a:cxn ang="0">
                <a:pos x="connsiteX2" y="connsiteY2"/>
              </a:cxn>
              <a:cxn ang="0">
                <a:pos x="connsiteX3" y="connsiteY3"/>
              </a:cxn>
            </a:cxnLst>
            <a:rect l="l" t="t" r="r" b="b"/>
            <a:pathLst>
              <a:path w="4313478" h="1791963">
                <a:moveTo>
                  <a:pt x="0" y="0"/>
                </a:moveTo>
                <a:lnTo>
                  <a:pt x="3204469" y="0"/>
                </a:lnTo>
                <a:lnTo>
                  <a:pt x="4313478" y="1791963"/>
                </a:lnTo>
                <a:lnTo>
                  <a:pt x="0" y="1791963"/>
                </a:lnTo>
                <a:close/>
              </a:path>
            </a:pathLst>
          </a:custGeom>
          <a:blipFill rotWithShape="1">
            <a:blip r:embed="rId2" cstate="email"/>
            <a:tile tx="-254000" ty="-101600" sx="60000" sy="60000"/>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41" name="任意多边形: 形状 140"/>
          <p:cNvSpPr/>
          <p:nvPr/>
        </p:nvSpPr>
        <p:spPr>
          <a:xfrm flipH="1">
            <a:off x="4498975" y="2847975"/>
            <a:ext cx="4364355" cy="1799590"/>
          </a:xfrm>
          <a:custGeom>
            <a:avLst/>
            <a:gdLst>
              <a:gd name="connsiteX0" fmla="*/ 0 w 4313478"/>
              <a:gd name="connsiteY0" fmla="*/ 0 h 1791963"/>
              <a:gd name="connsiteX1" fmla="*/ 3204469 w 4313478"/>
              <a:gd name="connsiteY1" fmla="*/ 0 h 1791963"/>
              <a:gd name="connsiteX2" fmla="*/ 4313478 w 4313478"/>
              <a:gd name="connsiteY2" fmla="*/ 1791963 h 1791963"/>
              <a:gd name="connsiteX3" fmla="*/ 0 w 4313478"/>
              <a:gd name="connsiteY3" fmla="*/ 1791963 h 1791963"/>
            </a:gdLst>
            <a:ahLst/>
            <a:cxnLst>
              <a:cxn ang="0">
                <a:pos x="connsiteX0" y="connsiteY0"/>
              </a:cxn>
              <a:cxn ang="0">
                <a:pos x="connsiteX1" y="connsiteY1"/>
              </a:cxn>
              <a:cxn ang="0">
                <a:pos x="connsiteX2" y="connsiteY2"/>
              </a:cxn>
              <a:cxn ang="0">
                <a:pos x="connsiteX3" y="connsiteY3"/>
              </a:cxn>
            </a:cxnLst>
            <a:rect l="l" t="t" r="r" b="b"/>
            <a:pathLst>
              <a:path w="4313478" h="1791963">
                <a:moveTo>
                  <a:pt x="0" y="0"/>
                </a:moveTo>
                <a:lnTo>
                  <a:pt x="3204469" y="0"/>
                </a:lnTo>
                <a:lnTo>
                  <a:pt x="4313478" y="1791963"/>
                </a:lnTo>
                <a:lnTo>
                  <a:pt x="0" y="1791963"/>
                </a:lnTo>
                <a:close/>
              </a:path>
            </a:pathLst>
          </a:custGeom>
          <a:blipFill rotWithShape="1">
            <a:blip r:embed="rId3" cstate="email"/>
            <a:tile tx="120650" ty="-190500" sx="25000" sy="25000"/>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4" name="任意多边形: 形状 143"/>
          <p:cNvSpPr/>
          <p:nvPr/>
        </p:nvSpPr>
        <p:spPr>
          <a:xfrm>
            <a:off x="467360" y="4702810"/>
            <a:ext cx="4364355" cy="1799590"/>
          </a:xfrm>
          <a:custGeom>
            <a:avLst/>
            <a:gdLst>
              <a:gd name="connsiteX0" fmla="*/ 0 w 4313478"/>
              <a:gd name="connsiteY0" fmla="*/ 0 h 1791963"/>
              <a:gd name="connsiteX1" fmla="*/ 3204469 w 4313478"/>
              <a:gd name="connsiteY1" fmla="*/ 0 h 1791963"/>
              <a:gd name="connsiteX2" fmla="*/ 4313478 w 4313478"/>
              <a:gd name="connsiteY2" fmla="*/ 1791963 h 1791963"/>
              <a:gd name="connsiteX3" fmla="*/ 0 w 4313478"/>
              <a:gd name="connsiteY3" fmla="*/ 1791963 h 1791963"/>
            </a:gdLst>
            <a:ahLst/>
            <a:cxnLst>
              <a:cxn ang="0">
                <a:pos x="connsiteX0" y="connsiteY0"/>
              </a:cxn>
              <a:cxn ang="0">
                <a:pos x="connsiteX1" y="connsiteY1"/>
              </a:cxn>
              <a:cxn ang="0">
                <a:pos x="connsiteX2" y="connsiteY2"/>
              </a:cxn>
              <a:cxn ang="0">
                <a:pos x="connsiteX3" y="connsiteY3"/>
              </a:cxn>
            </a:cxnLst>
            <a:rect l="l" t="t" r="r" b="b"/>
            <a:pathLst>
              <a:path w="4313478" h="1791963">
                <a:moveTo>
                  <a:pt x="0" y="0"/>
                </a:moveTo>
                <a:lnTo>
                  <a:pt x="3204469" y="0"/>
                </a:lnTo>
                <a:lnTo>
                  <a:pt x="4313478" y="1791963"/>
                </a:lnTo>
                <a:lnTo>
                  <a:pt x="0" y="1791963"/>
                </a:lnTo>
                <a:close/>
              </a:path>
            </a:pathLst>
          </a:custGeom>
          <a:blipFill rotWithShape="1">
            <a:blip r:embed="rId4" cstate="email"/>
            <a:tile tx="0" ty="0" sx="100000" sy="100000"/>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2" name="文本框 11"/>
          <p:cNvSpPr txBox="1"/>
          <p:nvPr>
            <p:custDataLst>
              <p:tags r:id="rId5"/>
            </p:custDataLst>
          </p:nvPr>
        </p:nvSpPr>
        <p:spPr>
          <a:xfrm>
            <a:off x="4948555" y="1719580"/>
            <a:ext cx="3574415" cy="398780"/>
          </a:xfrm>
          <a:prstGeom prst="rect">
            <a:avLst/>
          </a:prstGeom>
          <a:solidFill>
            <a:srgbClr val="040505"/>
          </a:solidFill>
        </p:spPr>
        <p:txBody>
          <a:bodyPr wrap="none">
            <a:spAutoFit/>
          </a:bodyPr>
          <a:lstStyle/>
          <a:p>
            <a:pPr lvl="0" algn="l">
              <a:buClrTx/>
              <a:buSzTx/>
              <a:buFontTx/>
            </a:pPr>
            <a:r>
              <a:rPr lang="en-US" altLang="zh-CN" sz="2000" dirty="0">
                <a:solidFill>
                  <a:srgbClr val="FCC800"/>
                </a:solidFill>
                <a:latin typeface="微软雅黑 Light" panose="020B0502040204020203" charset="-122"/>
                <a:ea typeface="微软雅黑 Light" panose="020B0502040204020203" charset="-122"/>
                <a:cs typeface="微软雅黑 Light" panose="020B0502040204020203" charset="-122"/>
                <a:sym typeface="+mn-ea"/>
              </a:rPr>
              <a:t>C840</a:t>
            </a:r>
            <a:r>
              <a:rPr lang="zh-CN" altLang="en-US" sz="2000" dirty="0">
                <a:solidFill>
                  <a:srgbClr val="FCC800"/>
                </a:solidFill>
                <a:latin typeface="微软雅黑 Light" panose="020B0502040204020203" charset="-122"/>
                <a:ea typeface="微软雅黑 Light" panose="020B0502040204020203" charset="-122"/>
                <a:cs typeface="微软雅黑 Light" panose="020B0502040204020203" charset="-122"/>
                <a:sym typeface="+mn-ea"/>
              </a:rPr>
              <a:t>集成式蒸发残渣检测系统</a:t>
            </a:r>
            <a:endParaRPr lang="zh-CN" altLang="en-US" sz="2000" dirty="0">
              <a:solidFill>
                <a:srgbClr val="FCC800"/>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26" name="文本框 25"/>
          <p:cNvSpPr txBox="1"/>
          <p:nvPr>
            <p:custDataLst>
              <p:tags r:id="rId6"/>
            </p:custDataLst>
          </p:nvPr>
        </p:nvSpPr>
        <p:spPr>
          <a:xfrm>
            <a:off x="4948555" y="2292350"/>
            <a:ext cx="3563620" cy="275590"/>
          </a:xfrm>
          <a:prstGeom prst="rect">
            <a:avLst/>
          </a:prstGeom>
          <a:noFill/>
        </p:spPr>
        <p:txBody>
          <a:bodyPr wrap="square">
            <a:spAutoFit/>
          </a:bodyPr>
          <a:lstStyle/>
          <a:p>
            <a:pPr indent="0" algn="l" fontAlgn="auto">
              <a:lnSpc>
                <a:spcPct val="100000"/>
              </a:lnSpc>
            </a:pPr>
            <a:r>
              <a:rPr lang="zh-CN" altLang="en-US" sz="1200" dirty="0">
                <a:solidFill>
                  <a:schemeClr val="accent4">
                    <a:lumMod val="20000"/>
                    <a:lumOff val="80000"/>
                  </a:schemeClr>
                </a:solidFill>
              </a:rPr>
              <a:t>参照</a:t>
            </a:r>
            <a:r>
              <a:rPr lang="en-US" altLang="zh-CN" sz="1200" dirty="0">
                <a:solidFill>
                  <a:schemeClr val="accent4">
                    <a:lumMod val="20000"/>
                    <a:lumOff val="80000"/>
                  </a:schemeClr>
                </a:solidFill>
              </a:rPr>
              <a:t>YBB</a:t>
            </a:r>
            <a:r>
              <a:rPr lang="zh-CN" altLang="en-US" sz="1200" dirty="0">
                <a:solidFill>
                  <a:schemeClr val="accent4">
                    <a:lumMod val="20000"/>
                    <a:lumOff val="80000"/>
                  </a:schemeClr>
                </a:solidFill>
              </a:rPr>
              <a:t>系列</a:t>
            </a:r>
            <a:r>
              <a:rPr lang="en-US" altLang="zh-CN" sz="1200" dirty="0">
                <a:solidFill>
                  <a:schemeClr val="accent4">
                    <a:lumMod val="20000"/>
                    <a:lumOff val="80000"/>
                  </a:schemeClr>
                </a:solidFill>
              </a:rPr>
              <a:t> </a:t>
            </a:r>
            <a:r>
              <a:rPr lang="zh-CN" altLang="en-US" sz="1200" dirty="0">
                <a:solidFill>
                  <a:schemeClr val="accent4">
                    <a:lumMod val="20000"/>
                    <a:lumOff val="80000"/>
                  </a:schemeClr>
                </a:solidFill>
              </a:rPr>
              <a:t>通则 0261 等</a:t>
            </a:r>
            <a:endParaRPr lang="zh-CN" altLang="en-US" sz="1200" dirty="0">
              <a:solidFill>
                <a:schemeClr val="accent4">
                  <a:lumMod val="20000"/>
                  <a:lumOff val="80000"/>
                </a:schemeClr>
              </a:solidFill>
            </a:endParaRPr>
          </a:p>
        </p:txBody>
      </p:sp>
      <p:sp>
        <p:nvSpPr>
          <p:cNvPr id="48" name="文本框 47"/>
          <p:cNvSpPr txBox="1"/>
          <p:nvPr>
            <p:custDataLst>
              <p:tags r:id="rId7"/>
            </p:custDataLst>
          </p:nvPr>
        </p:nvSpPr>
        <p:spPr>
          <a:xfrm>
            <a:off x="4948555" y="1159916"/>
            <a:ext cx="1726388" cy="405588"/>
          </a:xfrm>
          <a:prstGeom prst="roundRect">
            <a:avLst>
              <a:gd name="adj" fmla="val 50000"/>
            </a:avLst>
          </a:prstGeom>
          <a:noFill/>
          <a:ln w="15875">
            <a:solidFill>
              <a:srgbClr val="040505"/>
            </a:solidFill>
          </a:ln>
        </p:spPr>
        <p:txBody>
          <a:bodyPr wrap="none" lIns="36195" rIns="36195" rtlCol="0" anchor="ctr" anchorCtr="0">
            <a:spAutoFit/>
          </a:bodyPr>
          <a:p>
            <a:pPr algn="l">
              <a:lnSpc>
                <a:spcPct val="100000"/>
              </a:lnSpc>
            </a:pPr>
            <a:r>
              <a:rPr lang="zh-CN" altLang="en-US" sz="1200">
                <a:solidFill>
                  <a:schemeClr val="tx1"/>
                </a:solidFill>
                <a:latin typeface="微软雅黑" panose="020B0503020204020204" charset="-122"/>
                <a:ea typeface="微软雅黑" panose="020B0503020204020204" charset="-122"/>
                <a:sym typeface="+mn-ea"/>
              </a:rPr>
              <a:t>药包材与制药用水安全</a:t>
            </a:r>
            <a:endParaRPr lang="zh-CN" altLang="en-US" sz="1200">
              <a:solidFill>
                <a:schemeClr val="tx1"/>
              </a:solidFill>
              <a:latin typeface="微软雅黑" panose="020B0503020204020204" charset="-122"/>
              <a:ea typeface="微软雅黑" panose="020B0503020204020204" charset="-122"/>
              <a:sym typeface="+mn-ea"/>
            </a:endParaRPr>
          </a:p>
        </p:txBody>
      </p:sp>
      <p:pic>
        <p:nvPicPr>
          <p:cNvPr id="53" name="图片 52" descr="图片1"/>
          <p:cNvPicPr>
            <a:picLocks noChangeAspect="1"/>
          </p:cNvPicPr>
          <p:nvPr/>
        </p:nvPicPr>
        <p:blipFill>
          <a:blip r:embed="rId8"/>
          <a:srcRect r="33342"/>
          <a:stretch>
            <a:fillRect/>
          </a:stretch>
        </p:blipFill>
        <p:spPr>
          <a:xfrm flipH="1">
            <a:off x="467360" y="2847340"/>
            <a:ext cx="5083175" cy="1800860"/>
          </a:xfrm>
          <a:prstGeom prst="rect">
            <a:avLst/>
          </a:prstGeom>
        </p:spPr>
      </p:pic>
      <p:sp>
        <p:nvSpPr>
          <p:cNvPr id="55" name="文本框 54"/>
          <p:cNvSpPr txBox="1"/>
          <p:nvPr>
            <p:custDataLst>
              <p:tags r:id="rId9"/>
            </p:custDataLst>
          </p:nvPr>
        </p:nvSpPr>
        <p:spPr>
          <a:xfrm>
            <a:off x="695325" y="3593465"/>
            <a:ext cx="3569970" cy="398780"/>
          </a:xfrm>
          <a:prstGeom prst="rect">
            <a:avLst/>
          </a:prstGeom>
          <a:solidFill>
            <a:srgbClr val="040505"/>
          </a:solidFill>
        </p:spPr>
        <p:txBody>
          <a:bodyPr wrap="none">
            <a:spAutoFit/>
          </a:bodyPr>
          <a:lstStyle/>
          <a:p>
            <a:pPr lvl="0" algn="l">
              <a:buClrTx/>
              <a:buSzTx/>
              <a:buFontTx/>
            </a:pPr>
            <a:r>
              <a:rPr lang="en-US" altLang="zh-CN" sz="2000" dirty="0">
                <a:solidFill>
                  <a:srgbClr val="FCC800"/>
                </a:solidFill>
                <a:latin typeface="微软雅黑 Light" panose="020B0502040204020203" charset="-122"/>
                <a:ea typeface="微软雅黑 Light" panose="020B0502040204020203" charset="-122"/>
                <a:cs typeface="微软雅黑 Light" panose="020B0502040204020203" charset="-122"/>
                <a:sym typeface="+mn-ea"/>
              </a:rPr>
              <a:t>C860</a:t>
            </a:r>
            <a:r>
              <a:rPr lang="zh-CN" altLang="en-US" sz="2000" dirty="0">
                <a:solidFill>
                  <a:srgbClr val="FCC800"/>
                </a:solidFill>
                <a:latin typeface="微软雅黑 Light" panose="020B0502040204020203" charset="-122"/>
                <a:ea typeface="微软雅黑 Light" panose="020B0502040204020203" charset="-122"/>
                <a:cs typeface="微软雅黑 Light" panose="020B0502040204020203" charset="-122"/>
                <a:sym typeface="+mn-ea"/>
              </a:rPr>
              <a:t>集成式灼烧残渣检测系统</a:t>
            </a:r>
            <a:endParaRPr lang="zh-CN" altLang="en-US" sz="2000" dirty="0">
              <a:solidFill>
                <a:srgbClr val="FCC800"/>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56" name="文本框 55"/>
          <p:cNvSpPr txBox="1"/>
          <p:nvPr>
            <p:custDataLst>
              <p:tags r:id="rId10"/>
            </p:custDataLst>
          </p:nvPr>
        </p:nvSpPr>
        <p:spPr>
          <a:xfrm>
            <a:off x="695325" y="4166235"/>
            <a:ext cx="3563620" cy="275590"/>
          </a:xfrm>
          <a:prstGeom prst="rect">
            <a:avLst/>
          </a:prstGeom>
          <a:noFill/>
        </p:spPr>
        <p:txBody>
          <a:bodyPr wrap="square">
            <a:spAutoFit/>
          </a:bodyPr>
          <a:lstStyle/>
          <a:p>
            <a:pPr lvl="0" algn="l">
              <a:buClrTx/>
              <a:buSzTx/>
              <a:buFontTx/>
            </a:pPr>
            <a:r>
              <a:rPr lang="zh-CN" altLang="en-US" sz="1200" dirty="0">
                <a:solidFill>
                  <a:schemeClr val="accent4">
                    <a:lumMod val="20000"/>
                    <a:lumOff val="80000"/>
                  </a:schemeClr>
                </a:solidFill>
                <a:sym typeface="+mn-ea"/>
              </a:rPr>
              <a:t>参照药典通则0841检查法</a:t>
            </a:r>
            <a:endParaRPr lang="zh-CN" altLang="en-US" sz="1200" dirty="0">
              <a:solidFill>
                <a:schemeClr val="accent4">
                  <a:lumMod val="20000"/>
                  <a:lumOff val="80000"/>
                </a:schemeClr>
              </a:solidFill>
              <a:sym typeface="+mn-ea"/>
            </a:endParaRPr>
          </a:p>
        </p:txBody>
      </p:sp>
      <p:sp>
        <p:nvSpPr>
          <p:cNvPr id="57" name="文本框 56"/>
          <p:cNvSpPr txBox="1"/>
          <p:nvPr>
            <p:custDataLst>
              <p:tags r:id="rId11"/>
            </p:custDataLst>
          </p:nvPr>
        </p:nvSpPr>
        <p:spPr>
          <a:xfrm>
            <a:off x="695325" y="3033800"/>
            <a:ext cx="1421590" cy="405590"/>
          </a:xfrm>
          <a:prstGeom prst="roundRect">
            <a:avLst>
              <a:gd name="adj" fmla="val 50000"/>
            </a:avLst>
          </a:prstGeom>
          <a:noFill/>
          <a:ln w="15875">
            <a:solidFill>
              <a:srgbClr val="040505"/>
            </a:solidFill>
          </a:ln>
        </p:spPr>
        <p:txBody>
          <a:bodyPr wrap="none" lIns="36195" rIns="36195" rtlCol="0" anchor="ctr" anchorCtr="0">
            <a:spAutoFit/>
          </a:bodyPr>
          <a:p>
            <a:pPr algn="l">
              <a:lnSpc>
                <a:spcPct val="100000"/>
              </a:lnSpc>
            </a:pPr>
            <a:r>
              <a:rPr lang="zh-CN" altLang="en-US" sz="1200">
                <a:solidFill>
                  <a:schemeClr val="tx1"/>
                </a:solidFill>
                <a:latin typeface="微软雅黑" panose="020B0503020204020204" charset="-122"/>
                <a:ea typeface="微软雅黑" panose="020B0503020204020204" charset="-122"/>
                <a:sym typeface="+mn-ea"/>
              </a:rPr>
              <a:t>药品无机杂质控制</a:t>
            </a:r>
            <a:endParaRPr lang="zh-CN" altLang="en-US" sz="1200">
              <a:solidFill>
                <a:schemeClr val="tx1"/>
              </a:solidFill>
              <a:latin typeface="微软雅黑" panose="020B0503020204020204" charset="-122"/>
              <a:ea typeface="微软雅黑" panose="020B0503020204020204" charset="-122"/>
              <a:sym typeface="+mn-ea"/>
            </a:endParaRPr>
          </a:p>
        </p:txBody>
      </p:sp>
      <p:sp>
        <p:nvSpPr>
          <p:cNvPr id="60" name="文本框 59"/>
          <p:cNvSpPr txBox="1"/>
          <p:nvPr>
            <p:custDataLst>
              <p:tags r:id="rId12"/>
            </p:custDataLst>
          </p:nvPr>
        </p:nvSpPr>
        <p:spPr>
          <a:xfrm>
            <a:off x="4948555" y="5467350"/>
            <a:ext cx="3566160" cy="398780"/>
          </a:xfrm>
          <a:prstGeom prst="rect">
            <a:avLst/>
          </a:prstGeom>
          <a:solidFill>
            <a:srgbClr val="040505"/>
          </a:solidFill>
        </p:spPr>
        <p:txBody>
          <a:bodyPr wrap="none">
            <a:spAutoFit/>
          </a:bodyPr>
          <a:lstStyle/>
          <a:p>
            <a:pPr lvl="0" algn="l">
              <a:buClrTx/>
              <a:buSzTx/>
              <a:buFontTx/>
            </a:pPr>
            <a:r>
              <a:rPr lang="en-US" altLang="zh-CN" sz="2000" dirty="0">
                <a:solidFill>
                  <a:srgbClr val="FCC800"/>
                </a:solidFill>
                <a:latin typeface="微软雅黑 Light" panose="020B0502040204020203" charset="-122"/>
                <a:ea typeface="微软雅黑 Light" panose="020B0502040204020203" charset="-122"/>
                <a:cs typeface="微软雅黑 Light" panose="020B0502040204020203" charset="-122"/>
                <a:sym typeface="+mn-ea"/>
              </a:rPr>
              <a:t>C870</a:t>
            </a:r>
            <a:r>
              <a:rPr lang="zh-CN" altLang="en-US" sz="2000" dirty="0">
                <a:solidFill>
                  <a:srgbClr val="FCC800"/>
                </a:solidFill>
                <a:latin typeface="微软雅黑 Light" panose="020B0502040204020203" charset="-122"/>
                <a:ea typeface="微软雅黑 Light" panose="020B0502040204020203" charset="-122"/>
                <a:cs typeface="微软雅黑 Light" panose="020B0502040204020203" charset="-122"/>
                <a:sym typeface="+mn-ea"/>
              </a:rPr>
              <a:t>集成式干燥失重检测系统</a:t>
            </a:r>
            <a:endParaRPr lang="zh-CN" altLang="en-US" sz="2000" dirty="0">
              <a:solidFill>
                <a:srgbClr val="FCC800"/>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62" name="文本框 61"/>
          <p:cNvSpPr txBox="1"/>
          <p:nvPr>
            <p:custDataLst>
              <p:tags r:id="rId13"/>
            </p:custDataLst>
          </p:nvPr>
        </p:nvSpPr>
        <p:spPr>
          <a:xfrm>
            <a:off x="4948555" y="6040120"/>
            <a:ext cx="3914775" cy="275590"/>
          </a:xfrm>
          <a:prstGeom prst="rect">
            <a:avLst/>
          </a:prstGeom>
          <a:noFill/>
        </p:spPr>
        <p:txBody>
          <a:bodyPr wrap="square">
            <a:spAutoFit/>
          </a:bodyPr>
          <a:lstStyle/>
          <a:p>
            <a:pPr indent="0" algn="l" fontAlgn="auto">
              <a:lnSpc>
                <a:spcPct val="100000"/>
              </a:lnSpc>
            </a:pPr>
            <a:r>
              <a:rPr lang="zh-CN" altLang="en-US" sz="1200" dirty="0">
                <a:solidFill>
                  <a:schemeClr val="accent4">
                    <a:lumMod val="20000"/>
                    <a:lumOff val="80000"/>
                  </a:schemeClr>
                </a:solidFill>
              </a:rPr>
              <a:t>参照药典通则0831测定法  0832水分测定法之烘干法</a:t>
            </a:r>
            <a:endParaRPr lang="zh-CN" altLang="en-US" sz="1200" dirty="0">
              <a:solidFill>
                <a:schemeClr val="accent4">
                  <a:lumMod val="20000"/>
                  <a:lumOff val="80000"/>
                </a:schemeClr>
              </a:solidFill>
            </a:endParaRPr>
          </a:p>
        </p:txBody>
      </p:sp>
      <p:sp>
        <p:nvSpPr>
          <p:cNvPr id="63" name="文本框 62"/>
          <p:cNvSpPr txBox="1"/>
          <p:nvPr>
            <p:custDataLst>
              <p:tags r:id="rId14"/>
            </p:custDataLst>
          </p:nvPr>
        </p:nvSpPr>
        <p:spPr>
          <a:xfrm>
            <a:off x="4948555" y="4907686"/>
            <a:ext cx="1116788" cy="405588"/>
          </a:xfrm>
          <a:prstGeom prst="roundRect">
            <a:avLst>
              <a:gd name="adj" fmla="val 50000"/>
            </a:avLst>
          </a:prstGeom>
          <a:noFill/>
          <a:ln w="15875">
            <a:solidFill>
              <a:srgbClr val="040505"/>
            </a:solidFill>
          </a:ln>
        </p:spPr>
        <p:txBody>
          <a:bodyPr wrap="none" lIns="36195" rIns="36195" rtlCol="0" anchor="ctr" anchorCtr="0">
            <a:spAutoFit/>
          </a:bodyPr>
          <a:p>
            <a:pPr algn="l">
              <a:lnSpc>
                <a:spcPct val="100000"/>
              </a:lnSpc>
            </a:pPr>
            <a:r>
              <a:rPr lang="zh-CN" altLang="en-US" sz="1200">
                <a:solidFill>
                  <a:schemeClr val="tx1"/>
                </a:solidFill>
                <a:latin typeface="微软雅黑" panose="020B0503020204020204" charset="-122"/>
                <a:ea typeface="微软雅黑" panose="020B0503020204020204" charset="-122"/>
                <a:sym typeface="+mn-ea"/>
              </a:rPr>
              <a:t>药品水分控制</a:t>
            </a:r>
            <a:endParaRPr lang="zh-CN" altLang="en-US" sz="1200">
              <a:solidFill>
                <a:schemeClr val="tx1"/>
              </a:solidFill>
              <a:latin typeface="微软雅黑" panose="020B0503020204020204" charset="-122"/>
              <a:ea typeface="微软雅黑" panose="020B0503020204020204" charset="-122"/>
              <a:sym typeface="+mn-ea"/>
            </a:endParaRPr>
          </a:p>
        </p:txBody>
      </p:sp>
      <p:grpSp>
        <p:nvGrpSpPr>
          <p:cNvPr id="2" name="组合 1"/>
          <p:cNvGrpSpPr/>
          <p:nvPr/>
        </p:nvGrpSpPr>
        <p:grpSpPr>
          <a:xfrm>
            <a:off x="9027795" y="1184275"/>
            <a:ext cx="2720340" cy="5201285"/>
            <a:chOff x="14217" y="1865"/>
            <a:chExt cx="4284" cy="8191"/>
          </a:xfrm>
        </p:grpSpPr>
        <p:sp>
          <p:nvSpPr>
            <p:cNvPr id="69" name="文本框 68"/>
            <p:cNvSpPr txBox="1"/>
            <p:nvPr/>
          </p:nvSpPr>
          <p:spPr>
            <a:xfrm>
              <a:off x="14233" y="1865"/>
              <a:ext cx="4269" cy="1888"/>
            </a:xfrm>
            <a:prstGeom prst="rect">
              <a:avLst/>
            </a:prstGeom>
            <a:noFill/>
          </p:spPr>
          <p:txBody>
            <a:bodyPr wrap="square" rtlCol="0" anchor="t">
              <a:spAutoFit/>
            </a:bodyPr>
            <a:p>
              <a:pPr algn="just">
                <a:lnSpc>
                  <a:spcPct val="150000"/>
                </a:lnSpc>
              </a:pPr>
              <a:r>
                <a:rPr lang="zh-CN" altLang="en-US" sz="16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全系列共享同一设计架构</a:t>
              </a:r>
              <a:r>
                <a:rPr lang="zh-CN" altLang="en-US" sz="16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和理念，实现从样品处理到数据报告的全流程自动化。</a:t>
              </a:r>
              <a:endParaRPr lang="zh-CN" altLang="en-US" sz="16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70" name="tab"/>
            <p:cNvSpPr/>
            <p:nvPr/>
          </p:nvSpPr>
          <p:spPr>
            <a:xfrm>
              <a:off x="15912" y="3989"/>
              <a:ext cx="880" cy="80"/>
            </a:xfrm>
            <a:prstGeom prst="rect">
              <a:avLst/>
            </a:prstGeom>
            <a:solidFill>
              <a:srgbClr val="F5B700"/>
            </a:solidFill>
            <a:ln>
              <a:noFill/>
            </a:ln>
          </p:spPr>
        </p:sp>
        <p:sp>
          <p:nvSpPr>
            <p:cNvPr id="72" name="文本框 71"/>
            <p:cNvSpPr txBox="1"/>
            <p:nvPr/>
          </p:nvSpPr>
          <p:spPr>
            <a:xfrm>
              <a:off x="14217" y="5427"/>
              <a:ext cx="4269" cy="531"/>
            </a:xfrm>
            <a:prstGeom prst="rect">
              <a:avLst/>
            </a:prstGeom>
            <a:noFill/>
          </p:spPr>
          <p:txBody>
            <a:bodyPr wrap="square" rtlCol="0" anchor="t">
              <a:spAutoFit/>
            </a:bodyPr>
            <a:p>
              <a:pPr algn="ctr"/>
              <a:r>
                <a:rPr lang="en-US" sz="1600">
                  <a:solidFill>
                    <a:srgbClr val="000000"/>
                  </a:solidFill>
                  <a:latin typeface="微软雅黑 Light" panose="020B0502040204020203" charset="-122"/>
                  <a:ea typeface="微软雅黑 Light" panose="020B0502040204020203" charset="-122"/>
                  <a:sym typeface="+mn-ea"/>
                </a:rPr>
                <a:t>自动化机械手</a:t>
              </a:r>
              <a:endParaRPr lang="en-US" altLang="en-US" sz="1600">
                <a:solidFill>
                  <a:srgbClr val="000000"/>
                </a:solidFill>
                <a:latin typeface="微软雅黑 Light" panose="020B0502040204020203" charset="-122"/>
                <a:ea typeface="微软雅黑 Light" panose="020B0502040204020203" charset="-122"/>
                <a:sym typeface="+mn-ea"/>
              </a:endParaRPr>
            </a:p>
          </p:txBody>
        </p:sp>
        <p:sp>
          <p:nvSpPr>
            <p:cNvPr id="74" name="文本框 73"/>
            <p:cNvSpPr txBox="1"/>
            <p:nvPr/>
          </p:nvSpPr>
          <p:spPr>
            <a:xfrm>
              <a:off x="14217" y="6246"/>
              <a:ext cx="4269" cy="531"/>
            </a:xfrm>
            <a:prstGeom prst="rect">
              <a:avLst/>
            </a:prstGeom>
            <a:noFill/>
          </p:spPr>
          <p:txBody>
            <a:bodyPr wrap="square" rtlCol="0" anchor="t">
              <a:spAutoFit/>
            </a:bodyPr>
            <a:p>
              <a:pPr algn="ctr"/>
              <a:r>
                <a:rPr lang="zh-CN" altLang="en-US" sz="1600">
                  <a:solidFill>
                    <a:srgbClr val="000000"/>
                  </a:solidFill>
                  <a:latin typeface="微软雅黑 Light" panose="020B0502040204020203" charset="-122"/>
                  <a:ea typeface="微软雅黑 Light" panose="020B0502040204020203" charset="-122"/>
                  <a:sym typeface="+mn-ea"/>
                </a:rPr>
                <a:t>全密闭试验仓</a:t>
              </a:r>
              <a:endParaRPr lang="zh-CN" altLang="en-US" sz="1600">
                <a:solidFill>
                  <a:srgbClr val="000000"/>
                </a:solidFill>
                <a:latin typeface="微软雅黑 Light" panose="020B0502040204020203" charset="-122"/>
                <a:ea typeface="微软雅黑 Light" panose="020B0502040204020203" charset="-122"/>
                <a:sym typeface="+mn-ea"/>
              </a:endParaRPr>
            </a:p>
          </p:txBody>
        </p:sp>
        <p:sp>
          <p:nvSpPr>
            <p:cNvPr id="75" name="文本框 74"/>
            <p:cNvSpPr txBox="1"/>
            <p:nvPr/>
          </p:nvSpPr>
          <p:spPr>
            <a:xfrm>
              <a:off x="14217" y="8707"/>
              <a:ext cx="4269" cy="531"/>
            </a:xfrm>
            <a:prstGeom prst="rect">
              <a:avLst/>
            </a:prstGeom>
            <a:noFill/>
          </p:spPr>
          <p:txBody>
            <a:bodyPr wrap="square" rtlCol="0" anchor="t">
              <a:spAutoFit/>
            </a:bodyPr>
            <a:p>
              <a:pPr algn="ctr"/>
              <a:r>
                <a:rPr lang="en-US" altLang="zh-CN" sz="1600">
                  <a:solidFill>
                    <a:srgbClr val="000000"/>
                  </a:solidFill>
                  <a:latin typeface="微软雅黑 Light" panose="020B0502040204020203" charset="-122"/>
                  <a:ea typeface="微软雅黑 Light" panose="020B0502040204020203" charset="-122"/>
                  <a:sym typeface="+mn-ea"/>
                </a:rPr>
                <a:t>GMP</a:t>
              </a:r>
              <a:r>
                <a:rPr lang="zh-CN" altLang="en-US" sz="1600">
                  <a:solidFill>
                    <a:srgbClr val="000000"/>
                  </a:solidFill>
                  <a:latin typeface="微软雅黑 Light" panose="020B0502040204020203" charset="-122"/>
                  <a:ea typeface="微软雅黑 Light" panose="020B0502040204020203" charset="-122"/>
                  <a:sym typeface="+mn-ea"/>
                </a:rPr>
                <a:t>合规软件</a:t>
              </a:r>
              <a:endParaRPr lang="zh-CN" altLang="en-US" sz="1600">
                <a:solidFill>
                  <a:srgbClr val="000000"/>
                </a:solidFill>
                <a:latin typeface="微软雅黑 Light" panose="020B0502040204020203" charset="-122"/>
                <a:ea typeface="微软雅黑 Light" panose="020B0502040204020203" charset="-122"/>
                <a:sym typeface="+mn-ea"/>
              </a:endParaRPr>
            </a:p>
          </p:txBody>
        </p:sp>
        <p:sp>
          <p:nvSpPr>
            <p:cNvPr id="76" name="文本框 75"/>
            <p:cNvSpPr txBox="1"/>
            <p:nvPr/>
          </p:nvSpPr>
          <p:spPr>
            <a:xfrm>
              <a:off x="14217" y="7067"/>
              <a:ext cx="4269" cy="531"/>
            </a:xfrm>
            <a:prstGeom prst="rect">
              <a:avLst/>
            </a:prstGeom>
            <a:noFill/>
          </p:spPr>
          <p:txBody>
            <a:bodyPr wrap="square" rtlCol="0" anchor="t">
              <a:spAutoFit/>
            </a:bodyPr>
            <a:p>
              <a:pPr algn="ctr"/>
              <a:r>
                <a:rPr lang="zh-CN" altLang="en-US" sz="1600">
                  <a:solidFill>
                    <a:srgbClr val="000000"/>
                  </a:solidFill>
                  <a:latin typeface="微软雅黑 Light" panose="020B0502040204020203" charset="-122"/>
                  <a:ea typeface="微软雅黑 Light" panose="020B0502040204020203" charset="-122"/>
                  <a:sym typeface="+mn-ea"/>
                </a:rPr>
                <a:t>德国进口高精度天平</a:t>
              </a:r>
              <a:endParaRPr lang="zh-CN" altLang="en-US" sz="1600">
                <a:solidFill>
                  <a:srgbClr val="000000"/>
                </a:solidFill>
                <a:latin typeface="微软雅黑 Light" panose="020B0502040204020203" charset="-122"/>
                <a:ea typeface="微软雅黑 Light" panose="020B0502040204020203" charset="-122"/>
                <a:sym typeface="+mn-ea"/>
              </a:endParaRPr>
            </a:p>
          </p:txBody>
        </p:sp>
        <p:sp>
          <p:nvSpPr>
            <p:cNvPr id="77" name="文本框 76"/>
            <p:cNvSpPr txBox="1"/>
            <p:nvPr/>
          </p:nvSpPr>
          <p:spPr>
            <a:xfrm>
              <a:off x="14217" y="4606"/>
              <a:ext cx="4269" cy="531"/>
            </a:xfrm>
            <a:prstGeom prst="rect">
              <a:avLst/>
            </a:prstGeom>
            <a:noFill/>
          </p:spPr>
          <p:txBody>
            <a:bodyPr wrap="square" rtlCol="0" anchor="t">
              <a:spAutoFit/>
            </a:bodyPr>
            <a:p>
              <a:pPr algn="ctr"/>
              <a:r>
                <a:rPr lang="zh-CN" altLang="en-US" sz="1600">
                  <a:solidFill>
                    <a:srgbClr val="000000"/>
                  </a:solidFill>
                  <a:latin typeface="微软雅黑 Light" panose="020B0502040204020203" charset="-122"/>
                  <a:ea typeface="微软雅黑 Light" panose="020B0502040204020203" charset="-122"/>
                  <a:sym typeface="+mn-ea"/>
                </a:rPr>
                <a:t>双仓独立设计</a:t>
              </a:r>
              <a:endParaRPr lang="zh-CN" altLang="en-US" sz="1600">
                <a:solidFill>
                  <a:srgbClr val="000000"/>
                </a:solidFill>
                <a:latin typeface="微软雅黑 Light" panose="020B0502040204020203" charset="-122"/>
                <a:ea typeface="微软雅黑 Light" panose="020B0502040204020203" charset="-122"/>
                <a:sym typeface="+mn-ea"/>
              </a:endParaRPr>
            </a:p>
          </p:txBody>
        </p:sp>
        <p:sp>
          <p:nvSpPr>
            <p:cNvPr id="79" name="文本框 78"/>
            <p:cNvSpPr txBox="1"/>
            <p:nvPr/>
          </p:nvSpPr>
          <p:spPr>
            <a:xfrm>
              <a:off x="14217" y="7886"/>
              <a:ext cx="4269" cy="531"/>
            </a:xfrm>
            <a:prstGeom prst="rect">
              <a:avLst/>
            </a:prstGeom>
            <a:noFill/>
          </p:spPr>
          <p:txBody>
            <a:bodyPr wrap="square" rtlCol="0" anchor="t">
              <a:spAutoFit/>
            </a:bodyPr>
            <a:p>
              <a:pPr algn="ctr"/>
              <a:r>
                <a:rPr lang="zh-CN" altLang="en-US" sz="1600">
                  <a:solidFill>
                    <a:srgbClr val="000000"/>
                  </a:solidFill>
                  <a:latin typeface="微软雅黑 Light" panose="020B0502040204020203" charset="-122"/>
                  <a:ea typeface="微软雅黑 Light" panose="020B0502040204020203" charset="-122"/>
                  <a:sym typeface="+mn-ea"/>
                </a:rPr>
                <a:t>外置液冷循环</a:t>
              </a:r>
              <a:endParaRPr lang="zh-CN" altLang="en-US" sz="1600">
                <a:solidFill>
                  <a:srgbClr val="000000"/>
                </a:solidFill>
                <a:latin typeface="微软雅黑 Light" panose="020B0502040204020203" charset="-122"/>
                <a:ea typeface="微软雅黑 Light" panose="020B0502040204020203" charset="-122"/>
                <a:sym typeface="+mn-ea"/>
              </a:endParaRPr>
            </a:p>
          </p:txBody>
        </p:sp>
        <p:sp>
          <p:nvSpPr>
            <p:cNvPr id="80" name="文本框 79"/>
            <p:cNvSpPr txBox="1"/>
            <p:nvPr/>
          </p:nvSpPr>
          <p:spPr>
            <a:xfrm>
              <a:off x="14217" y="9526"/>
              <a:ext cx="4269" cy="531"/>
            </a:xfrm>
            <a:prstGeom prst="rect">
              <a:avLst/>
            </a:prstGeom>
            <a:noFill/>
          </p:spPr>
          <p:txBody>
            <a:bodyPr wrap="square" rtlCol="0" anchor="t">
              <a:spAutoFit/>
            </a:bodyPr>
            <a:p>
              <a:pPr algn="ctr"/>
              <a:r>
                <a:rPr lang="en-US" sz="1600">
                  <a:solidFill>
                    <a:srgbClr val="000000"/>
                  </a:solidFill>
                  <a:latin typeface="微软雅黑 Light" panose="020B0502040204020203" charset="-122"/>
                  <a:ea typeface="微软雅黑 Light" panose="020B0502040204020203" charset="-122"/>
                  <a:sym typeface="+mn-ea"/>
                </a:rPr>
                <a:t>……</a:t>
              </a:r>
              <a:endParaRPr lang="en-US" sz="1600">
                <a:solidFill>
                  <a:srgbClr val="000000"/>
                </a:solidFill>
                <a:latin typeface="微软雅黑 Light" panose="020B0502040204020203" charset="-122"/>
                <a:ea typeface="微软雅黑 Light" panose="020B0502040204020203" charset="-122"/>
                <a:sym typeface="+mn-ea"/>
              </a:endParaRPr>
            </a:p>
          </p:txBody>
        </p:sp>
        <p:grpSp>
          <p:nvGrpSpPr>
            <p:cNvPr id="88" name="组合 87"/>
            <p:cNvGrpSpPr/>
            <p:nvPr/>
          </p:nvGrpSpPr>
          <p:grpSpPr>
            <a:xfrm>
              <a:off x="14217" y="5282"/>
              <a:ext cx="4269" cy="4100"/>
              <a:chOff x="14762" y="5282"/>
              <a:chExt cx="3188" cy="4100"/>
            </a:xfrm>
          </p:grpSpPr>
          <p:cxnSp>
            <p:nvCxnSpPr>
              <p:cNvPr id="82" name="直接连接符 81"/>
              <p:cNvCxnSpPr/>
              <p:nvPr/>
            </p:nvCxnSpPr>
            <p:spPr>
              <a:xfrm>
                <a:off x="14762" y="5282"/>
                <a:ext cx="3188" cy="0"/>
              </a:xfrm>
              <a:prstGeom prst="line">
                <a:avLst/>
              </a:prstGeom>
              <a:ln w="9525">
                <a:solidFill>
                  <a:srgbClr val="FCC800"/>
                </a:solidFill>
              </a:ln>
            </p:spPr>
            <p:style>
              <a:lnRef idx="2">
                <a:schemeClr val="accent1"/>
              </a:lnRef>
              <a:fillRef idx="0">
                <a:srgbClr val="FFFFFF"/>
              </a:fillRef>
              <a:effectRef idx="0">
                <a:srgbClr val="FFFFFF"/>
              </a:effectRef>
              <a:fontRef idx="minor">
                <a:schemeClr val="tx1"/>
              </a:fontRef>
            </p:style>
          </p:cxnSp>
          <p:cxnSp>
            <p:nvCxnSpPr>
              <p:cNvPr id="83" name="直接连接符 82"/>
              <p:cNvCxnSpPr/>
              <p:nvPr/>
            </p:nvCxnSpPr>
            <p:spPr>
              <a:xfrm>
                <a:off x="14762" y="6102"/>
                <a:ext cx="3188" cy="0"/>
              </a:xfrm>
              <a:prstGeom prst="line">
                <a:avLst/>
              </a:prstGeom>
              <a:ln w="9525">
                <a:solidFill>
                  <a:srgbClr val="FCC800"/>
                </a:solidFill>
              </a:ln>
            </p:spPr>
            <p:style>
              <a:lnRef idx="2">
                <a:schemeClr val="accent1"/>
              </a:lnRef>
              <a:fillRef idx="0">
                <a:srgbClr val="FFFFFF"/>
              </a:fillRef>
              <a:effectRef idx="0">
                <a:srgbClr val="FFFFFF"/>
              </a:effectRef>
              <a:fontRef idx="minor">
                <a:schemeClr val="tx1"/>
              </a:fontRef>
            </p:style>
          </p:cxnSp>
          <p:cxnSp>
            <p:nvCxnSpPr>
              <p:cNvPr id="84" name="直接连接符 83"/>
              <p:cNvCxnSpPr/>
              <p:nvPr/>
            </p:nvCxnSpPr>
            <p:spPr>
              <a:xfrm>
                <a:off x="14762" y="6922"/>
                <a:ext cx="3188" cy="0"/>
              </a:xfrm>
              <a:prstGeom prst="line">
                <a:avLst/>
              </a:prstGeom>
              <a:ln w="9525">
                <a:solidFill>
                  <a:srgbClr val="FCC800"/>
                </a:solidFill>
              </a:ln>
            </p:spPr>
            <p:style>
              <a:lnRef idx="2">
                <a:schemeClr val="accent1"/>
              </a:lnRef>
              <a:fillRef idx="0">
                <a:srgbClr val="FFFFFF"/>
              </a:fillRef>
              <a:effectRef idx="0">
                <a:srgbClr val="FFFFFF"/>
              </a:effectRef>
              <a:fontRef idx="minor">
                <a:schemeClr val="tx1"/>
              </a:fontRef>
            </p:style>
          </p:cxnSp>
          <p:cxnSp>
            <p:nvCxnSpPr>
              <p:cNvPr id="85" name="直接连接符 84"/>
              <p:cNvCxnSpPr/>
              <p:nvPr/>
            </p:nvCxnSpPr>
            <p:spPr>
              <a:xfrm>
                <a:off x="14762" y="7742"/>
                <a:ext cx="3188" cy="0"/>
              </a:xfrm>
              <a:prstGeom prst="line">
                <a:avLst/>
              </a:prstGeom>
              <a:ln w="9525">
                <a:solidFill>
                  <a:srgbClr val="FCC800"/>
                </a:solidFill>
              </a:ln>
            </p:spPr>
            <p:style>
              <a:lnRef idx="2">
                <a:schemeClr val="accent1"/>
              </a:lnRef>
              <a:fillRef idx="0">
                <a:srgbClr val="FFFFFF"/>
              </a:fillRef>
              <a:effectRef idx="0">
                <a:srgbClr val="FFFFFF"/>
              </a:effectRef>
              <a:fontRef idx="minor">
                <a:schemeClr val="tx1"/>
              </a:fontRef>
            </p:style>
          </p:cxnSp>
          <p:cxnSp>
            <p:nvCxnSpPr>
              <p:cNvPr id="86" name="直接连接符 85"/>
              <p:cNvCxnSpPr/>
              <p:nvPr/>
            </p:nvCxnSpPr>
            <p:spPr>
              <a:xfrm>
                <a:off x="14762" y="8562"/>
                <a:ext cx="3188" cy="0"/>
              </a:xfrm>
              <a:prstGeom prst="line">
                <a:avLst/>
              </a:prstGeom>
              <a:ln w="9525">
                <a:solidFill>
                  <a:srgbClr val="FCC800"/>
                </a:solidFill>
              </a:ln>
            </p:spPr>
            <p:style>
              <a:lnRef idx="2">
                <a:schemeClr val="accent1"/>
              </a:lnRef>
              <a:fillRef idx="0">
                <a:srgbClr val="FFFFFF"/>
              </a:fillRef>
              <a:effectRef idx="0">
                <a:srgbClr val="FFFFFF"/>
              </a:effectRef>
              <a:fontRef idx="minor">
                <a:schemeClr val="tx1"/>
              </a:fontRef>
            </p:style>
          </p:cxnSp>
          <p:cxnSp>
            <p:nvCxnSpPr>
              <p:cNvPr id="87" name="直接连接符 86"/>
              <p:cNvCxnSpPr/>
              <p:nvPr/>
            </p:nvCxnSpPr>
            <p:spPr>
              <a:xfrm>
                <a:off x="14762" y="9382"/>
                <a:ext cx="3188" cy="0"/>
              </a:xfrm>
              <a:prstGeom prst="line">
                <a:avLst/>
              </a:prstGeom>
              <a:ln w="9525">
                <a:solidFill>
                  <a:srgbClr val="FCC800"/>
                </a:solidFill>
              </a:ln>
            </p:spPr>
            <p:style>
              <a:lnRef idx="2">
                <a:schemeClr val="accent1"/>
              </a:lnRef>
              <a:fillRef idx="0">
                <a:srgbClr val="FFFFFF"/>
              </a:fillRef>
              <a:effectRef idx="0">
                <a:srgbClr val="FFFFFF"/>
              </a:effectRef>
              <a:fontRef idx="minor">
                <a:schemeClr val="tx1"/>
              </a:fontRef>
            </p:style>
          </p:cxnSp>
        </p:grpSp>
      </p:grpSp>
    </p:spTree>
    <p:custDataLst>
      <p:tags r:id="rId15"/>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 name="矩形 139"/>
          <p:cNvSpPr/>
          <p:nvPr/>
        </p:nvSpPr>
        <p:spPr>
          <a:xfrm>
            <a:off x="8843645" y="985520"/>
            <a:ext cx="2905760" cy="5539740"/>
          </a:xfrm>
          <a:prstGeom prst="rect">
            <a:avLst/>
          </a:prstGeom>
          <a:solidFill>
            <a:schemeClr val="bg1">
              <a:lumMod val="95000"/>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 name="标题 3"/>
          <p:cNvSpPr>
            <a:spLocks noGrp="1"/>
          </p:cNvSpPr>
          <p:nvPr>
            <p:ph type="title"/>
          </p:nvPr>
        </p:nvSpPr>
        <p:spPr/>
        <p:txBody>
          <a:bodyPr/>
          <a:p>
            <a:r>
              <a:rPr lang="zh-CN" altLang="en-US"/>
              <a:t>产品</a:t>
            </a:r>
            <a:r>
              <a:rPr lang="zh-CN" altLang="en-US"/>
              <a:t>体系架构</a:t>
            </a:r>
            <a:endParaRPr lang="zh-CN" altLang="en-US"/>
          </a:p>
        </p:txBody>
      </p:sp>
      <p:grpSp>
        <p:nvGrpSpPr>
          <p:cNvPr id="7" name="组合 6"/>
          <p:cNvGrpSpPr/>
          <p:nvPr/>
        </p:nvGrpSpPr>
        <p:grpSpPr>
          <a:xfrm>
            <a:off x="445770" y="976630"/>
            <a:ext cx="8124825" cy="1080135"/>
            <a:chOff x="702" y="1538"/>
            <a:chExt cx="12795" cy="1701"/>
          </a:xfrm>
        </p:grpSpPr>
        <p:sp>
          <p:nvSpPr>
            <p:cNvPr id="58" name="矩形 57"/>
            <p:cNvSpPr/>
            <p:nvPr/>
          </p:nvSpPr>
          <p:spPr>
            <a:xfrm flipH="1">
              <a:off x="705" y="1552"/>
              <a:ext cx="12793" cy="1278"/>
            </a:xfrm>
            <a:prstGeom prst="rect">
              <a:avLst/>
            </a:prstGeom>
            <a:solidFill>
              <a:schemeClr val="bg1">
                <a:lumMod val="9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ea typeface="+mj-ea"/>
                <a:cs typeface="+mn-cs"/>
              </a:endParaRPr>
            </a:p>
          </p:txBody>
        </p:sp>
        <p:sp>
          <p:nvSpPr>
            <p:cNvPr id="167" name="矩形 166"/>
            <p:cNvSpPr/>
            <p:nvPr/>
          </p:nvSpPr>
          <p:spPr>
            <a:xfrm flipH="1">
              <a:off x="702" y="1538"/>
              <a:ext cx="1134" cy="1701"/>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mongolianVert" wrap="square" numCol="1" spcCol="0" rtlCol="0" fromWordArt="0" anchor="ctr" anchorCtr="0" forceAA="0" compatLnSpc="1">
              <a:noAutofit/>
            </a:bodyPr>
            <a:lstStyle/>
            <a:p>
              <a:pPr lvl="0" algn="ctr">
                <a:lnSpc>
                  <a:spcPct val="150000"/>
                </a:lnSpc>
                <a:spcBef>
                  <a:spcPts val="0"/>
                </a:spcBef>
                <a:spcAft>
                  <a:spcPts val="0"/>
                </a:spcAft>
                <a:buClrTx/>
                <a:buSzTx/>
                <a:buFontTx/>
                <a:defRPr/>
              </a:pPr>
              <a:r>
                <a:rPr lang="zh-CN" altLang="en-US" sz="1200" noProof="0">
                  <a:ln>
                    <a:noFill/>
                  </a:ln>
                  <a:solidFill>
                    <a:prstClr val="white"/>
                  </a:solidFill>
                  <a:effectLst/>
                  <a:uLnTx/>
                  <a:uFillTx/>
                  <a:latin typeface="微软雅黑 Light" panose="020B0502040204020203" charset="-122"/>
                  <a:ea typeface="微软雅黑 Light" panose="020B0502040204020203" charset="-122"/>
                  <a:cs typeface="微软雅黑 Light" panose="020B0502040204020203" charset="-122"/>
                  <a:sym typeface="+mn-ea"/>
                </a:rPr>
                <a:t>数据层</a:t>
              </a:r>
              <a:endParaRPr lang="zh-CN" altLang="en-US" sz="1200" noProof="0">
                <a:ln>
                  <a:noFill/>
                </a:ln>
                <a:solidFill>
                  <a:prstClr val="white"/>
                </a:solidFill>
                <a:effectLst/>
                <a:uLnTx/>
                <a:uFillTx/>
                <a:latin typeface="微软雅黑 Light" panose="020B0502040204020203" charset="-122"/>
                <a:ea typeface="微软雅黑 Light" panose="020B0502040204020203" charset="-122"/>
                <a:cs typeface="微软雅黑 Light" panose="020B0502040204020203" charset="-122"/>
                <a:sym typeface="+mn-ea"/>
              </a:endParaRPr>
            </a:p>
            <a:p>
              <a:pPr lvl="0" algn="ctr">
                <a:lnSpc>
                  <a:spcPct val="150000"/>
                </a:lnSpc>
                <a:spcBef>
                  <a:spcPts val="0"/>
                </a:spcBef>
                <a:spcAft>
                  <a:spcPts val="0"/>
                </a:spcAft>
                <a:buClrTx/>
                <a:buSzTx/>
                <a:buFontTx/>
                <a:defRPr/>
              </a:pPr>
              <a:r>
                <a:rPr lang="zh-CN" altLang="en-US" sz="1200" noProof="0">
                  <a:ln>
                    <a:noFill/>
                  </a:ln>
                  <a:solidFill>
                    <a:prstClr val="white"/>
                  </a:solidFill>
                  <a:effectLst/>
                  <a:uLnTx/>
                  <a:uFillTx/>
                  <a:latin typeface="微软雅黑 Light" panose="020B0502040204020203" charset="-122"/>
                  <a:ea typeface="微软雅黑 Light" panose="020B0502040204020203" charset="-122"/>
                  <a:cs typeface="微软雅黑 Light" panose="020B0502040204020203" charset="-122"/>
                  <a:sym typeface="+mn-ea"/>
                </a:rPr>
                <a:t>合规</a:t>
              </a:r>
              <a:r>
                <a:rPr lang="zh-CN" altLang="en-US" sz="1200" noProof="0">
                  <a:ln>
                    <a:noFill/>
                  </a:ln>
                  <a:solidFill>
                    <a:prstClr val="white"/>
                  </a:solidFill>
                  <a:effectLst/>
                  <a:uLnTx/>
                  <a:uFillTx/>
                  <a:latin typeface="微软雅黑 Light" panose="020B0502040204020203" charset="-122"/>
                  <a:ea typeface="微软雅黑 Light" panose="020B0502040204020203" charset="-122"/>
                  <a:cs typeface="微软雅黑 Light" panose="020B0502040204020203" charset="-122"/>
                  <a:sym typeface="+mn-ea"/>
                </a:rPr>
                <a:t>安全</a:t>
              </a:r>
              <a:endParaRPr lang="zh-CN" altLang="en-US" sz="1200" noProof="0">
                <a:ln>
                  <a:noFill/>
                </a:ln>
                <a:solidFill>
                  <a:prstClr val="white"/>
                </a:solidFill>
                <a:effectLst/>
                <a:uLnTx/>
                <a:uFillTx/>
                <a:latin typeface="微软雅黑 Light" panose="020B0502040204020203" charset="-122"/>
                <a:ea typeface="微软雅黑 Light" panose="020B0502040204020203" charset="-122"/>
                <a:cs typeface="微软雅黑 Light" panose="020B0502040204020203" charset="-122"/>
                <a:sym typeface="+mn-ea"/>
              </a:endParaRPr>
            </a:p>
          </p:txBody>
        </p:sp>
        <p:sp>
          <p:nvSpPr>
            <p:cNvPr id="63" name="矩形 62"/>
            <p:cNvSpPr/>
            <p:nvPr/>
          </p:nvSpPr>
          <p:spPr>
            <a:xfrm flipH="1">
              <a:off x="1836" y="2829"/>
              <a:ext cx="11660" cy="410"/>
            </a:xfrm>
            <a:prstGeom prst="rect">
              <a:avLst/>
            </a:prstGeom>
            <a:solidFill>
              <a:schemeClr val="accent4">
                <a:alpha val="3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sz="3200">
                  <a:solidFill>
                    <a:srgbClr val="FFFFFF"/>
                  </a:solidFill>
                </a:defRPr>
              </a:pPr>
              <a:r>
                <a:rPr lang="zh-CN" sz="1200">
                  <a:solidFill>
                    <a:schemeClr val="accent4">
                      <a:lumMod val="75000"/>
                    </a:schemeClr>
                  </a:solidFill>
                  <a:latin typeface="微软雅黑 Light" panose="020B0502040204020203" charset="-122"/>
                  <a:ea typeface="微软雅黑 Light" panose="020B0502040204020203" charset="-122"/>
                  <a:sym typeface="+mn-ea"/>
                </a:rPr>
                <a:t>符合 </a:t>
              </a:r>
              <a:r>
                <a:rPr lang="zh-CN" sz="1200">
                  <a:solidFill>
                    <a:schemeClr val="accent4">
                      <a:lumMod val="75000"/>
                    </a:schemeClr>
                  </a:solidFill>
                  <a:latin typeface="微软雅黑 Light" panose="020B0502040204020203" charset="-122"/>
                  <a:ea typeface="微软雅黑 Light" panose="020B0502040204020203" charset="-122"/>
                  <a:sym typeface="+mn-ea"/>
                </a:rPr>
                <a:t>GMP </a:t>
              </a:r>
              <a:r>
                <a:rPr lang="zh-CN" sz="1200">
                  <a:solidFill>
                    <a:schemeClr val="accent4">
                      <a:lumMod val="75000"/>
                    </a:schemeClr>
                  </a:solidFill>
                  <a:latin typeface="微软雅黑 Light" panose="020B0502040204020203" charset="-122"/>
                  <a:ea typeface="微软雅黑 Light" panose="020B0502040204020203" charset="-122"/>
                  <a:sym typeface="+mn-ea"/>
                </a:rPr>
                <a:t>数据可追溯要求</a:t>
              </a:r>
              <a:endParaRPr lang="zh-CN" sz="1200">
                <a:solidFill>
                  <a:schemeClr val="accent4">
                    <a:lumMod val="75000"/>
                  </a:schemeClr>
                </a:solidFill>
                <a:latin typeface="微软雅黑 Light" panose="020B0502040204020203" charset="-122"/>
                <a:ea typeface="微软雅黑 Light" panose="020B0502040204020203" charset="-122"/>
                <a:sym typeface="+mn-ea"/>
              </a:endParaRPr>
            </a:p>
          </p:txBody>
        </p:sp>
        <p:grpSp>
          <p:nvGrpSpPr>
            <p:cNvPr id="74" name="组合 73"/>
            <p:cNvGrpSpPr/>
            <p:nvPr/>
          </p:nvGrpSpPr>
          <p:grpSpPr>
            <a:xfrm>
              <a:off x="2172" y="1908"/>
              <a:ext cx="11159" cy="566"/>
              <a:chOff x="2172" y="1908"/>
              <a:chExt cx="11159" cy="566"/>
            </a:xfrm>
          </p:grpSpPr>
          <p:sp>
            <p:nvSpPr>
              <p:cNvPr id="66" name="矩形: 圆角 42"/>
              <p:cNvSpPr/>
              <p:nvPr/>
            </p:nvSpPr>
            <p:spPr>
              <a:xfrm>
                <a:off x="2172" y="1908"/>
                <a:ext cx="2426" cy="56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174941"/>
                    </a:solidFill>
                    <a:effectLst/>
                    <a:uLnTx/>
                    <a:uFillTx/>
                    <a:latin typeface="Arial" panose="020B0604020202020204"/>
                    <a:ea typeface="微软雅黑" panose="020B0503020204020204" charset="-122"/>
                    <a:cs typeface="+mn-cs"/>
                  </a:rPr>
                  <a:t>多级权限</a:t>
                </a:r>
                <a:endParaRPr kumimoji="0" lang="zh-CN" altLang="en-US" sz="1100" b="0" i="0" u="none" strike="noStrike" kern="1200" cap="none" spc="0" normalizeH="0" baseline="0" noProof="0" dirty="0">
                  <a:ln>
                    <a:noFill/>
                  </a:ln>
                  <a:solidFill>
                    <a:srgbClr val="174941"/>
                  </a:solidFill>
                  <a:effectLst/>
                  <a:uLnTx/>
                  <a:uFillTx/>
                  <a:latin typeface="Arial" panose="020B0604020202020204"/>
                  <a:ea typeface="微软雅黑" panose="020B0503020204020204" charset="-122"/>
                  <a:cs typeface="+mn-cs"/>
                </a:endParaRPr>
              </a:p>
            </p:txBody>
          </p:sp>
          <p:sp>
            <p:nvSpPr>
              <p:cNvPr id="68" name="矩形: 圆角 42"/>
              <p:cNvSpPr/>
              <p:nvPr/>
            </p:nvSpPr>
            <p:spPr>
              <a:xfrm>
                <a:off x="5083" y="1908"/>
                <a:ext cx="2426" cy="56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174941"/>
                    </a:solidFill>
                    <a:effectLst/>
                    <a:uLnTx/>
                    <a:uFillTx/>
                    <a:latin typeface="Arial" panose="020B0604020202020204"/>
                    <a:ea typeface="微软雅黑" panose="020B0503020204020204" charset="-122"/>
                    <a:cs typeface="+mn-cs"/>
                  </a:rPr>
                  <a:t>电子签名</a:t>
                </a:r>
                <a:endParaRPr kumimoji="0" lang="zh-CN" altLang="en-US" sz="1100" b="0" i="0" u="none" strike="noStrike" kern="1200" cap="none" spc="0" normalizeH="0" baseline="0" noProof="0" dirty="0">
                  <a:ln>
                    <a:noFill/>
                  </a:ln>
                  <a:solidFill>
                    <a:srgbClr val="174941"/>
                  </a:solidFill>
                  <a:effectLst/>
                  <a:uLnTx/>
                  <a:uFillTx/>
                  <a:latin typeface="Arial" panose="020B0604020202020204"/>
                  <a:ea typeface="微软雅黑" panose="020B0503020204020204" charset="-122"/>
                  <a:cs typeface="+mn-cs"/>
                </a:endParaRPr>
              </a:p>
            </p:txBody>
          </p:sp>
          <p:sp>
            <p:nvSpPr>
              <p:cNvPr id="69" name="矩形: 圆角 42"/>
              <p:cNvSpPr/>
              <p:nvPr/>
            </p:nvSpPr>
            <p:spPr>
              <a:xfrm>
                <a:off x="7994" y="1908"/>
                <a:ext cx="2426" cy="56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174941"/>
                    </a:solidFill>
                    <a:effectLst/>
                    <a:uLnTx/>
                    <a:uFillTx/>
                    <a:latin typeface="Arial" panose="020B0604020202020204"/>
                    <a:ea typeface="微软雅黑" panose="020B0503020204020204" charset="-122"/>
                    <a:cs typeface="+mn-cs"/>
                  </a:rPr>
                  <a:t>审计追踪</a:t>
                </a:r>
                <a:endParaRPr kumimoji="0" lang="zh-CN" altLang="en-US" sz="1100" b="0" i="0" u="none" strike="noStrike" kern="1200" cap="none" spc="0" normalizeH="0" baseline="0" noProof="0" dirty="0">
                  <a:ln>
                    <a:noFill/>
                  </a:ln>
                  <a:solidFill>
                    <a:srgbClr val="174941"/>
                  </a:solidFill>
                  <a:effectLst/>
                  <a:uLnTx/>
                  <a:uFillTx/>
                  <a:latin typeface="Arial" panose="020B0604020202020204"/>
                  <a:ea typeface="微软雅黑" panose="020B0503020204020204" charset="-122"/>
                  <a:cs typeface="+mn-cs"/>
                </a:endParaRPr>
              </a:p>
            </p:txBody>
          </p:sp>
          <p:sp>
            <p:nvSpPr>
              <p:cNvPr id="70" name="矩形: 圆角 42"/>
              <p:cNvSpPr/>
              <p:nvPr/>
            </p:nvSpPr>
            <p:spPr>
              <a:xfrm>
                <a:off x="10905" y="1908"/>
                <a:ext cx="2426" cy="56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174941"/>
                    </a:solidFill>
                    <a:effectLst/>
                    <a:uLnTx/>
                    <a:uFillTx/>
                    <a:latin typeface="Arial" panose="020B0604020202020204"/>
                    <a:ea typeface="微软雅黑" panose="020B0503020204020204" charset="-122"/>
                    <a:cs typeface="+mn-cs"/>
                  </a:rPr>
                  <a:t>原始数据直传</a:t>
                </a:r>
                <a:endParaRPr kumimoji="0" lang="zh-CN" altLang="en-US" sz="1100" b="0" i="0" u="none" strike="noStrike" kern="1200" cap="none" spc="0" normalizeH="0" baseline="0" noProof="0" dirty="0">
                  <a:ln>
                    <a:noFill/>
                  </a:ln>
                  <a:solidFill>
                    <a:srgbClr val="174941"/>
                  </a:solidFill>
                  <a:effectLst/>
                  <a:uLnTx/>
                  <a:uFillTx/>
                  <a:latin typeface="Arial" panose="020B0604020202020204"/>
                  <a:ea typeface="微软雅黑" panose="020B0503020204020204" charset="-122"/>
                  <a:cs typeface="+mn-cs"/>
                </a:endParaRPr>
              </a:p>
            </p:txBody>
          </p:sp>
        </p:grpSp>
      </p:grpSp>
      <p:grpSp>
        <p:nvGrpSpPr>
          <p:cNvPr id="2" name="组合 1"/>
          <p:cNvGrpSpPr/>
          <p:nvPr/>
        </p:nvGrpSpPr>
        <p:grpSpPr>
          <a:xfrm>
            <a:off x="445770" y="4364355"/>
            <a:ext cx="8124825" cy="2160270"/>
            <a:chOff x="702" y="6873"/>
            <a:chExt cx="12795" cy="3402"/>
          </a:xfrm>
        </p:grpSpPr>
        <p:sp>
          <p:nvSpPr>
            <p:cNvPr id="13" name="矩形 12"/>
            <p:cNvSpPr/>
            <p:nvPr/>
          </p:nvSpPr>
          <p:spPr>
            <a:xfrm flipH="1">
              <a:off x="705" y="6873"/>
              <a:ext cx="12793" cy="2991"/>
            </a:xfrm>
            <a:prstGeom prst="rect">
              <a:avLst/>
            </a:prstGeom>
            <a:solidFill>
              <a:schemeClr val="bg1">
                <a:lumMod val="9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ea typeface="+mj-ea"/>
                <a:cs typeface="+mn-cs"/>
              </a:endParaRPr>
            </a:p>
          </p:txBody>
        </p:sp>
        <p:sp>
          <p:nvSpPr>
            <p:cNvPr id="60" name="矩形 59"/>
            <p:cNvSpPr/>
            <p:nvPr/>
          </p:nvSpPr>
          <p:spPr>
            <a:xfrm flipH="1">
              <a:off x="1836" y="9865"/>
              <a:ext cx="11660" cy="410"/>
            </a:xfrm>
            <a:prstGeom prst="rect">
              <a:avLst/>
            </a:prstGeom>
            <a:solidFill>
              <a:schemeClr val="accent4">
                <a:alpha val="3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3200">
                  <a:solidFill>
                    <a:srgbClr val="FFFFFF"/>
                  </a:solidFill>
                </a:defRPr>
              </a:pPr>
              <a:r>
                <a:rPr lang="zh-CN" sz="1200">
                  <a:solidFill>
                    <a:schemeClr val="accent4">
                      <a:lumMod val="75000"/>
                    </a:schemeClr>
                  </a:solidFill>
                  <a:latin typeface="微软雅黑 Light" panose="020B0502040204020203" charset="-122"/>
                  <a:ea typeface="微软雅黑 Light" panose="020B0502040204020203" charset="-122"/>
                  <a:sym typeface="+mn-ea"/>
                </a:rPr>
                <a:t>双仓完全独立物理隔离</a:t>
              </a:r>
              <a:endParaRPr kumimoji="0" lang="zh-CN" sz="1200" b="0" i="0" u="none" strike="noStrike" kern="1200" cap="none" spc="0" normalizeH="0" baseline="0" noProof="0">
                <a:ln>
                  <a:noFill/>
                </a:ln>
                <a:solidFill>
                  <a:schemeClr val="accent4">
                    <a:lumMod val="75000"/>
                  </a:schemeClr>
                </a:solidFill>
                <a:effectLst/>
                <a:uLnTx/>
                <a:uFillTx/>
                <a:latin typeface="微软雅黑 Light" panose="020B0502040204020203" charset="-122"/>
                <a:ea typeface="微软雅黑 Light" panose="020B0502040204020203" charset="-122"/>
                <a:cs typeface="+mn-cs"/>
                <a:sym typeface="+mn-ea"/>
              </a:endParaRPr>
            </a:p>
          </p:txBody>
        </p:sp>
        <p:sp>
          <p:nvSpPr>
            <p:cNvPr id="204" name="矩形 203"/>
            <p:cNvSpPr/>
            <p:nvPr/>
          </p:nvSpPr>
          <p:spPr>
            <a:xfrm flipH="1">
              <a:off x="702" y="6874"/>
              <a:ext cx="1134" cy="3401"/>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mongolianVert" wrap="square" rtlCol="0" anchor="ct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微软雅黑 Light" panose="020B0502040204020203" charset="-122"/>
                </a:rPr>
                <a:t>执行层</a:t>
              </a:r>
              <a:endParaRPr kumimoji="0" lang="zh-CN" altLang="en-US" sz="12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微软雅黑 Light" panose="020B0502040204020203" charset="-122"/>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微软雅黑 Light" panose="020B0502040204020203" charset="-122"/>
                </a:rPr>
                <a:t>硬件集成仓</a:t>
              </a:r>
              <a:endParaRPr kumimoji="0" lang="zh-CN" altLang="en-US" sz="12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微软雅黑 Light" panose="020B0502040204020203" charset="-122"/>
              </a:endParaRPr>
            </a:p>
          </p:txBody>
        </p:sp>
        <p:sp>
          <p:nvSpPr>
            <p:cNvPr id="3" name="矩形 2"/>
            <p:cNvSpPr/>
            <p:nvPr/>
          </p:nvSpPr>
          <p:spPr>
            <a:xfrm>
              <a:off x="7722" y="7139"/>
              <a:ext cx="1544" cy="2491"/>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50000"/>
                </a:lnSpc>
                <a:buClrTx/>
                <a:buSzTx/>
                <a:buFontTx/>
              </a:pPr>
              <a:r>
                <a:rPr lang="zh-CN" altLang="en-US" b="1">
                  <a:solidFill>
                    <a:srgbClr val="FCC800"/>
                  </a:solidFill>
                  <a:latin typeface="微软雅黑" panose="020B0503020204020204" charset="-122"/>
                  <a:ea typeface="微软雅黑" panose="020B0503020204020204" charset="-122"/>
                </a:rPr>
                <a:t>机械手</a:t>
              </a:r>
              <a:endParaRPr lang="zh-CN" altLang="en-US" b="1">
                <a:solidFill>
                  <a:srgbClr val="FCC800"/>
                </a:solidFill>
                <a:latin typeface="微软雅黑" panose="020B0503020204020204" charset="-122"/>
                <a:ea typeface="微软雅黑" panose="020B0503020204020204" charset="-122"/>
              </a:endParaRPr>
            </a:p>
            <a:p>
              <a:pPr algn="ctr">
                <a:lnSpc>
                  <a:spcPct val="150000"/>
                </a:lnSpc>
              </a:pPr>
              <a:r>
                <a:rPr lang="zh-CN" altLang="en-US" sz="1400">
                  <a:solidFill>
                    <a:srgbClr val="FCC800"/>
                  </a:solidFill>
                </a:rPr>
                <a:t>自动化</a:t>
              </a:r>
              <a:endParaRPr lang="zh-CN" altLang="en-US" sz="1400">
                <a:solidFill>
                  <a:srgbClr val="FCC800"/>
                </a:solidFill>
              </a:endParaRPr>
            </a:p>
            <a:p>
              <a:pPr algn="ctr">
                <a:lnSpc>
                  <a:spcPct val="150000"/>
                </a:lnSpc>
              </a:pPr>
              <a:r>
                <a:rPr lang="zh-CN" altLang="en-US" sz="1400">
                  <a:solidFill>
                    <a:srgbClr val="FCC800"/>
                  </a:solidFill>
                </a:rPr>
                <a:t>跨仓运转</a:t>
              </a:r>
              <a:endParaRPr lang="zh-CN" altLang="en-US" sz="1400">
                <a:solidFill>
                  <a:srgbClr val="FCC800"/>
                </a:solidFill>
              </a:endParaRPr>
            </a:p>
          </p:txBody>
        </p:sp>
        <p:grpSp>
          <p:nvGrpSpPr>
            <p:cNvPr id="75" name="组合 74"/>
            <p:cNvGrpSpPr/>
            <p:nvPr/>
          </p:nvGrpSpPr>
          <p:grpSpPr>
            <a:xfrm>
              <a:off x="9384" y="7028"/>
              <a:ext cx="3946" cy="2713"/>
              <a:chOff x="9384" y="7028"/>
              <a:chExt cx="3946" cy="2200"/>
            </a:xfrm>
          </p:grpSpPr>
          <p:sp>
            <p:nvSpPr>
              <p:cNvPr id="5" name="矩形 4"/>
              <p:cNvSpPr/>
              <p:nvPr/>
            </p:nvSpPr>
            <p:spPr>
              <a:xfrm>
                <a:off x="9384" y="7028"/>
                <a:ext cx="3946" cy="2201"/>
              </a:xfrm>
              <a:prstGeom prst="rect">
                <a:avLst/>
              </a:prstGeom>
              <a:solidFill>
                <a:schemeClr val="accent3">
                  <a:lumMod val="20000"/>
                  <a:lumOff val="80000"/>
                  <a:alpha val="0"/>
                </a:schemeClr>
              </a:solidFill>
              <a:ln w="9525">
                <a:solidFill>
                  <a:schemeClr val="accent2">
                    <a:alpha val="49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50000"/>
                      <a:lumOff val="50000"/>
                    </a:schemeClr>
                  </a:solidFill>
                  <a:ea typeface="+mj-ea"/>
                </a:endParaRPr>
              </a:p>
            </p:txBody>
          </p:sp>
          <p:sp>
            <p:nvSpPr>
              <p:cNvPr id="30" name="矩形 29"/>
              <p:cNvSpPr/>
              <p:nvPr/>
            </p:nvSpPr>
            <p:spPr>
              <a:xfrm>
                <a:off x="9493" y="7118"/>
                <a:ext cx="3729" cy="2021"/>
              </a:xfrm>
              <a:prstGeom prst="rect">
                <a:avLst/>
              </a:prstGeom>
              <a:solidFill>
                <a:srgbClr val="FCC800"/>
              </a:solidFill>
              <a:ln w="19050" cap="flat" cmpd="sng" algn="ctr">
                <a:noFill/>
                <a:prstDash val="solid"/>
                <a:miter lim="800000"/>
              </a:ln>
              <a:effectLst/>
            </p:spPr>
            <p:txBody>
              <a:bodyPr rtlCol="0" anchor="ctr"/>
              <a:lstStyle/>
              <a:p>
                <a:pPr algn="ctr">
                  <a:lnSpc>
                    <a:spcPct val="150000"/>
                  </a:lnSpc>
                </a:pPr>
                <a:r>
                  <a:rPr lang="zh-CN" altLang="en-US" b="1">
                    <a:solidFill>
                      <a:schemeClr val="bg1"/>
                    </a:solidFill>
                    <a:latin typeface="微软雅黑" panose="020B0503020204020204" charset="-122"/>
                    <a:ea typeface="微软雅黑" panose="020B0503020204020204" charset="-122"/>
                    <a:sym typeface="+mn-ea"/>
                  </a:rPr>
                  <a:t>称量仓</a:t>
                </a:r>
                <a:endParaRPr lang="zh-CN" altLang="en-US" b="1">
                  <a:solidFill>
                    <a:srgbClr val="333333"/>
                  </a:solidFill>
                  <a:latin typeface="微软雅黑" panose="020B0503020204020204" charset="-122"/>
                  <a:ea typeface="微软雅黑" panose="020B0503020204020204" charset="-122"/>
                  <a:sym typeface="+mn-ea"/>
                </a:endParaRPr>
              </a:p>
              <a:p>
                <a:pPr algn="ctr">
                  <a:lnSpc>
                    <a:spcPct val="150000"/>
                  </a:lnSpc>
                </a:pPr>
                <a:r>
                  <a:rPr lang="zh-CN" altLang="en-US" sz="1400">
                    <a:solidFill>
                      <a:schemeClr val="accent4">
                        <a:lumMod val="20000"/>
                        <a:lumOff val="80000"/>
                      </a:schemeClr>
                    </a:solidFill>
                    <a:latin typeface="微软雅黑 Light" panose="020B0502040204020203" charset="-122"/>
                    <a:ea typeface="微软雅黑 Light" panose="020B0502040204020203" charset="-122"/>
                    <a:sym typeface="+mn-ea"/>
                  </a:rPr>
                  <a:t>德国进口高精度天平</a:t>
                </a:r>
                <a:endParaRPr lang="zh-CN" altLang="en-US" sz="1400">
                  <a:solidFill>
                    <a:schemeClr val="accent4">
                      <a:lumMod val="20000"/>
                      <a:lumOff val="80000"/>
                    </a:schemeClr>
                  </a:solidFill>
                  <a:latin typeface="微软雅黑 Light" panose="020B0502040204020203" charset="-122"/>
                  <a:ea typeface="微软雅黑 Light" panose="020B0502040204020203" charset="-122"/>
                  <a:sym typeface="+mn-ea"/>
                </a:endParaRPr>
              </a:p>
              <a:p>
                <a:pPr algn="ctr">
                  <a:lnSpc>
                    <a:spcPct val="150000"/>
                  </a:lnSpc>
                </a:pPr>
                <a:r>
                  <a:rPr lang="zh-CN" altLang="en-US" sz="1400">
                    <a:solidFill>
                      <a:schemeClr val="accent4">
                        <a:lumMod val="20000"/>
                        <a:lumOff val="80000"/>
                      </a:schemeClr>
                    </a:solidFill>
                    <a:latin typeface="微软雅黑 Light" panose="020B0502040204020203" charset="-122"/>
                    <a:ea typeface="微软雅黑 Light" panose="020B0502040204020203" charset="-122"/>
                    <a:sym typeface="+mn-ea"/>
                  </a:rPr>
                  <a:t>恒温恒湿、恒重称量</a:t>
                </a:r>
                <a:endParaRPr lang="zh-CN" altLang="en-US" sz="1400">
                  <a:solidFill>
                    <a:schemeClr val="accent4">
                      <a:lumMod val="20000"/>
                      <a:lumOff val="80000"/>
                    </a:schemeClr>
                  </a:solidFill>
                  <a:latin typeface="微软雅黑 Light" panose="020B0502040204020203" charset="-122"/>
                  <a:ea typeface="微软雅黑 Light" panose="020B0502040204020203" charset="-122"/>
                  <a:sym typeface="+mn-ea"/>
                </a:endParaRPr>
              </a:p>
            </p:txBody>
          </p:sp>
        </p:grpSp>
        <p:sp>
          <p:nvSpPr>
            <p:cNvPr id="31" name="矩形 30"/>
            <p:cNvSpPr/>
            <p:nvPr/>
          </p:nvSpPr>
          <p:spPr>
            <a:xfrm>
              <a:off x="1971" y="7028"/>
              <a:ext cx="1545" cy="794"/>
            </a:xfrm>
            <a:prstGeom prst="rect">
              <a:avLst/>
            </a:prstGeom>
            <a:solidFill>
              <a:srgbClr val="FCC800"/>
            </a:solidFill>
            <a:ln w="9525">
              <a:solidFill>
                <a:schemeClr val="accent2">
                  <a:alpha val="49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anose="020B0503020204020204" charset="-122"/>
                  <a:ea typeface="微软雅黑" panose="020B0503020204020204" charset="-122"/>
                </a:rPr>
                <a:t>外置液冷</a:t>
              </a:r>
              <a:endParaRPr lang="zh-CN" altLang="en-US" sz="1200" b="1" dirty="0">
                <a:solidFill>
                  <a:schemeClr val="bg1"/>
                </a:solidFill>
                <a:latin typeface="微软雅黑" panose="020B0503020204020204" charset="-122"/>
                <a:ea typeface="微软雅黑" panose="020B0503020204020204" charset="-122"/>
              </a:endParaRPr>
            </a:p>
          </p:txBody>
        </p:sp>
        <p:grpSp>
          <p:nvGrpSpPr>
            <p:cNvPr id="76" name="组合 75"/>
            <p:cNvGrpSpPr/>
            <p:nvPr/>
          </p:nvGrpSpPr>
          <p:grpSpPr>
            <a:xfrm>
              <a:off x="3657" y="7028"/>
              <a:ext cx="3946" cy="2713"/>
              <a:chOff x="9384" y="7028"/>
              <a:chExt cx="3946" cy="2200"/>
            </a:xfrm>
          </p:grpSpPr>
          <p:sp>
            <p:nvSpPr>
              <p:cNvPr id="77" name="矩形 76"/>
              <p:cNvSpPr/>
              <p:nvPr/>
            </p:nvSpPr>
            <p:spPr>
              <a:xfrm>
                <a:off x="9384" y="7028"/>
                <a:ext cx="3946" cy="2201"/>
              </a:xfrm>
              <a:prstGeom prst="rect">
                <a:avLst/>
              </a:prstGeom>
              <a:solidFill>
                <a:schemeClr val="accent3">
                  <a:lumMod val="20000"/>
                  <a:lumOff val="80000"/>
                  <a:alpha val="0"/>
                </a:schemeClr>
              </a:solidFill>
              <a:ln w="9525">
                <a:solidFill>
                  <a:schemeClr val="accent2">
                    <a:alpha val="49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50000"/>
                      <a:lumOff val="50000"/>
                    </a:schemeClr>
                  </a:solidFill>
                  <a:ea typeface="+mj-ea"/>
                </a:endParaRPr>
              </a:p>
            </p:txBody>
          </p:sp>
          <p:sp>
            <p:nvSpPr>
              <p:cNvPr id="78" name="矩形 77"/>
              <p:cNvSpPr/>
              <p:nvPr/>
            </p:nvSpPr>
            <p:spPr>
              <a:xfrm>
                <a:off x="9493" y="7118"/>
                <a:ext cx="3729" cy="2021"/>
              </a:xfrm>
              <a:prstGeom prst="rect">
                <a:avLst/>
              </a:prstGeom>
              <a:solidFill>
                <a:srgbClr val="FCC800"/>
              </a:solidFill>
              <a:ln w="19050" cap="flat" cmpd="sng" algn="ctr">
                <a:noFill/>
                <a:prstDash val="solid"/>
                <a:miter lim="800000"/>
              </a:ln>
              <a:effectLst/>
            </p:spPr>
            <p:txBody>
              <a:bodyPr rtlCol="0" anchor="ctr"/>
              <a:lstStyle/>
              <a:p>
                <a:pPr algn="ctr">
                  <a:lnSpc>
                    <a:spcPct val="150000"/>
                  </a:lnSpc>
                </a:pPr>
                <a:r>
                  <a:rPr lang="zh-CN" altLang="en-US" b="1">
                    <a:solidFill>
                      <a:schemeClr val="bg1"/>
                    </a:solidFill>
                    <a:latin typeface="微软雅黑" panose="020B0503020204020204" charset="-122"/>
                    <a:ea typeface="微软雅黑" panose="020B0503020204020204" charset="-122"/>
                    <a:sym typeface="+mn-ea"/>
                  </a:rPr>
                  <a:t>全密闭试验仓</a:t>
                </a:r>
                <a:endParaRPr lang="zh-CN" altLang="en-US" b="1">
                  <a:solidFill>
                    <a:schemeClr val="bg1"/>
                  </a:solidFill>
                  <a:latin typeface="微软雅黑" panose="020B0503020204020204" charset="-122"/>
                  <a:ea typeface="微软雅黑" panose="020B0503020204020204" charset="-122"/>
                  <a:sym typeface="+mn-ea"/>
                </a:endParaRPr>
              </a:p>
              <a:p>
                <a:pPr algn="ctr">
                  <a:lnSpc>
                    <a:spcPct val="150000"/>
                  </a:lnSpc>
                </a:pPr>
                <a:r>
                  <a:rPr lang="zh-CN" altLang="en-US" sz="1400">
                    <a:solidFill>
                      <a:schemeClr val="accent4">
                        <a:lumMod val="20000"/>
                        <a:lumOff val="80000"/>
                      </a:schemeClr>
                    </a:solidFill>
                    <a:latin typeface="微软雅黑 Light" panose="020B0502040204020203" charset="-122"/>
                    <a:ea typeface="微软雅黑 Light" panose="020B0502040204020203" charset="-122"/>
                    <a:sym typeface="+mn-ea"/>
                  </a:rPr>
                  <a:t>12-36工位批量连续处理</a:t>
                </a:r>
                <a:endParaRPr lang="zh-CN" altLang="en-US" sz="1400">
                  <a:solidFill>
                    <a:schemeClr val="accent4">
                      <a:lumMod val="20000"/>
                      <a:lumOff val="80000"/>
                    </a:schemeClr>
                  </a:solidFill>
                  <a:latin typeface="微软雅黑 Light" panose="020B0502040204020203" charset="-122"/>
                  <a:ea typeface="微软雅黑 Light" panose="020B0502040204020203" charset="-122"/>
                  <a:sym typeface="+mn-ea"/>
                </a:endParaRPr>
              </a:p>
              <a:p>
                <a:pPr algn="ctr">
                  <a:lnSpc>
                    <a:spcPct val="150000"/>
                  </a:lnSpc>
                </a:pPr>
                <a:r>
                  <a:rPr lang="zh-CN" altLang="en-US" sz="1400">
                    <a:solidFill>
                      <a:schemeClr val="accent4">
                        <a:lumMod val="20000"/>
                        <a:lumOff val="80000"/>
                      </a:schemeClr>
                    </a:solidFill>
                    <a:latin typeface="微软雅黑 Light" panose="020B0502040204020203" charset="-122"/>
                    <a:ea typeface="微软雅黑 Light" panose="020B0502040204020203" charset="-122"/>
                    <a:sym typeface="+mn-ea"/>
                  </a:rPr>
                  <a:t>加热/灼烧/蒸发/干燥冷却</a:t>
                </a:r>
                <a:endParaRPr lang="zh-CN" altLang="en-US" sz="1400">
                  <a:solidFill>
                    <a:schemeClr val="accent4">
                      <a:lumMod val="20000"/>
                      <a:lumOff val="80000"/>
                    </a:schemeClr>
                  </a:solidFill>
                  <a:latin typeface="微软雅黑 Light" panose="020B0502040204020203" charset="-122"/>
                  <a:ea typeface="微软雅黑 Light" panose="020B0502040204020203" charset="-122"/>
                  <a:sym typeface="+mn-ea"/>
                </a:endParaRPr>
              </a:p>
            </p:txBody>
          </p:sp>
        </p:grpSp>
        <p:sp>
          <p:nvSpPr>
            <p:cNvPr id="79" name="矩形 78"/>
            <p:cNvSpPr/>
            <p:nvPr/>
          </p:nvSpPr>
          <p:spPr>
            <a:xfrm>
              <a:off x="1971" y="7989"/>
              <a:ext cx="1545" cy="793"/>
            </a:xfrm>
            <a:prstGeom prst="rect">
              <a:avLst/>
            </a:prstGeom>
            <a:solidFill>
              <a:srgbClr val="FCC800"/>
            </a:solidFill>
            <a:ln w="9525">
              <a:solidFill>
                <a:schemeClr val="accent2">
                  <a:alpha val="49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dirty="0">
                  <a:solidFill>
                    <a:schemeClr val="bg1"/>
                  </a:solidFill>
                  <a:latin typeface="微软雅黑" panose="020B0503020204020204" charset="-122"/>
                  <a:ea typeface="微软雅黑" panose="020B0503020204020204" charset="-122"/>
                  <a:sym typeface="+mn-ea"/>
                </a:rPr>
                <a:t>外置</a:t>
              </a:r>
              <a:r>
                <a:rPr lang="zh-CN" altLang="en-US" sz="1200" b="1" dirty="0">
                  <a:solidFill>
                    <a:schemeClr val="bg1"/>
                  </a:solidFill>
                  <a:latin typeface="微软雅黑" panose="020B0503020204020204" charset="-122"/>
                  <a:ea typeface="微软雅黑" panose="020B0503020204020204" charset="-122"/>
                  <a:sym typeface="+mn-ea"/>
                </a:rPr>
                <a:t>加酸</a:t>
              </a:r>
              <a:endParaRPr lang="zh-CN" altLang="en-US" sz="1200" b="1" dirty="0">
                <a:solidFill>
                  <a:schemeClr val="bg1"/>
                </a:solidFill>
                <a:latin typeface="微软雅黑" panose="020B0503020204020204" charset="-122"/>
                <a:ea typeface="微软雅黑" panose="020B0503020204020204" charset="-122"/>
                <a:sym typeface="+mn-ea"/>
              </a:endParaRPr>
            </a:p>
          </p:txBody>
        </p:sp>
        <p:sp>
          <p:nvSpPr>
            <p:cNvPr id="80" name="矩形 79"/>
            <p:cNvSpPr/>
            <p:nvPr/>
          </p:nvSpPr>
          <p:spPr>
            <a:xfrm>
              <a:off x="1971" y="8949"/>
              <a:ext cx="1545" cy="793"/>
            </a:xfrm>
            <a:prstGeom prst="rect">
              <a:avLst/>
            </a:prstGeom>
            <a:solidFill>
              <a:srgbClr val="FCC800"/>
            </a:solidFill>
            <a:ln w="9525">
              <a:solidFill>
                <a:schemeClr val="accent2">
                  <a:alpha val="49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dirty="0">
                  <a:solidFill>
                    <a:schemeClr val="bg1"/>
                  </a:solidFill>
                  <a:latin typeface="微软雅黑" panose="020B0503020204020204" charset="-122"/>
                  <a:ea typeface="微软雅黑" panose="020B0503020204020204" charset="-122"/>
                  <a:sym typeface="+mn-ea"/>
                </a:rPr>
                <a:t>安全</a:t>
              </a:r>
              <a:r>
                <a:rPr lang="zh-CN" altLang="en-US" sz="1200" b="1" dirty="0">
                  <a:solidFill>
                    <a:schemeClr val="bg1"/>
                  </a:solidFill>
                  <a:latin typeface="微软雅黑" panose="020B0503020204020204" charset="-122"/>
                  <a:ea typeface="微软雅黑" panose="020B0503020204020204" charset="-122"/>
                  <a:sym typeface="+mn-ea"/>
                </a:rPr>
                <a:t>模块</a:t>
              </a:r>
              <a:endParaRPr lang="zh-CN" altLang="en-US" sz="1200" b="1" dirty="0">
                <a:solidFill>
                  <a:schemeClr val="bg1"/>
                </a:solidFill>
                <a:latin typeface="微软雅黑" panose="020B0503020204020204" charset="-122"/>
                <a:ea typeface="微软雅黑" panose="020B0503020204020204" charset="-122"/>
                <a:sym typeface="+mn-ea"/>
              </a:endParaRPr>
            </a:p>
          </p:txBody>
        </p:sp>
        <p:pic>
          <p:nvPicPr>
            <p:cNvPr id="81" name="图片 80" descr="机械手"/>
            <p:cNvPicPr>
              <a:picLocks noChangeAspect="1"/>
            </p:cNvPicPr>
            <p:nvPr>
              <p:custDataLst>
                <p:tags r:id="rId1"/>
              </p:custDataLst>
            </p:nvPr>
          </p:nvPicPr>
          <p:blipFill>
            <a:blip r:embed="rId2">
              <a:extLst>
                <a:ext uri="{96DAC541-7B7A-43D3-8B79-37D633B846F1}">
                  <asvg:svgBlip xmlns:asvg="http://schemas.microsoft.com/office/drawing/2016/SVG/main" r:embed="rId3"/>
                </a:ext>
              </a:extLst>
            </a:blip>
            <a:stretch>
              <a:fillRect/>
            </a:stretch>
          </p:blipFill>
          <p:spPr>
            <a:xfrm>
              <a:off x="8211" y="7139"/>
              <a:ext cx="567" cy="567"/>
            </a:xfrm>
            <a:prstGeom prst="rect">
              <a:avLst/>
            </a:prstGeom>
          </p:spPr>
        </p:pic>
      </p:grpSp>
      <p:grpSp>
        <p:nvGrpSpPr>
          <p:cNvPr id="6" name="组合 5"/>
          <p:cNvGrpSpPr/>
          <p:nvPr/>
        </p:nvGrpSpPr>
        <p:grpSpPr>
          <a:xfrm>
            <a:off x="445770" y="2131060"/>
            <a:ext cx="8125460" cy="2159635"/>
            <a:chOff x="702" y="3356"/>
            <a:chExt cx="12796" cy="3401"/>
          </a:xfrm>
        </p:grpSpPr>
        <p:sp>
          <p:nvSpPr>
            <p:cNvPr id="35" name="矩形 34"/>
            <p:cNvSpPr/>
            <p:nvPr/>
          </p:nvSpPr>
          <p:spPr>
            <a:xfrm flipH="1">
              <a:off x="1971" y="3356"/>
              <a:ext cx="2778" cy="2891"/>
            </a:xfrm>
            <a:prstGeom prst="rect">
              <a:avLst/>
            </a:prstGeom>
            <a:solidFill>
              <a:schemeClr val="bg1">
                <a:lumMod val="9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ea typeface="+mj-ea"/>
                <a:cs typeface="+mn-cs"/>
              </a:endParaRPr>
            </a:p>
          </p:txBody>
        </p:sp>
        <p:sp>
          <p:nvSpPr>
            <p:cNvPr id="168" name="矩形 167"/>
            <p:cNvSpPr/>
            <p:nvPr/>
          </p:nvSpPr>
          <p:spPr>
            <a:xfrm flipH="1">
              <a:off x="702" y="3356"/>
              <a:ext cx="1134" cy="3401"/>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mongolianVert" wrap="square" numCol="1" spcCol="0" rtlCol="0" fromWordArt="0" anchor="ctr" anchorCtr="0" forceAA="0" compatLnSpc="1">
              <a:noAutofit/>
            </a:bodyPr>
            <a:lstStyle/>
            <a:p>
              <a:pPr lvl="0" algn="ctr">
                <a:lnSpc>
                  <a:spcPct val="150000"/>
                </a:lnSpc>
                <a:spcBef>
                  <a:spcPts val="0"/>
                </a:spcBef>
                <a:spcAft>
                  <a:spcPts val="0"/>
                </a:spcAft>
                <a:buClrTx/>
                <a:buSzTx/>
                <a:buFontTx/>
                <a:defRPr/>
              </a:pPr>
              <a:r>
                <a:rPr lang="zh-CN" altLang="en-US" sz="1200" noProof="0">
                  <a:ln>
                    <a:noFill/>
                  </a:ln>
                  <a:solidFill>
                    <a:prstClr val="white"/>
                  </a:solidFill>
                  <a:effectLst/>
                  <a:uLnTx/>
                  <a:uFillTx/>
                  <a:latin typeface="微软雅黑 Light" panose="020B0502040204020203" charset="-122"/>
                  <a:ea typeface="微软雅黑 Light" panose="020B0502040204020203" charset="-122"/>
                  <a:cs typeface="微软雅黑 Light" panose="020B0502040204020203" charset="-122"/>
                  <a:sym typeface="+mn-ea"/>
                </a:rPr>
                <a:t>控制层</a:t>
              </a:r>
              <a:endParaRPr lang="zh-CN" altLang="en-US" sz="1200" noProof="0">
                <a:ln>
                  <a:noFill/>
                </a:ln>
                <a:solidFill>
                  <a:prstClr val="white"/>
                </a:solidFill>
                <a:effectLst/>
                <a:uLnTx/>
                <a:uFillTx/>
                <a:latin typeface="微软雅黑 Light" panose="020B0502040204020203" charset="-122"/>
                <a:ea typeface="微软雅黑 Light" panose="020B0502040204020203" charset="-122"/>
                <a:cs typeface="微软雅黑 Light" panose="020B0502040204020203" charset="-122"/>
                <a:sym typeface="+mn-ea"/>
              </a:endParaRPr>
            </a:p>
            <a:p>
              <a:pPr lvl="0" algn="ctr">
                <a:lnSpc>
                  <a:spcPct val="150000"/>
                </a:lnSpc>
                <a:spcBef>
                  <a:spcPts val="0"/>
                </a:spcBef>
                <a:spcAft>
                  <a:spcPts val="0"/>
                </a:spcAft>
                <a:buClrTx/>
                <a:buSzTx/>
                <a:buFontTx/>
                <a:defRPr/>
              </a:pPr>
              <a:r>
                <a:rPr lang="zh-CN" altLang="en-US" sz="1200" noProof="0">
                  <a:ln>
                    <a:noFill/>
                  </a:ln>
                  <a:solidFill>
                    <a:prstClr val="white"/>
                  </a:solidFill>
                  <a:effectLst/>
                  <a:uLnTx/>
                  <a:uFillTx/>
                  <a:latin typeface="微软雅黑 Light" panose="020B0502040204020203" charset="-122"/>
                  <a:ea typeface="微软雅黑 Light" panose="020B0502040204020203" charset="-122"/>
                  <a:cs typeface="微软雅黑 Light" panose="020B0502040204020203" charset="-122"/>
                  <a:sym typeface="+mn-ea"/>
                </a:rPr>
                <a:t>智能主机</a:t>
              </a:r>
              <a:endParaRPr lang="zh-CN" altLang="en-US" sz="1200" noProof="0">
                <a:ln>
                  <a:noFill/>
                </a:ln>
                <a:solidFill>
                  <a:prstClr val="white"/>
                </a:solidFill>
                <a:effectLst/>
                <a:uLnTx/>
                <a:uFillTx/>
                <a:latin typeface="微软雅黑 Light" panose="020B0502040204020203" charset="-122"/>
                <a:ea typeface="微软雅黑 Light" panose="020B0502040204020203" charset="-122"/>
                <a:cs typeface="微软雅黑 Light" panose="020B0502040204020203" charset="-122"/>
                <a:sym typeface="+mn-ea"/>
              </a:endParaRPr>
            </a:p>
          </p:txBody>
        </p:sp>
        <p:grpSp>
          <p:nvGrpSpPr>
            <p:cNvPr id="41" name="组合 40"/>
            <p:cNvGrpSpPr/>
            <p:nvPr/>
          </p:nvGrpSpPr>
          <p:grpSpPr>
            <a:xfrm>
              <a:off x="4888" y="3356"/>
              <a:ext cx="2777" cy="2891"/>
              <a:chOff x="13173" y="3126"/>
              <a:chExt cx="3132" cy="2426"/>
            </a:xfrm>
          </p:grpSpPr>
          <p:sp>
            <p:nvSpPr>
              <p:cNvPr id="95" name="矩形 94"/>
              <p:cNvSpPr/>
              <p:nvPr/>
            </p:nvSpPr>
            <p:spPr>
              <a:xfrm>
                <a:off x="13173" y="3126"/>
                <a:ext cx="3132" cy="24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矩形 88"/>
              <p:cNvSpPr/>
              <p:nvPr/>
            </p:nvSpPr>
            <p:spPr>
              <a:xfrm>
                <a:off x="13380" y="3710"/>
                <a:ext cx="2736" cy="4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solidFill>
                      <a:schemeClr val="tx1">
                        <a:lumMod val="95000"/>
                        <a:lumOff val="5000"/>
                      </a:schemeClr>
                    </a:solidFill>
                    <a:ea typeface="+mj-ea"/>
                    <a:sym typeface="+mn-ea"/>
                  </a:rPr>
                  <a:t>升温速率</a:t>
                </a:r>
                <a:r>
                  <a:rPr lang="zh-CN" altLang="en-US" sz="1000">
                    <a:solidFill>
                      <a:schemeClr val="tx1">
                        <a:lumMod val="95000"/>
                        <a:lumOff val="5000"/>
                      </a:schemeClr>
                    </a:solidFill>
                    <a:ea typeface="+mj-ea"/>
                    <a:sym typeface="+mn-ea"/>
                  </a:rPr>
                  <a:t>控制</a:t>
                </a:r>
                <a:endParaRPr lang="zh-CN" altLang="en-US" sz="1000">
                  <a:solidFill>
                    <a:schemeClr val="tx1">
                      <a:lumMod val="95000"/>
                      <a:lumOff val="5000"/>
                    </a:schemeClr>
                  </a:solidFill>
                  <a:ea typeface="+mj-ea"/>
                  <a:sym typeface="+mn-ea"/>
                </a:endParaRPr>
              </a:p>
            </p:txBody>
          </p:sp>
          <p:sp>
            <p:nvSpPr>
              <p:cNvPr id="101" name="矩形 100"/>
              <p:cNvSpPr/>
              <p:nvPr/>
            </p:nvSpPr>
            <p:spPr>
              <a:xfrm>
                <a:off x="13380" y="4313"/>
                <a:ext cx="2736" cy="4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solidFill>
                      <a:schemeClr val="tx1">
                        <a:lumMod val="95000"/>
                        <a:lumOff val="5000"/>
                      </a:schemeClr>
                    </a:solidFill>
                    <a:ea typeface="+mj-ea"/>
                    <a:sym typeface="+mn-ea"/>
                  </a:rPr>
                  <a:t>液冷循环</a:t>
                </a:r>
                <a:r>
                  <a:rPr lang="zh-CN" altLang="en-US" sz="1000">
                    <a:solidFill>
                      <a:schemeClr val="tx1">
                        <a:lumMod val="95000"/>
                        <a:lumOff val="5000"/>
                      </a:schemeClr>
                    </a:solidFill>
                    <a:ea typeface="+mj-ea"/>
                    <a:sym typeface="+mn-ea"/>
                  </a:rPr>
                  <a:t>控制</a:t>
                </a:r>
                <a:endParaRPr lang="zh-CN" altLang="en-US" sz="1000">
                  <a:solidFill>
                    <a:schemeClr val="tx1">
                      <a:lumMod val="95000"/>
                      <a:lumOff val="5000"/>
                    </a:schemeClr>
                  </a:solidFill>
                  <a:ea typeface="+mj-ea"/>
                  <a:sym typeface="+mn-ea"/>
                </a:endParaRPr>
              </a:p>
            </p:txBody>
          </p:sp>
          <p:sp>
            <p:nvSpPr>
              <p:cNvPr id="102" name="矩形 101"/>
              <p:cNvSpPr/>
              <p:nvPr/>
            </p:nvSpPr>
            <p:spPr>
              <a:xfrm>
                <a:off x="13380" y="4915"/>
                <a:ext cx="2736" cy="4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solidFill>
                      <a:schemeClr val="tx1">
                        <a:lumMod val="95000"/>
                        <a:lumOff val="5000"/>
                      </a:schemeClr>
                    </a:solidFill>
                    <a:ea typeface="+mj-ea"/>
                    <a:sym typeface="+mn-ea"/>
                  </a:rPr>
                  <a:t>恒温精密控制</a:t>
                </a:r>
                <a:endParaRPr lang="zh-CN" altLang="en-US" sz="1000">
                  <a:solidFill>
                    <a:schemeClr val="tx1">
                      <a:lumMod val="95000"/>
                      <a:lumOff val="5000"/>
                    </a:schemeClr>
                  </a:solidFill>
                  <a:ea typeface="+mj-ea"/>
                  <a:sym typeface="+mn-ea"/>
                </a:endParaRPr>
              </a:p>
            </p:txBody>
          </p:sp>
          <p:sp>
            <p:nvSpPr>
              <p:cNvPr id="129" name="文本框 128"/>
              <p:cNvSpPr txBox="1"/>
              <p:nvPr/>
            </p:nvSpPr>
            <p:spPr>
              <a:xfrm>
                <a:off x="13458" y="3244"/>
                <a:ext cx="2563" cy="364"/>
              </a:xfrm>
              <a:prstGeom prst="rect">
                <a:avLst/>
              </a:prstGeom>
              <a:noFill/>
            </p:spPr>
            <p:txBody>
              <a:bodyPr vert="horz" wrap="square" anchor="ctr" anchorCtr="0">
                <a:spAutoFit/>
              </a:bodyPr>
              <a:lstStyle>
                <a:defPPr>
                  <a:defRPr lang="zh-CN"/>
                </a:defPPr>
                <a:lvl1pPr algn="ctr">
                  <a:defRPr sz="1200">
                    <a:solidFill>
                      <a:schemeClr val="accent5"/>
                    </a:solidFill>
                    <a:latin typeface="+mj-ea"/>
                    <a:ea typeface="+mj-ea"/>
                  </a:defRPr>
                </a:lvl1pPr>
              </a:lstStyle>
              <a:p>
                <a:pPr>
                  <a:lnSpc>
                    <a:spcPct val="100000"/>
                  </a:lnSpc>
                </a:pPr>
                <a:r>
                  <a:rPr lang="zh-CN" altLang="en-US" b="1" dirty="0">
                    <a:solidFill>
                      <a:srgbClr val="FCC800"/>
                    </a:solidFill>
                    <a:latin typeface="微软雅黑" panose="020B0503020204020204" charset="-122"/>
                    <a:ea typeface="微软雅黑" panose="020B0503020204020204" charset="-122"/>
                  </a:rPr>
                  <a:t>温度控制</a:t>
                </a:r>
                <a:endParaRPr lang="zh-CN" altLang="en-US" b="1" dirty="0">
                  <a:solidFill>
                    <a:srgbClr val="FCC800"/>
                  </a:solidFill>
                  <a:latin typeface="微软雅黑" panose="020B0503020204020204" charset="-122"/>
                  <a:ea typeface="微软雅黑" panose="020B0503020204020204" charset="-122"/>
                </a:endParaRPr>
              </a:p>
            </p:txBody>
          </p:sp>
        </p:grpSp>
        <p:grpSp>
          <p:nvGrpSpPr>
            <p:cNvPr id="73" name="组合 72"/>
            <p:cNvGrpSpPr/>
            <p:nvPr/>
          </p:nvGrpSpPr>
          <p:grpSpPr>
            <a:xfrm>
              <a:off x="2147" y="3537"/>
              <a:ext cx="2426" cy="2529"/>
              <a:chOff x="2138" y="3469"/>
              <a:chExt cx="2426" cy="2529"/>
            </a:xfrm>
          </p:grpSpPr>
          <p:sp>
            <p:nvSpPr>
              <p:cNvPr id="67" name="矩形: 圆角 66"/>
              <p:cNvSpPr/>
              <p:nvPr/>
            </p:nvSpPr>
            <p:spPr>
              <a:xfrm>
                <a:off x="2138" y="3469"/>
                <a:ext cx="2426" cy="510"/>
              </a:xfrm>
              <a:prstGeom prst="roundRect">
                <a:avLst>
                  <a:gd name="adj" fmla="val 50000"/>
                </a:avLst>
              </a:prstGeom>
              <a:noFill/>
              <a:ln>
                <a:solidFill>
                  <a:srgbClr val="FCC8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rgbClr val="FCC800">
                        <a:alpha val="80000"/>
                      </a:srgbClr>
                    </a:solidFill>
                    <a:ea typeface="+mj-ea"/>
                  </a:rPr>
                  <a:t>医疗级触控屏</a:t>
                </a:r>
                <a:endParaRPr lang="zh-CN" altLang="en-US" sz="1100" b="1" dirty="0">
                  <a:solidFill>
                    <a:srgbClr val="FCC800">
                      <a:alpha val="80000"/>
                    </a:srgbClr>
                  </a:solidFill>
                  <a:ea typeface="+mj-ea"/>
                </a:endParaRPr>
              </a:p>
            </p:txBody>
          </p:sp>
          <p:sp>
            <p:nvSpPr>
              <p:cNvPr id="42" name="矩形: 圆角 66"/>
              <p:cNvSpPr/>
              <p:nvPr/>
            </p:nvSpPr>
            <p:spPr>
              <a:xfrm>
                <a:off x="2138" y="4142"/>
                <a:ext cx="2426" cy="510"/>
              </a:xfrm>
              <a:prstGeom prst="roundRect">
                <a:avLst>
                  <a:gd name="adj" fmla="val 50000"/>
                </a:avLst>
              </a:prstGeom>
              <a:noFill/>
              <a:ln>
                <a:solidFill>
                  <a:srgbClr val="FCC80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b="1" dirty="0">
                    <a:solidFill>
                      <a:srgbClr val="FCC800">
                        <a:alpha val="80000"/>
                      </a:srgbClr>
                    </a:solidFill>
                    <a:ea typeface="+mj-ea"/>
                    <a:sym typeface="+mn-ea"/>
                  </a:rPr>
                  <a:t>网口远程控制</a:t>
                </a:r>
                <a:endParaRPr lang="zh-CN" altLang="en-US" sz="1100" b="1" dirty="0">
                  <a:solidFill>
                    <a:srgbClr val="FCC800">
                      <a:alpha val="80000"/>
                    </a:srgbClr>
                  </a:solidFill>
                  <a:ea typeface="+mj-ea"/>
                  <a:sym typeface="+mn-ea"/>
                </a:endParaRPr>
              </a:p>
            </p:txBody>
          </p:sp>
          <p:sp>
            <p:nvSpPr>
              <p:cNvPr id="43" name="矩形: 圆角 66"/>
              <p:cNvSpPr/>
              <p:nvPr/>
            </p:nvSpPr>
            <p:spPr>
              <a:xfrm>
                <a:off x="2138" y="5488"/>
                <a:ext cx="2426" cy="510"/>
              </a:xfrm>
              <a:prstGeom prst="roundRect">
                <a:avLst>
                  <a:gd name="adj" fmla="val 50000"/>
                </a:avLst>
              </a:prstGeom>
              <a:noFill/>
              <a:ln>
                <a:solidFill>
                  <a:srgbClr val="FCC80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b="1" dirty="0">
                    <a:solidFill>
                      <a:srgbClr val="FCC800">
                        <a:alpha val="80000"/>
                      </a:srgbClr>
                    </a:solidFill>
                    <a:ea typeface="+mj-ea"/>
                    <a:sym typeface="+mn-ea"/>
                  </a:rPr>
                  <a:t>多重</a:t>
                </a:r>
                <a:r>
                  <a:rPr lang="zh-CN" altLang="en-US" sz="1100" b="1" dirty="0">
                    <a:solidFill>
                      <a:srgbClr val="FCC800">
                        <a:alpha val="80000"/>
                      </a:srgbClr>
                    </a:solidFill>
                    <a:ea typeface="+mj-ea"/>
                    <a:sym typeface="+mn-ea"/>
                  </a:rPr>
                  <a:t>安全防护</a:t>
                </a:r>
                <a:endParaRPr lang="zh-CN" altLang="en-US" sz="1100" b="1" dirty="0">
                  <a:solidFill>
                    <a:srgbClr val="FCC800">
                      <a:alpha val="80000"/>
                    </a:srgbClr>
                  </a:solidFill>
                  <a:ea typeface="+mj-ea"/>
                  <a:sym typeface="+mn-ea"/>
                </a:endParaRPr>
              </a:p>
            </p:txBody>
          </p:sp>
          <p:sp>
            <p:nvSpPr>
              <p:cNvPr id="44" name="矩形: 圆角 66"/>
              <p:cNvSpPr/>
              <p:nvPr/>
            </p:nvSpPr>
            <p:spPr>
              <a:xfrm>
                <a:off x="2138" y="4815"/>
                <a:ext cx="2426" cy="510"/>
              </a:xfrm>
              <a:prstGeom prst="roundRect">
                <a:avLst>
                  <a:gd name="adj" fmla="val 50000"/>
                </a:avLst>
              </a:prstGeom>
              <a:noFill/>
              <a:ln>
                <a:solidFill>
                  <a:srgbClr val="FCC80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b="1" dirty="0">
                    <a:solidFill>
                      <a:srgbClr val="FCC800">
                        <a:alpha val="80000"/>
                      </a:srgbClr>
                    </a:solidFill>
                    <a:ea typeface="+mj-ea"/>
                    <a:sym typeface="+mn-ea"/>
                  </a:rPr>
                  <a:t>多传感器声光报警</a:t>
                </a:r>
                <a:endParaRPr lang="zh-CN" altLang="en-US" sz="1100" b="1" dirty="0">
                  <a:solidFill>
                    <a:srgbClr val="FCC800">
                      <a:alpha val="80000"/>
                    </a:srgbClr>
                  </a:solidFill>
                  <a:ea typeface="+mj-ea"/>
                  <a:sym typeface="+mn-ea"/>
                </a:endParaRPr>
              </a:p>
            </p:txBody>
          </p:sp>
        </p:grpSp>
        <p:grpSp>
          <p:nvGrpSpPr>
            <p:cNvPr id="45" name="组合 44"/>
            <p:cNvGrpSpPr/>
            <p:nvPr/>
          </p:nvGrpSpPr>
          <p:grpSpPr>
            <a:xfrm>
              <a:off x="7804" y="3356"/>
              <a:ext cx="2777" cy="2891"/>
              <a:chOff x="13173" y="3126"/>
              <a:chExt cx="3132" cy="2426"/>
            </a:xfrm>
          </p:grpSpPr>
          <p:sp>
            <p:nvSpPr>
              <p:cNvPr id="46" name="矩形 45"/>
              <p:cNvSpPr/>
              <p:nvPr/>
            </p:nvSpPr>
            <p:spPr>
              <a:xfrm>
                <a:off x="13173" y="3126"/>
                <a:ext cx="3132" cy="24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矩形 46"/>
              <p:cNvSpPr/>
              <p:nvPr/>
            </p:nvSpPr>
            <p:spPr>
              <a:xfrm>
                <a:off x="13380" y="3710"/>
                <a:ext cx="2736" cy="4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solidFill>
                      <a:schemeClr val="tx1">
                        <a:lumMod val="95000"/>
                        <a:lumOff val="5000"/>
                      </a:schemeClr>
                    </a:solidFill>
                    <a:ea typeface="+mj-ea"/>
                    <a:sym typeface="+mn-ea"/>
                  </a:rPr>
                  <a:t>自动内校</a:t>
                </a:r>
                <a:endParaRPr lang="zh-CN" altLang="en-US" sz="1000">
                  <a:solidFill>
                    <a:schemeClr val="tx1">
                      <a:lumMod val="95000"/>
                      <a:lumOff val="5000"/>
                    </a:schemeClr>
                  </a:solidFill>
                  <a:ea typeface="+mj-ea"/>
                  <a:sym typeface="+mn-ea"/>
                </a:endParaRPr>
              </a:p>
            </p:txBody>
          </p:sp>
          <p:sp>
            <p:nvSpPr>
              <p:cNvPr id="48" name="矩形 47"/>
              <p:cNvSpPr/>
              <p:nvPr/>
            </p:nvSpPr>
            <p:spPr>
              <a:xfrm>
                <a:off x="13380" y="4313"/>
                <a:ext cx="2736" cy="4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solidFill>
                      <a:schemeClr val="tx1">
                        <a:lumMod val="95000"/>
                        <a:lumOff val="5000"/>
                      </a:schemeClr>
                    </a:solidFill>
                    <a:ea typeface="+mj-ea"/>
                    <a:sym typeface="+mn-ea"/>
                  </a:rPr>
                  <a:t>自动</a:t>
                </a:r>
                <a:r>
                  <a:rPr lang="zh-CN" altLang="en-US" sz="1000">
                    <a:solidFill>
                      <a:schemeClr val="tx1">
                        <a:lumMod val="95000"/>
                        <a:lumOff val="5000"/>
                      </a:schemeClr>
                    </a:solidFill>
                    <a:ea typeface="+mj-ea"/>
                    <a:sym typeface="+mn-ea"/>
                  </a:rPr>
                  <a:t>去皮</a:t>
                </a:r>
                <a:endParaRPr lang="zh-CN" altLang="en-US" sz="1000">
                  <a:solidFill>
                    <a:schemeClr val="tx1">
                      <a:lumMod val="95000"/>
                      <a:lumOff val="5000"/>
                    </a:schemeClr>
                  </a:solidFill>
                  <a:ea typeface="+mj-ea"/>
                  <a:sym typeface="+mn-ea"/>
                </a:endParaRPr>
              </a:p>
            </p:txBody>
          </p:sp>
          <p:sp>
            <p:nvSpPr>
              <p:cNvPr id="49" name="矩形 48"/>
              <p:cNvSpPr/>
              <p:nvPr/>
            </p:nvSpPr>
            <p:spPr>
              <a:xfrm>
                <a:off x="13380" y="4915"/>
                <a:ext cx="2736" cy="4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solidFill>
                      <a:schemeClr val="tx1">
                        <a:lumMod val="95000"/>
                        <a:lumOff val="5000"/>
                      </a:schemeClr>
                    </a:solidFill>
                    <a:ea typeface="+mj-ea"/>
                    <a:sym typeface="+mn-ea"/>
                  </a:rPr>
                  <a:t>可视化实时读数</a:t>
                </a:r>
                <a:endParaRPr lang="zh-CN" altLang="en-US" sz="1000">
                  <a:solidFill>
                    <a:schemeClr val="tx1">
                      <a:lumMod val="95000"/>
                      <a:lumOff val="5000"/>
                    </a:schemeClr>
                  </a:solidFill>
                  <a:ea typeface="+mj-ea"/>
                  <a:sym typeface="+mn-ea"/>
                </a:endParaRPr>
              </a:p>
            </p:txBody>
          </p:sp>
          <p:sp>
            <p:nvSpPr>
              <p:cNvPr id="50" name="文本框 49"/>
              <p:cNvSpPr txBox="1"/>
              <p:nvPr/>
            </p:nvSpPr>
            <p:spPr>
              <a:xfrm>
                <a:off x="13458" y="3244"/>
                <a:ext cx="2563" cy="364"/>
              </a:xfrm>
              <a:prstGeom prst="rect">
                <a:avLst/>
              </a:prstGeom>
              <a:noFill/>
            </p:spPr>
            <p:txBody>
              <a:bodyPr vert="horz" wrap="square" anchor="ctr" anchorCtr="0">
                <a:spAutoFit/>
              </a:bodyPr>
              <a:lstStyle>
                <a:defPPr>
                  <a:defRPr lang="zh-CN"/>
                </a:defPPr>
                <a:lvl1pPr algn="ctr">
                  <a:defRPr sz="1200">
                    <a:solidFill>
                      <a:schemeClr val="accent5"/>
                    </a:solidFill>
                    <a:latin typeface="+mj-ea"/>
                    <a:ea typeface="+mj-ea"/>
                  </a:defRPr>
                </a:lvl1pPr>
              </a:lstStyle>
              <a:p>
                <a:pPr lvl="0" algn="ctr">
                  <a:buClrTx/>
                  <a:buSzTx/>
                  <a:buFontTx/>
                </a:pPr>
                <a:r>
                  <a:rPr lang="zh-CN" altLang="en-US" b="1" dirty="0">
                    <a:solidFill>
                      <a:srgbClr val="FCC800"/>
                    </a:solidFill>
                    <a:latin typeface="微软雅黑" panose="020B0503020204020204" charset="-122"/>
                    <a:ea typeface="微软雅黑" panose="020B0503020204020204" charset="-122"/>
                    <a:sym typeface="+mn-ea"/>
                  </a:rPr>
                  <a:t>称量</a:t>
                </a:r>
                <a:r>
                  <a:rPr lang="zh-CN" altLang="en-US" b="1" dirty="0">
                    <a:solidFill>
                      <a:srgbClr val="FCC800"/>
                    </a:solidFill>
                    <a:latin typeface="微软雅黑" panose="020B0503020204020204" charset="-122"/>
                    <a:ea typeface="微软雅黑" panose="020B0503020204020204" charset="-122"/>
                    <a:sym typeface="+mn-ea"/>
                  </a:rPr>
                  <a:t>控制</a:t>
                </a:r>
                <a:endParaRPr lang="zh-CN" altLang="en-US" b="1" dirty="0">
                  <a:solidFill>
                    <a:srgbClr val="FCC800"/>
                  </a:solidFill>
                  <a:latin typeface="微软雅黑" panose="020B0503020204020204" charset="-122"/>
                  <a:ea typeface="微软雅黑" panose="020B0503020204020204" charset="-122"/>
                  <a:sym typeface="+mn-ea"/>
                </a:endParaRPr>
              </a:p>
            </p:txBody>
          </p:sp>
        </p:grpSp>
        <p:grpSp>
          <p:nvGrpSpPr>
            <p:cNvPr id="51" name="组合 50"/>
            <p:cNvGrpSpPr/>
            <p:nvPr/>
          </p:nvGrpSpPr>
          <p:grpSpPr>
            <a:xfrm>
              <a:off x="10720" y="3356"/>
              <a:ext cx="2778" cy="2891"/>
              <a:chOff x="13173" y="3126"/>
              <a:chExt cx="3132" cy="2426"/>
            </a:xfrm>
          </p:grpSpPr>
          <p:sp>
            <p:nvSpPr>
              <p:cNvPr id="52" name="矩形 51"/>
              <p:cNvSpPr/>
              <p:nvPr/>
            </p:nvSpPr>
            <p:spPr>
              <a:xfrm>
                <a:off x="13173" y="3126"/>
                <a:ext cx="3132" cy="24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矩形 52"/>
              <p:cNvSpPr/>
              <p:nvPr/>
            </p:nvSpPr>
            <p:spPr>
              <a:xfrm>
                <a:off x="13380" y="3710"/>
                <a:ext cx="2736" cy="4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solidFill>
                      <a:schemeClr val="tx1">
                        <a:lumMod val="95000"/>
                        <a:lumOff val="5000"/>
                      </a:schemeClr>
                    </a:solidFill>
                    <a:ea typeface="+mj-ea"/>
                    <a:sym typeface="+mn-ea"/>
                  </a:rPr>
                  <a:t>自动</a:t>
                </a:r>
                <a:r>
                  <a:rPr lang="zh-CN" altLang="en-US" sz="1000">
                    <a:solidFill>
                      <a:schemeClr val="tx1">
                        <a:lumMod val="95000"/>
                        <a:lumOff val="5000"/>
                      </a:schemeClr>
                    </a:solidFill>
                    <a:ea typeface="+mj-ea"/>
                    <a:sym typeface="+mn-ea"/>
                  </a:rPr>
                  <a:t>加酸</a:t>
                </a:r>
                <a:endParaRPr lang="zh-CN" altLang="en-US" sz="1000">
                  <a:solidFill>
                    <a:schemeClr val="tx1">
                      <a:lumMod val="95000"/>
                      <a:lumOff val="5000"/>
                    </a:schemeClr>
                  </a:solidFill>
                  <a:ea typeface="+mj-ea"/>
                  <a:sym typeface="+mn-ea"/>
                </a:endParaRPr>
              </a:p>
            </p:txBody>
          </p:sp>
          <p:sp>
            <p:nvSpPr>
              <p:cNvPr id="54" name="矩形 53"/>
              <p:cNvSpPr/>
              <p:nvPr/>
            </p:nvSpPr>
            <p:spPr>
              <a:xfrm>
                <a:off x="13380" y="4313"/>
                <a:ext cx="2736" cy="4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solidFill>
                      <a:schemeClr val="tx1">
                        <a:lumMod val="95000"/>
                        <a:lumOff val="5000"/>
                      </a:schemeClr>
                    </a:solidFill>
                    <a:ea typeface="+mj-ea"/>
                    <a:sym typeface="+mn-ea"/>
                  </a:rPr>
                  <a:t>氮气</a:t>
                </a:r>
                <a:r>
                  <a:rPr lang="zh-CN" altLang="en-US" sz="1000">
                    <a:solidFill>
                      <a:schemeClr val="tx1">
                        <a:lumMod val="95000"/>
                        <a:lumOff val="5000"/>
                      </a:schemeClr>
                    </a:solidFill>
                    <a:ea typeface="+mj-ea"/>
                    <a:sym typeface="+mn-ea"/>
                  </a:rPr>
                  <a:t>循环</a:t>
                </a:r>
                <a:endParaRPr lang="zh-CN" altLang="en-US" sz="1000">
                  <a:solidFill>
                    <a:schemeClr val="tx1">
                      <a:lumMod val="95000"/>
                      <a:lumOff val="5000"/>
                    </a:schemeClr>
                  </a:solidFill>
                  <a:ea typeface="+mj-ea"/>
                  <a:sym typeface="+mn-ea"/>
                </a:endParaRPr>
              </a:p>
            </p:txBody>
          </p:sp>
          <p:sp>
            <p:nvSpPr>
              <p:cNvPr id="55" name="矩形 54"/>
              <p:cNvSpPr/>
              <p:nvPr/>
            </p:nvSpPr>
            <p:spPr>
              <a:xfrm>
                <a:off x="13380" y="4915"/>
                <a:ext cx="2736" cy="4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lumMod val="95000"/>
                        <a:lumOff val="5000"/>
                      </a:schemeClr>
                    </a:solidFill>
                    <a:ea typeface="+mj-ea"/>
                  </a:rPr>
                  <a:t>试剂回收</a:t>
                </a:r>
                <a:endParaRPr lang="zh-CN" altLang="en-US" sz="1000">
                  <a:solidFill>
                    <a:schemeClr val="tx1">
                      <a:lumMod val="95000"/>
                      <a:lumOff val="5000"/>
                    </a:schemeClr>
                  </a:solidFill>
                  <a:ea typeface="+mj-ea"/>
                </a:endParaRPr>
              </a:p>
            </p:txBody>
          </p:sp>
          <p:sp>
            <p:nvSpPr>
              <p:cNvPr id="56" name="文本框 55"/>
              <p:cNvSpPr txBox="1"/>
              <p:nvPr/>
            </p:nvSpPr>
            <p:spPr>
              <a:xfrm>
                <a:off x="13458" y="3225"/>
                <a:ext cx="2563" cy="364"/>
              </a:xfrm>
              <a:prstGeom prst="rect">
                <a:avLst/>
              </a:prstGeom>
              <a:noFill/>
            </p:spPr>
            <p:txBody>
              <a:bodyPr vert="horz" wrap="square" anchor="ctr" anchorCtr="0">
                <a:spAutoFit/>
              </a:bodyPr>
              <a:lstStyle>
                <a:defPPr>
                  <a:defRPr lang="zh-CN"/>
                </a:defPPr>
                <a:lvl1pPr algn="ctr">
                  <a:defRPr sz="1200">
                    <a:solidFill>
                      <a:schemeClr val="accent5"/>
                    </a:solidFill>
                    <a:latin typeface="+mj-ea"/>
                    <a:ea typeface="+mj-ea"/>
                  </a:defRPr>
                </a:lvl1pPr>
              </a:lstStyle>
              <a:p>
                <a:pPr lvl="0" algn="ctr">
                  <a:buClrTx/>
                  <a:buSzTx/>
                  <a:buFontTx/>
                </a:pPr>
                <a:r>
                  <a:rPr lang="zh-CN" altLang="en-US" b="1" dirty="0">
                    <a:solidFill>
                      <a:srgbClr val="FCC800"/>
                    </a:solidFill>
                    <a:latin typeface="微软雅黑" panose="020B0503020204020204" charset="-122"/>
                    <a:ea typeface="微软雅黑" panose="020B0503020204020204" charset="-122"/>
                    <a:sym typeface="+mn-ea"/>
                  </a:rPr>
                  <a:t>辅助控制</a:t>
                </a:r>
                <a:endParaRPr lang="zh-CN" altLang="en-US" b="1" dirty="0">
                  <a:solidFill>
                    <a:srgbClr val="FCC800"/>
                  </a:solidFill>
                  <a:latin typeface="微软雅黑" panose="020B0503020204020204" charset="-122"/>
                  <a:ea typeface="微软雅黑" panose="020B0503020204020204" charset="-122"/>
                  <a:sym typeface="+mn-ea"/>
                </a:endParaRPr>
              </a:p>
            </p:txBody>
          </p:sp>
        </p:grpSp>
        <p:sp>
          <p:nvSpPr>
            <p:cNvPr id="65" name="矩形 64"/>
            <p:cNvSpPr/>
            <p:nvPr/>
          </p:nvSpPr>
          <p:spPr>
            <a:xfrm flipH="1">
              <a:off x="1838" y="6347"/>
              <a:ext cx="11660" cy="410"/>
            </a:xfrm>
            <a:prstGeom prst="rect">
              <a:avLst/>
            </a:prstGeom>
            <a:solidFill>
              <a:schemeClr val="accent4">
                <a:alpha val="3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sz="3200">
                  <a:solidFill>
                    <a:srgbClr val="FFFFFF"/>
                  </a:solidFill>
                </a:defRPr>
              </a:pPr>
              <a:r>
                <a:rPr lang="zh-CN" sz="1200">
                  <a:solidFill>
                    <a:schemeClr val="accent4">
                      <a:lumMod val="75000"/>
                    </a:schemeClr>
                  </a:solidFill>
                  <a:latin typeface="微软雅黑 Light" panose="020B0502040204020203" charset="-122"/>
                  <a:ea typeface="微软雅黑 Light" panose="020B0502040204020203" charset="-122"/>
                  <a:sym typeface="+mn-ea"/>
                </a:rPr>
                <a:t>无人值守</a:t>
              </a:r>
              <a:r>
                <a:rPr lang="zh-CN" sz="1200">
                  <a:solidFill>
                    <a:schemeClr val="accent4">
                      <a:lumMod val="75000"/>
                    </a:schemeClr>
                  </a:solidFill>
                  <a:latin typeface="微软雅黑 Light" panose="020B0502040204020203" charset="-122"/>
                  <a:ea typeface="微软雅黑 Light" panose="020B0502040204020203" charset="-122"/>
                  <a:sym typeface="+mn-ea"/>
                </a:rPr>
                <a:t>overnight</a:t>
              </a:r>
              <a:r>
                <a:rPr lang="zh-CN" sz="1200">
                  <a:solidFill>
                    <a:schemeClr val="accent4">
                      <a:lumMod val="75000"/>
                    </a:schemeClr>
                  </a:solidFill>
                  <a:latin typeface="微软雅黑 Light" panose="020B0502040204020203" charset="-122"/>
                  <a:ea typeface="微软雅黑 Light" panose="020B0502040204020203" charset="-122"/>
                  <a:sym typeface="+mn-ea"/>
                </a:rPr>
                <a:t>运行</a:t>
              </a:r>
              <a:endParaRPr lang="zh-CN" sz="1200">
                <a:solidFill>
                  <a:schemeClr val="accent4">
                    <a:lumMod val="75000"/>
                  </a:schemeClr>
                </a:solidFill>
                <a:latin typeface="微软雅黑 Light" panose="020B0502040204020203" charset="-122"/>
                <a:ea typeface="微软雅黑 Light" panose="020B0502040204020203" charset="-122"/>
                <a:sym typeface="+mn-ea"/>
              </a:endParaRPr>
            </a:p>
          </p:txBody>
        </p:sp>
        <p:pic>
          <p:nvPicPr>
            <p:cNvPr id="82" name="图片 81" descr="温控系统"/>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5323" y="3499"/>
              <a:ext cx="397" cy="397"/>
            </a:xfrm>
            <a:prstGeom prst="rect">
              <a:avLst/>
            </a:prstGeom>
          </p:spPr>
        </p:pic>
        <p:pic>
          <p:nvPicPr>
            <p:cNvPr id="87" name="图片 86" descr="flask (2)"/>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11158" y="3486"/>
              <a:ext cx="397" cy="397"/>
            </a:xfrm>
            <a:prstGeom prst="rect">
              <a:avLst/>
            </a:prstGeom>
          </p:spPr>
        </p:pic>
        <p:pic>
          <p:nvPicPr>
            <p:cNvPr id="83" name="图片 82" descr="天平,公平,天平秤"/>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8211" y="3499"/>
              <a:ext cx="397" cy="397"/>
            </a:xfrm>
            <a:prstGeom prst="rect">
              <a:avLst/>
            </a:prstGeom>
          </p:spPr>
        </p:pic>
      </p:grpSp>
      <p:grpSp>
        <p:nvGrpSpPr>
          <p:cNvPr id="124" name="组合 123"/>
          <p:cNvGrpSpPr/>
          <p:nvPr/>
        </p:nvGrpSpPr>
        <p:grpSpPr>
          <a:xfrm>
            <a:off x="9334500" y="1997710"/>
            <a:ext cx="1924050" cy="4191000"/>
            <a:chOff x="14700" y="3262"/>
            <a:chExt cx="3030" cy="6600"/>
          </a:xfrm>
        </p:grpSpPr>
        <p:grpSp>
          <p:nvGrpSpPr>
            <p:cNvPr id="84" name="组合 83"/>
            <p:cNvGrpSpPr>
              <a:grpSpLocks noChangeAspect="1"/>
            </p:cNvGrpSpPr>
            <p:nvPr/>
          </p:nvGrpSpPr>
          <p:grpSpPr>
            <a:xfrm rot="0">
              <a:off x="14700" y="9182"/>
              <a:ext cx="3031" cy="680"/>
              <a:chOff x="690" y="3194"/>
              <a:chExt cx="3840" cy="862"/>
            </a:xfrm>
          </p:grpSpPr>
          <p:sp>
            <p:nvSpPr>
              <p:cNvPr id="85" name="圆角矩形 84"/>
              <p:cNvSpPr/>
              <p:nvPr>
                <p:custDataLst>
                  <p:tags r:id="rId13"/>
                </p:custDataLst>
              </p:nvPr>
            </p:nvSpPr>
            <p:spPr>
              <a:xfrm>
                <a:off x="690" y="3194"/>
                <a:ext cx="3840" cy="863"/>
              </a:xfrm>
              <a:prstGeom prst="roundRect">
                <a:avLst>
                  <a:gd name="adj" fmla="val 50000"/>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p>
            </p:txBody>
          </p:sp>
          <p:grpSp>
            <p:nvGrpSpPr>
              <p:cNvPr id="86" name="组合 85"/>
              <p:cNvGrpSpPr/>
              <p:nvPr/>
            </p:nvGrpSpPr>
            <p:grpSpPr>
              <a:xfrm>
                <a:off x="1043" y="3313"/>
                <a:ext cx="3135" cy="626"/>
                <a:chOff x="1046" y="3313"/>
                <a:chExt cx="3135" cy="626"/>
              </a:xfrm>
            </p:grpSpPr>
            <p:pic>
              <p:nvPicPr>
                <p:cNvPr id="88" name="图片 87" descr="机械手"/>
                <p:cNvPicPr>
                  <a:picLocks noChangeAspect="1"/>
                </p:cNvPicPr>
                <p:nvPr>
                  <p:custDataLst>
                    <p:tags r:id="rId14"/>
                  </p:custDataLst>
                </p:nvPr>
              </p:nvPicPr>
              <p:blipFill>
                <a:blip r:embed="rId2">
                  <a:extLst>
                    <a:ext uri="{96DAC541-7B7A-43D3-8B79-37D633B846F1}">
                      <asvg:svgBlip xmlns:asvg="http://schemas.microsoft.com/office/drawing/2016/SVG/main" r:embed="rId3"/>
                    </a:ext>
                  </a:extLst>
                </a:blip>
                <a:stretch>
                  <a:fillRect/>
                </a:stretch>
              </p:blipFill>
              <p:spPr>
                <a:xfrm>
                  <a:off x="1046" y="3342"/>
                  <a:ext cx="567" cy="567"/>
                </a:xfrm>
                <a:prstGeom prst="rect">
                  <a:avLst/>
                </a:prstGeom>
              </p:spPr>
            </p:pic>
            <p:sp>
              <p:nvSpPr>
                <p:cNvPr id="90" name="文本框 89"/>
                <p:cNvSpPr txBox="1"/>
                <p:nvPr>
                  <p:custDataLst>
                    <p:tags r:id="rId15"/>
                  </p:custDataLst>
                </p:nvPr>
              </p:nvSpPr>
              <p:spPr>
                <a:xfrm>
                  <a:off x="1697" y="3313"/>
                  <a:ext cx="2485" cy="626"/>
                </a:xfrm>
                <a:prstGeom prst="rect">
                  <a:avLst/>
                </a:prstGeom>
                <a:noFill/>
              </p:spPr>
              <p:txBody>
                <a:bodyPr wrap="square" rtlCol="0" anchor="ctr" anchorCtr="0">
                  <a:noAutofit/>
                </a:bodyPr>
                <a:p>
                  <a:pPr algn="ctr">
                    <a:lnSpc>
                      <a:spcPct val="100000"/>
                    </a:lnSpc>
                  </a:pPr>
                  <a:r>
                    <a:rPr lang="en-US" sz="1400">
                      <a:solidFill>
                        <a:schemeClr val="bg1"/>
                      </a:solidFill>
                      <a:latin typeface="微软雅黑" panose="020B0503020204020204" charset="-122"/>
                      <a:ea typeface="微软雅黑" panose="020B0503020204020204" charset="-122"/>
                      <a:sym typeface="+mn-ea"/>
                    </a:rPr>
                    <a:t>机械手模块</a:t>
                  </a:r>
                  <a:endParaRPr lang="en-US" altLang="en-US" sz="1400">
                    <a:solidFill>
                      <a:schemeClr val="bg1"/>
                    </a:solidFill>
                    <a:latin typeface="微软雅黑" panose="020B0503020204020204" charset="-122"/>
                    <a:ea typeface="微软雅黑" panose="020B0503020204020204" charset="-122"/>
                    <a:sym typeface="+mn-ea"/>
                  </a:endParaRPr>
                </a:p>
              </p:txBody>
            </p:sp>
          </p:grpSp>
        </p:grpSp>
        <p:grpSp>
          <p:nvGrpSpPr>
            <p:cNvPr id="92" name="组合 91"/>
            <p:cNvGrpSpPr>
              <a:grpSpLocks noChangeAspect="1"/>
            </p:cNvGrpSpPr>
            <p:nvPr/>
          </p:nvGrpSpPr>
          <p:grpSpPr>
            <a:xfrm rot="0">
              <a:off x="14700" y="4446"/>
              <a:ext cx="3031" cy="680"/>
              <a:chOff x="690" y="4969"/>
              <a:chExt cx="3840" cy="862"/>
            </a:xfrm>
          </p:grpSpPr>
          <p:sp>
            <p:nvSpPr>
              <p:cNvPr id="93" name="圆角矩形 92"/>
              <p:cNvSpPr/>
              <p:nvPr>
                <p:custDataLst>
                  <p:tags r:id="rId16"/>
                </p:custDataLst>
              </p:nvPr>
            </p:nvSpPr>
            <p:spPr>
              <a:xfrm>
                <a:off x="690" y="4969"/>
                <a:ext cx="3840" cy="863"/>
              </a:xfrm>
              <a:prstGeom prst="roundRect">
                <a:avLst>
                  <a:gd name="adj" fmla="val 50000"/>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p>
            </p:txBody>
          </p:sp>
          <p:pic>
            <p:nvPicPr>
              <p:cNvPr id="94" name="图片 93" descr="温控系统"/>
              <p:cNvPicPr>
                <a:picLocks noChangeAspect="1"/>
              </p:cNvPicPr>
              <p:nvPr>
                <p:custDataLst>
                  <p:tags r:id="rId17"/>
                </p:custDataLst>
              </p:nvPr>
            </p:nvPicPr>
            <p:blipFill>
              <a:blip r:embed="rId5">
                <a:extLst>
                  <a:ext uri="{96DAC541-7B7A-43D3-8B79-37D633B846F1}">
                    <asvg:svgBlip xmlns:asvg="http://schemas.microsoft.com/office/drawing/2016/SVG/main" r:embed="rId6"/>
                  </a:ext>
                </a:extLst>
              </a:blip>
              <a:stretch>
                <a:fillRect/>
              </a:stretch>
            </p:blipFill>
            <p:spPr>
              <a:xfrm>
                <a:off x="1043" y="5117"/>
                <a:ext cx="567" cy="567"/>
              </a:xfrm>
              <a:prstGeom prst="rect">
                <a:avLst/>
              </a:prstGeom>
            </p:spPr>
          </p:pic>
          <p:sp>
            <p:nvSpPr>
              <p:cNvPr id="96" name="文本框 95"/>
              <p:cNvSpPr txBox="1"/>
              <p:nvPr>
                <p:custDataLst>
                  <p:tags r:id="rId18"/>
                </p:custDataLst>
              </p:nvPr>
            </p:nvSpPr>
            <p:spPr>
              <a:xfrm>
                <a:off x="1694" y="5088"/>
                <a:ext cx="2485" cy="626"/>
              </a:xfrm>
              <a:prstGeom prst="rect">
                <a:avLst/>
              </a:prstGeom>
              <a:noFill/>
            </p:spPr>
            <p:txBody>
              <a:bodyPr wrap="square" rtlCol="0" anchor="ctr" anchorCtr="0">
                <a:noAutofit/>
              </a:bodyPr>
              <a:p>
                <a:pPr algn="ctr">
                  <a:lnSpc>
                    <a:spcPct val="100000"/>
                  </a:lnSpc>
                </a:pPr>
                <a:r>
                  <a:rPr lang="zh-CN" altLang="en-US" sz="1400">
                    <a:solidFill>
                      <a:schemeClr val="bg1"/>
                    </a:solidFill>
                    <a:latin typeface="微软雅黑" panose="020B0503020204020204" charset="-122"/>
                    <a:ea typeface="微软雅黑" panose="020B0503020204020204" charset="-122"/>
                    <a:sym typeface="+mn-ea"/>
                  </a:rPr>
                  <a:t>温控模块</a:t>
                </a:r>
                <a:endParaRPr lang="zh-CN" altLang="en-US" sz="1400">
                  <a:solidFill>
                    <a:schemeClr val="bg1"/>
                  </a:solidFill>
                  <a:latin typeface="微软雅黑" panose="020B0503020204020204" charset="-122"/>
                  <a:ea typeface="微软雅黑" panose="020B0503020204020204" charset="-122"/>
                  <a:sym typeface="+mn-ea"/>
                </a:endParaRPr>
              </a:p>
            </p:txBody>
          </p:sp>
        </p:grpSp>
        <p:grpSp>
          <p:nvGrpSpPr>
            <p:cNvPr id="97" name="组合 96"/>
            <p:cNvGrpSpPr>
              <a:grpSpLocks noChangeAspect="1"/>
            </p:cNvGrpSpPr>
            <p:nvPr/>
          </p:nvGrpSpPr>
          <p:grpSpPr>
            <a:xfrm rot="0">
              <a:off x="14700" y="5630"/>
              <a:ext cx="3031" cy="680"/>
              <a:chOff x="692" y="7757"/>
              <a:chExt cx="3840" cy="862"/>
            </a:xfrm>
          </p:grpSpPr>
          <p:sp>
            <p:nvSpPr>
              <p:cNvPr id="98" name="圆角矩形 97"/>
              <p:cNvSpPr/>
              <p:nvPr>
                <p:custDataLst>
                  <p:tags r:id="rId19"/>
                </p:custDataLst>
              </p:nvPr>
            </p:nvSpPr>
            <p:spPr>
              <a:xfrm>
                <a:off x="692" y="7757"/>
                <a:ext cx="3840" cy="863"/>
              </a:xfrm>
              <a:prstGeom prst="roundRect">
                <a:avLst>
                  <a:gd name="adj" fmla="val 50000"/>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p>
            </p:txBody>
          </p:sp>
          <p:pic>
            <p:nvPicPr>
              <p:cNvPr id="99" name="图片 98" descr="天平,公平,天平秤"/>
              <p:cNvPicPr>
                <a:picLocks noChangeAspect="1"/>
              </p:cNvPicPr>
              <p:nvPr>
                <p:custDataLst>
                  <p:tags r:id="rId20"/>
                </p:custDataLst>
              </p:nvPr>
            </p:nvPicPr>
            <p:blipFill>
              <a:blip r:embed="rId11">
                <a:extLst>
                  <a:ext uri="{96DAC541-7B7A-43D3-8B79-37D633B846F1}">
                    <asvg:svgBlip xmlns:asvg="http://schemas.microsoft.com/office/drawing/2016/SVG/main" r:embed="rId12"/>
                  </a:ext>
                </a:extLst>
              </a:blip>
              <a:stretch>
                <a:fillRect/>
              </a:stretch>
            </p:blipFill>
            <p:spPr>
              <a:xfrm>
                <a:off x="1045" y="7905"/>
                <a:ext cx="567" cy="567"/>
              </a:xfrm>
              <a:prstGeom prst="rect">
                <a:avLst/>
              </a:prstGeom>
            </p:spPr>
          </p:pic>
          <p:sp>
            <p:nvSpPr>
              <p:cNvPr id="100" name="文本框 99"/>
              <p:cNvSpPr txBox="1"/>
              <p:nvPr>
                <p:custDataLst>
                  <p:tags r:id="rId21"/>
                </p:custDataLst>
              </p:nvPr>
            </p:nvSpPr>
            <p:spPr>
              <a:xfrm>
                <a:off x="1696" y="7876"/>
                <a:ext cx="2485" cy="626"/>
              </a:xfrm>
              <a:prstGeom prst="rect">
                <a:avLst/>
              </a:prstGeom>
              <a:noFill/>
            </p:spPr>
            <p:txBody>
              <a:bodyPr wrap="square" rtlCol="0" anchor="ctr" anchorCtr="0">
                <a:noAutofit/>
              </a:bodyPr>
              <a:p>
                <a:pPr algn="ctr">
                  <a:lnSpc>
                    <a:spcPct val="100000"/>
                  </a:lnSpc>
                </a:pPr>
                <a:r>
                  <a:rPr lang="zh-CN" altLang="en-US" sz="1400">
                    <a:solidFill>
                      <a:schemeClr val="bg1"/>
                    </a:solidFill>
                    <a:latin typeface="微软雅黑" panose="020B0503020204020204" charset="-122"/>
                    <a:ea typeface="微软雅黑" panose="020B0503020204020204" charset="-122"/>
                    <a:sym typeface="+mn-ea"/>
                  </a:rPr>
                  <a:t>称量模块</a:t>
                </a:r>
                <a:endParaRPr lang="zh-CN" altLang="en-US" sz="1400">
                  <a:solidFill>
                    <a:schemeClr val="bg1"/>
                  </a:solidFill>
                  <a:latin typeface="微软雅黑" panose="020B0503020204020204" charset="-122"/>
                  <a:ea typeface="微软雅黑" panose="020B0503020204020204" charset="-122"/>
                  <a:sym typeface="+mn-ea"/>
                </a:endParaRPr>
              </a:p>
            </p:txBody>
          </p:sp>
        </p:grpSp>
        <p:grpSp>
          <p:nvGrpSpPr>
            <p:cNvPr id="104" name="组合 103"/>
            <p:cNvGrpSpPr>
              <a:grpSpLocks noChangeAspect="1"/>
            </p:cNvGrpSpPr>
            <p:nvPr/>
          </p:nvGrpSpPr>
          <p:grpSpPr>
            <a:xfrm rot="0">
              <a:off x="14700" y="6814"/>
              <a:ext cx="3031" cy="680"/>
              <a:chOff x="12684" y="1571"/>
              <a:chExt cx="3840" cy="862"/>
            </a:xfrm>
          </p:grpSpPr>
          <p:sp>
            <p:nvSpPr>
              <p:cNvPr id="105" name="圆角矩形 104"/>
              <p:cNvSpPr/>
              <p:nvPr>
                <p:custDataLst>
                  <p:tags r:id="rId22"/>
                </p:custDataLst>
              </p:nvPr>
            </p:nvSpPr>
            <p:spPr>
              <a:xfrm>
                <a:off x="12684" y="1571"/>
                <a:ext cx="3840" cy="863"/>
              </a:xfrm>
              <a:prstGeom prst="roundRect">
                <a:avLst>
                  <a:gd name="adj" fmla="val 50000"/>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p>
            </p:txBody>
          </p:sp>
          <p:grpSp>
            <p:nvGrpSpPr>
              <p:cNvPr id="106" name="组合 105"/>
              <p:cNvGrpSpPr/>
              <p:nvPr/>
            </p:nvGrpSpPr>
            <p:grpSpPr>
              <a:xfrm>
                <a:off x="13037" y="1690"/>
                <a:ext cx="3135" cy="626"/>
                <a:chOff x="13037" y="1690"/>
                <a:chExt cx="3135" cy="626"/>
              </a:xfrm>
            </p:grpSpPr>
            <p:pic>
              <p:nvPicPr>
                <p:cNvPr id="107" name="图片 106" descr="flask (2)"/>
                <p:cNvPicPr>
                  <a:picLocks noChangeAspect="1"/>
                </p:cNvPicPr>
                <p:nvPr>
                  <p:custDataLst>
                    <p:tags r:id="rId23"/>
                  </p:custDataLst>
                </p:nvPr>
              </p:nvPicPr>
              <p:blipFill>
                <a:blip r:embed="rId8">
                  <a:extLst>
                    <a:ext uri="{96DAC541-7B7A-43D3-8B79-37D633B846F1}">
                      <asvg:svgBlip xmlns:asvg="http://schemas.microsoft.com/office/drawing/2016/SVG/main" r:embed="rId9"/>
                    </a:ext>
                  </a:extLst>
                </a:blip>
                <a:stretch>
                  <a:fillRect/>
                </a:stretch>
              </p:blipFill>
              <p:spPr>
                <a:xfrm>
                  <a:off x="13037" y="1720"/>
                  <a:ext cx="567" cy="567"/>
                </a:xfrm>
                <a:prstGeom prst="rect">
                  <a:avLst/>
                </a:prstGeom>
              </p:spPr>
            </p:pic>
            <p:sp>
              <p:nvSpPr>
                <p:cNvPr id="108" name="文本框 107"/>
                <p:cNvSpPr txBox="1"/>
                <p:nvPr>
                  <p:custDataLst>
                    <p:tags r:id="rId24"/>
                  </p:custDataLst>
                </p:nvPr>
              </p:nvSpPr>
              <p:spPr>
                <a:xfrm>
                  <a:off x="13688" y="1690"/>
                  <a:ext cx="2485" cy="626"/>
                </a:xfrm>
                <a:prstGeom prst="rect">
                  <a:avLst/>
                </a:prstGeom>
                <a:noFill/>
              </p:spPr>
              <p:txBody>
                <a:bodyPr wrap="square" rtlCol="0" anchor="ctr" anchorCtr="0">
                  <a:noAutofit/>
                </a:bodyPr>
                <a:p>
                  <a:pPr algn="ctr">
                    <a:lnSpc>
                      <a:spcPct val="100000"/>
                    </a:lnSpc>
                  </a:pPr>
                  <a:r>
                    <a:rPr lang="zh-CN" altLang="en-US" sz="1400">
                      <a:solidFill>
                        <a:schemeClr val="bg1"/>
                      </a:solidFill>
                      <a:latin typeface="微软雅黑" panose="020B0503020204020204" charset="-122"/>
                      <a:ea typeface="微软雅黑" panose="020B0503020204020204" charset="-122"/>
                      <a:sym typeface="+mn-ea"/>
                    </a:rPr>
                    <a:t>辅助模块</a:t>
                  </a:r>
                  <a:endParaRPr lang="zh-CN" altLang="en-US" sz="1400">
                    <a:solidFill>
                      <a:schemeClr val="bg1"/>
                    </a:solidFill>
                    <a:latin typeface="微软雅黑" panose="020B0503020204020204" charset="-122"/>
                    <a:ea typeface="微软雅黑" panose="020B0503020204020204" charset="-122"/>
                    <a:sym typeface="+mn-ea"/>
                  </a:endParaRPr>
                </a:p>
              </p:txBody>
            </p:sp>
          </p:grpSp>
        </p:grpSp>
        <p:grpSp>
          <p:nvGrpSpPr>
            <p:cNvPr id="109" name="组合 108"/>
            <p:cNvGrpSpPr>
              <a:grpSpLocks noChangeAspect="1"/>
            </p:cNvGrpSpPr>
            <p:nvPr/>
          </p:nvGrpSpPr>
          <p:grpSpPr>
            <a:xfrm rot="0">
              <a:off x="14700" y="7998"/>
              <a:ext cx="3031" cy="680"/>
              <a:chOff x="12684" y="4969"/>
              <a:chExt cx="3840" cy="862"/>
            </a:xfrm>
          </p:grpSpPr>
          <p:sp>
            <p:nvSpPr>
              <p:cNvPr id="110" name="圆角矩形 109"/>
              <p:cNvSpPr/>
              <p:nvPr>
                <p:custDataLst>
                  <p:tags r:id="rId25"/>
                </p:custDataLst>
              </p:nvPr>
            </p:nvSpPr>
            <p:spPr>
              <a:xfrm>
                <a:off x="12684" y="4969"/>
                <a:ext cx="3840" cy="863"/>
              </a:xfrm>
              <a:prstGeom prst="roundRect">
                <a:avLst>
                  <a:gd name="adj" fmla="val 50000"/>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p>
            </p:txBody>
          </p:sp>
          <p:grpSp>
            <p:nvGrpSpPr>
              <p:cNvPr id="111" name="组合 110"/>
              <p:cNvGrpSpPr/>
              <p:nvPr/>
            </p:nvGrpSpPr>
            <p:grpSpPr>
              <a:xfrm>
                <a:off x="13032" y="5088"/>
                <a:ext cx="3145" cy="626"/>
                <a:chOff x="13027" y="5088"/>
                <a:chExt cx="3145" cy="626"/>
              </a:xfrm>
            </p:grpSpPr>
            <p:pic>
              <p:nvPicPr>
                <p:cNvPr id="112" name="图片 111" descr="安全"/>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13027" y="5118"/>
                  <a:ext cx="567" cy="567"/>
                </a:xfrm>
                <a:prstGeom prst="rect">
                  <a:avLst/>
                </a:prstGeom>
              </p:spPr>
            </p:pic>
            <p:sp>
              <p:nvSpPr>
                <p:cNvPr id="114" name="文本框 113"/>
                <p:cNvSpPr txBox="1"/>
                <p:nvPr>
                  <p:custDataLst>
                    <p:tags r:id="rId29"/>
                  </p:custDataLst>
                </p:nvPr>
              </p:nvSpPr>
              <p:spPr>
                <a:xfrm>
                  <a:off x="13688" y="5088"/>
                  <a:ext cx="2485" cy="626"/>
                </a:xfrm>
                <a:prstGeom prst="rect">
                  <a:avLst/>
                </a:prstGeom>
                <a:noFill/>
              </p:spPr>
              <p:txBody>
                <a:bodyPr wrap="square" rtlCol="0" anchor="ctr" anchorCtr="0">
                  <a:noAutofit/>
                </a:bodyPr>
                <a:p>
                  <a:pPr algn="ctr">
                    <a:lnSpc>
                      <a:spcPct val="100000"/>
                    </a:lnSpc>
                  </a:pPr>
                  <a:r>
                    <a:rPr lang="zh-CN" altLang="en-US" sz="1400">
                      <a:solidFill>
                        <a:schemeClr val="bg1"/>
                      </a:solidFill>
                      <a:latin typeface="微软雅黑" panose="020B0503020204020204" charset="-122"/>
                      <a:ea typeface="微软雅黑" panose="020B0503020204020204" charset="-122"/>
                      <a:sym typeface="+mn-ea"/>
                    </a:rPr>
                    <a:t>安全模块</a:t>
                  </a:r>
                  <a:endParaRPr lang="zh-CN" altLang="en-US" sz="1400">
                    <a:solidFill>
                      <a:schemeClr val="bg1"/>
                    </a:solidFill>
                    <a:latin typeface="微软雅黑" panose="020B0503020204020204" charset="-122"/>
                    <a:ea typeface="微软雅黑" panose="020B0503020204020204" charset="-122"/>
                    <a:sym typeface="+mn-ea"/>
                  </a:endParaRPr>
                </a:p>
              </p:txBody>
            </p:sp>
          </p:grpSp>
        </p:grpSp>
        <p:grpSp>
          <p:nvGrpSpPr>
            <p:cNvPr id="123" name="组合 122"/>
            <p:cNvGrpSpPr>
              <a:grpSpLocks noChangeAspect="1"/>
            </p:cNvGrpSpPr>
            <p:nvPr/>
          </p:nvGrpSpPr>
          <p:grpSpPr>
            <a:xfrm rot="0">
              <a:off x="14700" y="3262"/>
              <a:ext cx="3031" cy="680"/>
              <a:chOff x="12684" y="7787"/>
              <a:chExt cx="3840" cy="862"/>
            </a:xfrm>
          </p:grpSpPr>
          <p:sp>
            <p:nvSpPr>
              <p:cNvPr id="115" name="圆角矩形 114"/>
              <p:cNvSpPr/>
              <p:nvPr>
                <p:custDataLst>
                  <p:tags r:id="rId30"/>
                </p:custDataLst>
              </p:nvPr>
            </p:nvSpPr>
            <p:spPr>
              <a:xfrm>
                <a:off x="12684" y="7787"/>
                <a:ext cx="3840" cy="863"/>
              </a:xfrm>
              <a:prstGeom prst="roundRect">
                <a:avLst>
                  <a:gd name="adj" fmla="val 50000"/>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p>
            </p:txBody>
          </p:sp>
          <p:grpSp>
            <p:nvGrpSpPr>
              <p:cNvPr id="116" name="组合 115"/>
              <p:cNvGrpSpPr/>
              <p:nvPr/>
            </p:nvGrpSpPr>
            <p:grpSpPr>
              <a:xfrm rot="0">
                <a:off x="13032" y="7906"/>
                <a:ext cx="3145" cy="626"/>
                <a:chOff x="13027" y="7906"/>
                <a:chExt cx="3145" cy="626"/>
              </a:xfrm>
            </p:grpSpPr>
            <p:pic>
              <p:nvPicPr>
                <p:cNvPr id="118" name="图片 117" descr="软件"/>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tretch>
                  <a:fillRect/>
                </a:stretch>
              </p:blipFill>
              <p:spPr>
                <a:xfrm>
                  <a:off x="13027" y="7936"/>
                  <a:ext cx="567" cy="567"/>
                </a:xfrm>
                <a:prstGeom prst="rect">
                  <a:avLst/>
                </a:prstGeom>
              </p:spPr>
            </p:pic>
            <p:sp>
              <p:nvSpPr>
                <p:cNvPr id="119" name="文本框 118"/>
                <p:cNvSpPr txBox="1"/>
                <p:nvPr>
                  <p:custDataLst>
                    <p:tags r:id="rId34"/>
                  </p:custDataLst>
                </p:nvPr>
              </p:nvSpPr>
              <p:spPr>
                <a:xfrm>
                  <a:off x="13688" y="7906"/>
                  <a:ext cx="2485" cy="626"/>
                </a:xfrm>
                <a:prstGeom prst="rect">
                  <a:avLst/>
                </a:prstGeom>
                <a:noFill/>
              </p:spPr>
              <p:txBody>
                <a:bodyPr wrap="square" rtlCol="0" anchor="ctr" anchorCtr="0">
                  <a:noAutofit/>
                </a:bodyPr>
                <a:p>
                  <a:pPr algn="ctr">
                    <a:lnSpc>
                      <a:spcPct val="100000"/>
                    </a:lnSpc>
                  </a:pPr>
                  <a:r>
                    <a:rPr lang="zh-CN" altLang="en-US" sz="1400">
                      <a:solidFill>
                        <a:schemeClr val="bg1"/>
                      </a:solidFill>
                      <a:latin typeface="微软雅黑" panose="020B0503020204020204" charset="-122"/>
                      <a:ea typeface="微软雅黑" panose="020B0503020204020204" charset="-122"/>
                      <a:sym typeface="+mn-ea"/>
                    </a:rPr>
                    <a:t>软件模块</a:t>
                  </a:r>
                  <a:endParaRPr lang="zh-CN" altLang="en-US" sz="1400">
                    <a:solidFill>
                      <a:schemeClr val="bg1"/>
                    </a:solidFill>
                    <a:latin typeface="微软雅黑" panose="020B0503020204020204" charset="-122"/>
                    <a:ea typeface="微软雅黑" panose="020B0503020204020204" charset="-122"/>
                    <a:sym typeface="+mn-ea"/>
                  </a:endParaRPr>
                </a:p>
              </p:txBody>
            </p:sp>
          </p:grpSp>
        </p:grpSp>
      </p:grpSp>
      <p:sp>
        <p:nvSpPr>
          <p:cNvPr id="120" name="文本框 119"/>
          <p:cNvSpPr txBox="1"/>
          <p:nvPr/>
        </p:nvSpPr>
        <p:spPr>
          <a:xfrm>
            <a:off x="9519285" y="1202690"/>
            <a:ext cx="1554480" cy="368300"/>
          </a:xfrm>
          <a:prstGeom prst="rect">
            <a:avLst/>
          </a:prstGeom>
          <a:noFill/>
        </p:spPr>
        <p:txBody>
          <a:bodyPr wrap="square" rtlCol="0" anchor="t">
            <a:spAutoFit/>
          </a:bodyPr>
          <a:p>
            <a:pPr algn="l"/>
            <a:r>
              <a:rPr lang="zh-CN" altLang="en-US">
                <a:sym typeface="+mn-ea"/>
              </a:rPr>
              <a:t>核心组成模块</a:t>
            </a:r>
            <a:endParaRPr lang="zh-CN" altLang="en-US">
              <a:sym typeface="+mn-ea"/>
            </a:endParaRPr>
          </a:p>
        </p:txBody>
      </p:sp>
    </p:spTree>
    <p:custDataLst>
      <p:tags r:id="rId35"/>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3" name="标题 102"/>
          <p:cNvSpPr>
            <a:spLocks noGrp="1"/>
          </p:cNvSpPr>
          <p:nvPr>
            <p:ph type="title"/>
          </p:nvPr>
        </p:nvSpPr>
        <p:spPr/>
        <p:txBody>
          <a:bodyPr/>
          <a:p>
            <a:r>
              <a:rPr lang="zh-CN" altLang="en-US"/>
              <a:t>核心组成</a:t>
            </a:r>
            <a:r>
              <a:rPr lang="zh-CN" altLang="en-US"/>
              <a:t>模块</a:t>
            </a:r>
            <a:endParaRPr lang="zh-CN" altLang="en-US"/>
          </a:p>
        </p:txBody>
      </p:sp>
      <p:grpSp>
        <p:nvGrpSpPr>
          <p:cNvPr id="52" name="组合 51"/>
          <p:cNvGrpSpPr/>
          <p:nvPr>
            <p:custDataLst>
              <p:tags r:id="rId1"/>
            </p:custDataLst>
          </p:nvPr>
        </p:nvGrpSpPr>
        <p:grpSpPr>
          <a:xfrm>
            <a:off x="4338320" y="2099310"/>
            <a:ext cx="3515360" cy="3515360"/>
            <a:chOff x="5361" y="2434"/>
            <a:chExt cx="7280" cy="7280"/>
          </a:xfrm>
        </p:grpSpPr>
        <p:sp>
          <p:nvSpPr>
            <p:cNvPr id="16" name="圆: 空心 15"/>
            <p:cNvSpPr/>
            <p:nvPr>
              <p:custDataLst>
                <p:tags r:id="rId2"/>
              </p:custDataLst>
            </p:nvPr>
          </p:nvSpPr>
          <p:spPr>
            <a:xfrm>
              <a:off x="5361" y="2434"/>
              <a:ext cx="7280" cy="7280"/>
            </a:xfrm>
            <a:prstGeom prst="donut">
              <a:avLst>
                <a:gd name="adj" fmla="val 44660"/>
              </a:avLst>
            </a:prstGeom>
            <a:gradFill flip="none" rotWithShape="1">
              <a:gsLst>
                <a:gs pos="0">
                  <a:srgbClr val="FF9E3F"/>
                </a:gs>
                <a:gs pos="100000">
                  <a:srgbClr val="FFC20F"/>
                </a:gs>
              </a:gsLst>
              <a:lin ang="2700000" scaled="0"/>
            </a:gradFill>
            <a:ln w="19050" cap="flat" cmpd="sng" algn="ctr">
              <a:noFill/>
              <a:prstDash val="solid"/>
              <a:miter lim="800000"/>
            </a:ln>
            <a:effectLst/>
            <a:scene3d>
              <a:camera prst="orthographicFront"/>
              <a:lightRig rig="glow"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Arial" panose="020B0604020202020204"/>
                <a:ea typeface="微软雅黑" panose="020B0503020204020204" charset="-122"/>
              </a:endParaRPr>
            </a:p>
          </p:txBody>
        </p:sp>
        <p:pic>
          <p:nvPicPr>
            <p:cNvPr id="30" name="Picture 5"/>
            <p:cNvPicPr>
              <a:picLocks noChangeAspect="1"/>
            </p:cNvPicPr>
            <p:nvPr>
              <p:custDataLst>
                <p:tags r:id="rId3"/>
              </p:custDataLst>
            </p:nvPr>
          </p:nvPicPr>
          <p:blipFill>
            <a:blip r:embed="rId4"/>
            <a:srcRect l="179" r="179"/>
            <a:stretch>
              <a:fillRect/>
            </a:stretch>
          </p:blipFill>
          <p:spPr>
            <a:xfrm>
              <a:off x="5881" y="3542"/>
              <a:ext cx="6242" cy="5063"/>
            </a:xfrm>
            <a:prstGeom prst="rect">
              <a:avLst/>
            </a:prstGeom>
            <a:noFill/>
            <a:ln w="25400" cap="flat" cmpd="sng">
              <a:noFill/>
              <a:prstDash val="solid"/>
              <a:round/>
            </a:ln>
          </p:spPr>
        </p:pic>
      </p:grpSp>
      <p:grpSp>
        <p:nvGrpSpPr>
          <p:cNvPr id="65" name="组合 64"/>
          <p:cNvGrpSpPr/>
          <p:nvPr/>
        </p:nvGrpSpPr>
        <p:grpSpPr>
          <a:xfrm rot="0">
            <a:off x="1057275" y="997585"/>
            <a:ext cx="2438400" cy="547370"/>
            <a:chOff x="690" y="3194"/>
            <a:chExt cx="3840" cy="862"/>
          </a:xfrm>
        </p:grpSpPr>
        <p:sp>
          <p:nvSpPr>
            <p:cNvPr id="61" name="圆角矩形 60"/>
            <p:cNvSpPr/>
            <p:nvPr>
              <p:custDataLst>
                <p:tags r:id="rId5"/>
              </p:custDataLst>
            </p:nvPr>
          </p:nvSpPr>
          <p:spPr>
            <a:xfrm>
              <a:off x="690" y="3194"/>
              <a:ext cx="3840" cy="863"/>
            </a:xfrm>
            <a:prstGeom prst="roundRect">
              <a:avLst>
                <a:gd name="adj" fmla="val 50000"/>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63" name="组合 62"/>
            <p:cNvGrpSpPr/>
            <p:nvPr/>
          </p:nvGrpSpPr>
          <p:grpSpPr>
            <a:xfrm>
              <a:off x="1043" y="3313"/>
              <a:ext cx="3135" cy="626"/>
              <a:chOff x="1046" y="3313"/>
              <a:chExt cx="3135" cy="626"/>
            </a:xfrm>
          </p:grpSpPr>
          <p:pic>
            <p:nvPicPr>
              <p:cNvPr id="55" name="图片 54" descr="机械手"/>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1046" y="3342"/>
                <a:ext cx="567" cy="567"/>
              </a:xfrm>
              <a:prstGeom prst="rect">
                <a:avLst/>
              </a:prstGeom>
            </p:spPr>
          </p:pic>
          <p:sp>
            <p:nvSpPr>
              <p:cNvPr id="60" name="文本框 59"/>
              <p:cNvSpPr txBox="1"/>
              <p:nvPr>
                <p:custDataLst>
                  <p:tags r:id="rId9"/>
                </p:custDataLst>
              </p:nvPr>
            </p:nvSpPr>
            <p:spPr>
              <a:xfrm>
                <a:off x="1697" y="3313"/>
                <a:ext cx="2485" cy="626"/>
              </a:xfrm>
              <a:prstGeom prst="rect">
                <a:avLst/>
              </a:prstGeom>
              <a:noFill/>
            </p:spPr>
            <p:txBody>
              <a:bodyPr wrap="square" rtlCol="0" anchor="ctr" anchorCtr="0">
                <a:noAutofit/>
              </a:bodyPr>
              <a:p>
                <a:pPr algn="ctr">
                  <a:lnSpc>
                    <a:spcPct val="100000"/>
                  </a:lnSpc>
                </a:pPr>
                <a:r>
                  <a:rPr lang="en-US" sz="2000">
                    <a:solidFill>
                      <a:schemeClr val="bg1"/>
                    </a:solidFill>
                    <a:latin typeface="微软雅黑" panose="020B0503020204020204" charset="-122"/>
                    <a:ea typeface="微软雅黑" panose="020B0503020204020204" charset="-122"/>
                    <a:sym typeface="+mn-ea"/>
                  </a:rPr>
                  <a:t>机械手模块</a:t>
                </a:r>
                <a:endParaRPr lang="en-US" altLang="en-US" sz="2000">
                  <a:solidFill>
                    <a:schemeClr val="bg1"/>
                  </a:solidFill>
                  <a:latin typeface="微软雅黑" panose="020B0503020204020204" charset="-122"/>
                  <a:ea typeface="微软雅黑" panose="020B0503020204020204" charset="-122"/>
                  <a:sym typeface="+mn-ea"/>
                </a:endParaRPr>
              </a:p>
            </p:txBody>
          </p:sp>
        </p:grpSp>
      </p:grpSp>
      <p:sp>
        <p:nvSpPr>
          <p:cNvPr id="66" name="文本框 65"/>
          <p:cNvSpPr txBox="1"/>
          <p:nvPr>
            <p:custDataLst>
              <p:tags r:id="rId10"/>
            </p:custDataLst>
          </p:nvPr>
        </p:nvSpPr>
        <p:spPr>
          <a:xfrm>
            <a:off x="438150" y="1545590"/>
            <a:ext cx="3676650" cy="1060450"/>
          </a:xfrm>
          <a:prstGeom prst="rect">
            <a:avLst/>
          </a:prstGeom>
        </p:spPr>
        <p:txBody>
          <a:bodyPr wrap="square" anchor="ctr" anchorCtr="0">
            <a:spAutoFit/>
          </a:bodyPr>
          <a:p>
            <a:pPr algn="just" defTabSz="266700">
              <a:lnSpc>
                <a:spcPct val="150000"/>
              </a:lnSpc>
            </a:pPr>
            <a:r>
              <a:rPr lang="zh-CN" altLang="en-US" sz="1400">
                <a:solidFill>
                  <a:schemeClr val="tx1">
                    <a:lumMod val="50000"/>
                    <a:lumOff val="50000"/>
                  </a:schemeClr>
                </a:solidFill>
                <a:latin typeface="微软雅黑 Light" panose="020B0502040204020203" charset="-122"/>
                <a:ea typeface="微软雅黑 Light" panose="020B0502040204020203" charset="-122"/>
              </a:rPr>
              <a:t>模仿人工自由抓取，实现测试杯在测试仓与称重仓之间的快速转移，规避人工取放的随机误差</a:t>
            </a:r>
            <a:endParaRPr lang="zh-CN" altLang="en-US" sz="1400">
              <a:solidFill>
                <a:schemeClr val="tx1">
                  <a:lumMod val="50000"/>
                  <a:lumOff val="50000"/>
                </a:schemeClr>
              </a:solidFill>
              <a:latin typeface="微软雅黑 Light" panose="020B0502040204020203" charset="-122"/>
              <a:ea typeface="微软雅黑 Light" panose="020B0502040204020203" charset="-122"/>
            </a:endParaRPr>
          </a:p>
        </p:txBody>
      </p:sp>
      <p:grpSp>
        <p:nvGrpSpPr>
          <p:cNvPr id="101" name="组合 100"/>
          <p:cNvGrpSpPr/>
          <p:nvPr/>
        </p:nvGrpSpPr>
        <p:grpSpPr>
          <a:xfrm rot="0">
            <a:off x="1057275" y="2961640"/>
            <a:ext cx="2438400" cy="547370"/>
            <a:chOff x="690" y="4969"/>
            <a:chExt cx="3840" cy="862"/>
          </a:xfrm>
        </p:grpSpPr>
        <p:sp>
          <p:nvSpPr>
            <p:cNvPr id="68" name="圆角矩形 67"/>
            <p:cNvSpPr/>
            <p:nvPr>
              <p:custDataLst>
                <p:tags r:id="rId11"/>
              </p:custDataLst>
            </p:nvPr>
          </p:nvSpPr>
          <p:spPr>
            <a:xfrm>
              <a:off x="690" y="4969"/>
              <a:ext cx="3840" cy="863"/>
            </a:xfrm>
            <a:prstGeom prst="roundRect">
              <a:avLst>
                <a:gd name="adj" fmla="val 50000"/>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6" name="图片 55" descr="温控系统"/>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1043" y="5117"/>
              <a:ext cx="567" cy="567"/>
            </a:xfrm>
            <a:prstGeom prst="rect">
              <a:avLst/>
            </a:prstGeom>
          </p:spPr>
        </p:pic>
        <p:sp>
          <p:nvSpPr>
            <p:cNvPr id="71" name="文本框 70"/>
            <p:cNvSpPr txBox="1"/>
            <p:nvPr>
              <p:custDataLst>
                <p:tags r:id="rId15"/>
              </p:custDataLst>
            </p:nvPr>
          </p:nvSpPr>
          <p:spPr>
            <a:xfrm>
              <a:off x="1694" y="5088"/>
              <a:ext cx="2485" cy="626"/>
            </a:xfrm>
            <a:prstGeom prst="rect">
              <a:avLst/>
            </a:prstGeom>
            <a:noFill/>
          </p:spPr>
          <p:txBody>
            <a:bodyPr wrap="square" rtlCol="0" anchor="ctr" anchorCtr="0">
              <a:noAutofit/>
            </a:bodyPr>
            <a:p>
              <a:pPr algn="ctr">
                <a:lnSpc>
                  <a:spcPct val="100000"/>
                </a:lnSpc>
              </a:pPr>
              <a:r>
                <a:rPr lang="zh-CN" altLang="en-US" sz="2000">
                  <a:solidFill>
                    <a:schemeClr val="bg1"/>
                  </a:solidFill>
                  <a:latin typeface="微软雅黑" panose="020B0503020204020204" charset="-122"/>
                  <a:ea typeface="微软雅黑" panose="020B0503020204020204" charset="-122"/>
                  <a:sym typeface="+mn-ea"/>
                </a:rPr>
                <a:t>温控</a:t>
              </a:r>
              <a:r>
                <a:rPr lang="zh-CN" altLang="en-US" sz="2000">
                  <a:solidFill>
                    <a:schemeClr val="bg1"/>
                  </a:solidFill>
                  <a:latin typeface="微软雅黑" panose="020B0503020204020204" charset="-122"/>
                  <a:ea typeface="微软雅黑" panose="020B0503020204020204" charset="-122"/>
                  <a:sym typeface="+mn-ea"/>
                </a:rPr>
                <a:t>模块</a:t>
              </a:r>
              <a:endParaRPr lang="zh-CN" altLang="en-US" sz="2000">
                <a:solidFill>
                  <a:schemeClr val="bg1"/>
                </a:solidFill>
                <a:latin typeface="微软雅黑" panose="020B0503020204020204" charset="-122"/>
                <a:ea typeface="微软雅黑" panose="020B0503020204020204" charset="-122"/>
                <a:sym typeface="+mn-ea"/>
              </a:endParaRPr>
            </a:p>
          </p:txBody>
        </p:sp>
      </p:grpSp>
      <p:sp>
        <p:nvSpPr>
          <p:cNvPr id="72" name="文本框 71"/>
          <p:cNvSpPr txBox="1"/>
          <p:nvPr>
            <p:custDataLst>
              <p:tags r:id="rId16"/>
            </p:custDataLst>
          </p:nvPr>
        </p:nvSpPr>
        <p:spPr>
          <a:xfrm>
            <a:off x="438150" y="3509645"/>
            <a:ext cx="3676650" cy="1060450"/>
          </a:xfrm>
          <a:prstGeom prst="rect">
            <a:avLst/>
          </a:prstGeom>
        </p:spPr>
        <p:txBody>
          <a:bodyPr wrap="square" anchor="ctr" anchorCtr="0">
            <a:spAutoFit/>
          </a:bodyPr>
          <a:p>
            <a:pPr algn="just" defTabSz="266700">
              <a:lnSpc>
                <a:spcPct val="150000"/>
              </a:lnSpc>
            </a:pPr>
            <a:r>
              <a:rPr lang="en-US" altLang="zh-CN" sz="1400">
                <a:solidFill>
                  <a:schemeClr val="tx1">
                    <a:lumMod val="50000"/>
                    <a:lumOff val="50000"/>
                  </a:schemeClr>
                </a:solidFill>
                <a:latin typeface="微软雅黑 Light" panose="020B0502040204020203" charset="-122"/>
                <a:ea typeface="微软雅黑 Light" panose="020B0502040204020203" charset="-122"/>
              </a:rPr>
              <a:t>C840/C870</a:t>
            </a:r>
            <a:r>
              <a:rPr lang="zh-CN" altLang="en-US" sz="1400">
                <a:solidFill>
                  <a:schemeClr val="tx1">
                    <a:lumMod val="50000"/>
                    <a:lumOff val="50000"/>
                  </a:schemeClr>
                </a:solidFill>
                <a:latin typeface="微软雅黑 Light" panose="020B0502040204020203" charset="-122"/>
                <a:ea typeface="微软雅黑 Light" panose="020B0502040204020203" charset="-122"/>
              </a:rPr>
              <a:t>系列覆盖室温到130℃，</a:t>
            </a:r>
            <a:r>
              <a:rPr lang="en-US" altLang="zh-CN" sz="1400">
                <a:solidFill>
                  <a:schemeClr val="tx1">
                    <a:lumMod val="50000"/>
                    <a:lumOff val="50000"/>
                  </a:schemeClr>
                </a:solidFill>
                <a:latin typeface="微软雅黑 Light" panose="020B0502040204020203" charset="-122"/>
                <a:ea typeface="微软雅黑 Light" panose="020B0502040204020203" charset="-122"/>
              </a:rPr>
              <a:t>C860</a:t>
            </a:r>
            <a:r>
              <a:rPr lang="zh-CN" altLang="en-US" sz="1400">
                <a:solidFill>
                  <a:schemeClr val="tx1">
                    <a:lumMod val="50000"/>
                    <a:lumOff val="50000"/>
                  </a:schemeClr>
                </a:solidFill>
                <a:latin typeface="微软雅黑 Light" panose="020B0502040204020203" charset="-122"/>
                <a:ea typeface="微软雅黑 Light" panose="020B0502040204020203" charset="-122"/>
              </a:rPr>
              <a:t>系列覆盖室温到800℃，外置液冷内循环降温，真正实现常温称重</a:t>
            </a:r>
            <a:endParaRPr lang="zh-CN" altLang="en-US" sz="1400">
              <a:solidFill>
                <a:schemeClr val="tx1">
                  <a:lumMod val="50000"/>
                  <a:lumOff val="50000"/>
                </a:schemeClr>
              </a:solidFill>
              <a:latin typeface="微软雅黑 Light" panose="020B0502040204020203" charset="-122"/>
              <a:ea typeface="微软雅黑 Light" panose="020B0502040204020203" charset="-122"/>
            </a:endParaRPr>
          </a:p>
        </p:txBody>
      </p:sp>
      <p:grpSp>
        <p:nvGrpSpPr>
          <p:cNvPr id="102" name="组合 101"/>
          <p:cNvGrpSpPr/>
          <p:nvPr/>
        </p:nvGrpSpPr>
        <p:grpSpPr>
          <a:xfrm rot="0">
            <a:off x="1057275" y="4925695"/>
            <a:ext cx="2438400" cy="547370"/>
            <a:chOff x="692" y="7757"/>
            <a:chExt cx="3840" cy="862"/>
          </a:xfrm>
        </p:grpSpPr>
        <p:sp>
          <p:nvSpPr>
            <p:cNvPr id="73" name="圆角矩形 72"/>
            <p:cNvSpPr/>
            <p:nvPr>
              <p:custDataLst>
                <p:tags r:id="rId17"/>
              </p:custDataLst>
            </p:nvPr>
          </p:nvSpPr>
          <p:spPr>
            <a:xfrm>
              <a:off x="692" y="7757"/>
              <a:ext cx="3840" cy="863"/>
            </a:xfrm>
            <a:prstGeom prst="roundRect">
              <a:avLst>
                <a:gd name="adj" fmla="val 50000"/>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8" name="图片 57" descr="天平,公平,天平秤"/>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1045" y="7905"/>
              <a:ext cx="567" cy="567"/>
            </a:xfrm>
            <a:prstGeom prst="rect">
              <a:avLst/>
            </a:prstGeom>
          </p:spPr>
        </p:pic>
        <p:sp>
          <p:nvSpPr>
            <p:cNvPr id="75" name="文本框 74"/>
            <p:cNvSpPr txBox="1"/>
            <p:nvPr>
              <p:custDataLst>
                <p:tags r:id="rId21"/>
              </p:custDataLst>
            </p:nvPr>
          </p:nvSpPr>
          <p:spPr>
            <a:xfrm>
              <a:off x="1696" y="7876"/>
              <a:ext cx="2485" cy="626"/>
            </a:xfrm>
            <a:prstGeom prst="rect">
              <a:avLst/>
            </a:prstGeom>
            <a:noFill/>
          </p:spPr>
          <p:txBody>
            <a:bodyPr wrap="square" rtlCol="0" anchor="ctr" anchorCtr="0">
              <a:noAutofit/>
            </a:bodyPr>
            <a:p>
              <a:pPr algn="ctr">
                <a:lnSpc>
                  <a:spcPct val="100000"/>
                </a:lnSpc>
              </a:pPr>
              <a:r>
                <a:rPr lang="zh-CN" altLang="en-US" sz="2000">
                  <a:solidFill>
                    <a:schemeClr val="bg1"/>
                  </a:solidFill>
                  <a:latin typeface="微软雅黑" panose="020B0503020204020204" charset="-122"/>
                  <a:ea typeface="微软雅黑" panose="020B0503020204020204" charset="-122"/>
                  <a:sym typeface="+mn-ea"/>
                </a:rPr>
                <a:t>称量模块</a:t>
              </a:r>
              <a:endParaRPr lang="zh-CN" altLang="en-US" sz="2000">
                <a:solidFill>
                  <a:schemeClr val="bg1"/>
                </a:solidFill>
                <a:latin typeface="微软雅黑" panose="020B0503020204020204" charset="-122"/>
                <a:ea typeface="微软雅黑" panose="020B0503020204020204" charset="-122"/>
                <a:sym typeface="+mn-ea"/>
              </a:endParaRPr>
            </a:p>
          </p:txBody>
        </p:sp>
      </p:grpSp>
      <p:sp>
        <p:nvSpPr>
          <p:cNvPr id="79" name="文本框 78"/>
          <p:cNvSpPr txBox="1"/>
          <p:nvPr>
            <p:custDataLst>
              <p:tags r:id="rId22"/>
            </p:custDataLst>
          </p:nvPr>
        </p:nvSpPr>
        <p:spPr>
          <a:xfrm>
            <a:off x="438150" y="5474335"/>
            <a:ext cx="3676650" cy="1060450"/>
          </a:xfrm>
          <a:prstGeom prst="rect">
            <a:avLst/>
          </a:prstGeom>
        </p:spPr>
        <p:txBody>
          <a:bodyPr wrap="square" anchor="ctr" anchorCtr="0">
            <a:spAutoFit/>
          </a:bodyPr>
          <a:p>
            <a:pPr algn="just" defTabSz="266700">
              <a:lnSpc>
                <a:spcPct val="150000"/>
              </a:lnSpc>
            </a:pPr>
            <a:r>
              <a:rPr lang="zh-CN" altLang="en-US" sz="1400">
                <a:solidFill>
                  <a:schemeClr val="tx1">
                    <a:lumMod val="50000"/>
                    <a:lumOff val="50000"/>
                  </a:schemeClr>
                </a:solidFill>
                <a:latin typeface="微软雅黑 Light" panose="020B0502040204020203" charset="-122"/>
                <a:ea typeface="微软雅黑 Light" panose="020B0502040204020203" charset="-122"/>
              </a:rPr>
              <a:t>采用德国进口触控电子天平，可读性最高0.01mg、重复性正负0.05mg，每次称重前自动内校与去皮</a:t>
            </a:r>
            <a:endParaRPr lang="zh-CN" altLang="en-US" sz="1400">
              <a:solidFill>
                <a:schemeClr val="tx1">
                  <a:lumMod val="50000"/>
                  <a:lumOff val="50000"/>
                </a:schemeClr>
              </a:solidFill>
              <a:latin typeface="微软雅黑 Light" panose="020B0502040204020203" charset="-122"/>
              <a:ea typeface="微软雅黑 Light" panose="020B0502040204020203" charset="-122"/>
            </a:endParaRPr>
          </a:p>
        </p:txBody>
      </p:sp>
      <p:grpSp>
        <p:nvGrpSpPr>
          <p:cNvPr id="100" name="组合 99"/>
          <p:cNvGrpSpPr/>
          <p:nvPr/>
        </p:nvGrpSpPr>
        <p:grpSpPr>
          <a:xfrm rot="0">
            <a:off x="8673465" y="997585"/>
            <a:ext cx="2438400" cy="547370"/>
            <a:chOff x="12684" y="1571"/>
            <a:chExt cx="3840" cy="862"/>
          </a:xfrm>
        </p:grpSpPr>
        <p:sp>
          <p:nvSpPr>
            <p:cNvPr id="80" name="圆角矩形 79"/>
            <p:cNvSpPr/>
            <p:nvPr>
              <p:custDataLst>
                <p:tags r:id="rId23"/>
              </p:custDataLst>
            </p:nvPr>
          </p:nvSpPr>
          <p:spPr>
            <a:xfrm>
              <a:off x="12684" y="1571"/>
              <a:ext cx="3840" cy="863"/>
            </a:xfrm>
            <a:prstGeom prst="roundRect">
              <a:avLst>
                <a:gd name="adj" fmla="val 50000"/>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99" name="组合 98"/>
            <p:cNvGrpSpPr/>
            <p:nvPr/>
          </p:nvGrpSpPr>
          <p:grpSpPr>
            <a:xfrm>
              <a:off x="13037" y="1690"/>
              <a:ext cx="3135" cy="626"/>
              <a:chOff x="13037" y="1690"/>
              <a:chExt cx="3135" cy="626"/>
            </a:xfrm>
          </p:grpSpPr>
          <p:pic>
            <p:nvPicPr>
              <p:cNvPr id="87" name="图片 86" descr="flask (2)"/>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13037" y="1720"/>
                <a:ext cx="567" cy="567"/>
              </a:xfrm>
              <a:prstGeom prst="rect">
                <a:avLst/>
              </a:prstGeom>
            </p:spPr>
          </p:pic>
          <p:sp>
            <p:nvSpPr>
              <p:cNvPr id="82" name="文本框 81"/>
              <p:cNvSpPr txBox="1"/>
              <p:nvPr>
                <p:custDataLst>
                  <p:tags r:id="rId27"/>
                </p:custDataLst>
              </p:nvPr>
            </p:nvSpPr>
            <p:spPr>
              <a:xfrm>
                <a:off x="13688" y="1690"/>
                <a:ext cx="2485" cy="626"/>
              </a:xfrm>
              <a:prstGeom prst="rect">
                <a:avLst/>
              </a:prstGeom>
              <a:noFill/>
            </p:spPr>
            <p:txBody>
              <a:bodyPr wrap="square" rtlCol="0" anchor="ctr" anchorCtr="0">
                <a:noAutofit/>
              </a:bodyPr>
              <a:p>
                <a:pPr algn="ctr">
                  <a:lnSpc>
                    <a:spcPct val="100000"/>
                  </a:lnSpc>
                </a:pPr>
                <a:r>
                  <a:rPr lang="zh-CN" altLang="en-US" sz="2000">
                    <a:solidFill>
                      <a:schemeClr val="bg1"/>
                    </a:solidFill>
                    <a:latin typeface="微软雅黑" panose="020B0503020204020204" charset="-122"/>
                    <a:ea typeface="微软雅黑" panose="020B0503020204020204" charset="-122"/>
                    <a:sym typeface="+mn-ea"/>
                  </a:rPr>
                  <a:t>辅助模块</a:t>
                </a:r>
                <a:endParaRPr lang="zh-CN" altLang="en-US" sz="2000">
                  <a:solidFill>
                    <a:schemeClr val="bg1"/>
                  </a:solidFill>
                  <a:latin typeface="微软雅黑" panose="020B0503020204020204" charset="-122"/>
                  <a:ea typeface="微软雅黑" panose="020B0503020204020204" charset="-122"/>
                  <a:sym typeface="+mn-ea"/>
                </a:endParaRPr>
              </a:p>
            </p:txBody>
          </p:sp>
        </p:grpSp>
      </p:grpSp>
      <p:sp>
        <p:nvSpPr>
          <p:cNvPr id="83" name="文本框 82"/>
          <p:cNvSpPr txBox="1"/>
          <p:nvPr>
            <p:custDataLst>
              <p:tags r:id="rId28"/>
            </p:custDataLst>
          </p:nvPr>
        </p:nvSpPr>
        <p:spPr>
          <a:xfrm>
            <a:off x="8054340" y="1545590"/>
            <a:ext cx="3676650" cy="1060450"/>
          </a:xfrm>
          <a:prstGeom prst="rect">
            <a:avLst/>
          </a:prstGeom>
        </p:spPr>
        <p:txBody>
          <a:bodyPr wrap="square" anchor="ctr" anchorCtr="0">
            <a:spAutoFit/>
          </a:bodyPr>
          <a:p>
            <a:pPr algn="just" defTabSz="266700">
              <a:lnSpc>
                <a:spcPct val="150000"/>
              </a:lnSpc>
            </a:pPr>
            <a:r>
              <a:rPr lang="zh-CN" altLang="en-US" sz="1400">
                <a:solidFill>
                  <a:schemeClr val="tx1">
                    <a:lumMod val="50000"/>
                    <a:lumOff val="50000"/>
                  </a:schemeClr>
                </a:solidFill>
                <a:latin typeface="微软雅黑 Light" panose="020B0502040204020203" charset="-122"/>
                <a:ea typeface="微软雅黑 Light" panose="020B0502040204020203" charset="-122"/>
              </a:rPr>
              <a:t>硫酸定时定量自动加注装置（500</a:t>
            </a:r>
            <a:r>
              <a:rPr lang="en-US" altLang="zh-CN" sz="1400">
                <a:solidFill>
                  <a:schemeClr val="tx1">
                    <a:lumMod val="50000"/>
                    <a:lumOff val="50000"/>
                  </a:schemeClr>
                </a:solidFill>
                <a:latin typeface="微软雅黑 Light" panose="020B0502040204020203" charset="-122"/>
                <a:ea typeface="微软雅黑 Light" panose="020B0502040204020203" charset="-122"/>
              </a:rPr>
              <a:t>mL</a:t>
            </a:r>
            <a:r>
              <a:rPr lang="zh-CN" altLang="en-US" sz="1400">
                <a:solidFill>
                  <a:schemeClr val="tx1">
                    <a:lumMod val="50000"/>
                    <a:lumOff val="50000"/>
                  </a:schemeClr>
                </a:solidFill>
                <a:latin typeface="微软雅黑 Light" panose="020B0502040204020203" charset="-122"/>
                <a:ea typeface="微软雅黑 Light" panose="020B0502040204020203" charset="-122"/>
              </a:rPr>
              <a:t>储存瓶+输送泵+安全锁可视保护罩，</a:t>
            </a:r>
            <a:r>
              <a:rPr lang="zh-CN" altLang="en-US" sz="1400">
                <a:solidFill>
                  <a:schemeClr val="tx1">
                    <a:lumMod val="50000"/>
                    <a:lumOff val="50000"/>
                  </a:schemeClr>
                </a:solidFill>
                <a:latin typeface="微软雅黑 Light" panose="020B0502040204020203" charset="-122"/>
                <a:ea typeface="微软雅黑 Light" panose="020B0502040204020203" charset="-122"/>
                <a:sym typeface="+mn-ea"/>
              </a:rPr>
              <a:t>选配</a:t>
            </a:r>
            <a:r>
              <a:rPr lang="zh-CN" altLang="en-US" sz="1400">
                <a:solidFill>
                  <a:schemeClr val="tx1">
                    <a:lumMod val="50000"/>
                    <a:lumOff val="50000"/>
                  </a:schemeClr>
                </a:solidFill>
                <a:latin typeface="微软雅黑 Light" panose="020B0502040204020203" charset="-122"/>
                <a:ea typeface="微软雅黑 Light" panose="020B0502040204020203" charset="-122"/>
              </a:rPr>
              <a:t>）、氮气循环、高效试剂回收</a:t>
            </a:r>
            <a:endParaRPr lang="zh-CN" altLang="en-US" sz="1400">
              <a:solidFill>
                <a:schemeClr val="tx1">
                  <a:lumMod val="50000"/>
                  <a:lumOff val="50000"/>
                </a:schemeClr>
              </a:solidFill>
              <a:latin typeface="微软雅黑 Light" panose="020B0502040204020203" charset="-122"/>
              <a:ea typeface="微软雅黑 Light" panose="020B0502040204020203" charset="-122"/>
            </a:endParaRPr>
          </a:p>
        </p:txBody>
      </p:sp>
      <p:grpSp>
        <p:nvGrpSpPr>
          <p:cNvPr id="98" name="组合 97"/>
          <p:cNvGrpSpPr/>
          <p:nvPr/>
        </p:nvGrpSpPr>
        <p:grpSpPr>
          <a:xfrm rot="0">
            <a:off x="8673465" y="2961640"/>
            <a:ext cx="2438400" cy="547370"/>
            <a:chOff x="12684" y="4969"/>
            <a:chExt cx="3840" cy="862"/>
          </a:xfrm>
        </p:grpSpPr>
        <p:sp>
          <p:nvSpPr>
            <p:cNvPr id="88" name="圆角矩形 87"/>
            <p:cNvSpPr/>
            <p:nvPr>
              <p:custDataLst>
                <p:tags r:id="rId29"/>
              </p:custDataLst>
            </p:nvPr>
          </p:nvSpPr>
          <p:spPr>
            <a:xfrm>
              <a:off x="12684" y="4969"/>
              <a:ext cx="3840" cy="863"/>
            </a:xfrm>
            <a:prstGeom prst="roundRect">
              <a:avLst>
                <a:gd name="adj" fmla="val 50000"/>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97" name="组合 96"/>
            <p:cNvGrpSpPr/>
            <p:nvPr/>
          </p:nvGrpSpPr>
          <p:grpSpPr>
            <a:xfrm>
              <a:off x="13032" y="5088"/>
              <a:ext cx="3145" cy="626"/>
              <a:chOff x="13027" y="5088"/>
              <a:chExt cx="3145" cy="626"/>
            </a:xfrm>
          </p:grpSpPr>
          <p:pic>
            <p:nvPicPr>
              <p:cNvPr id="57" name="图片 56" descr="安全"/>
              <p:cNvPicPr>
                <a:picLocks noChangeAspect="1"/>
              </p:cNvPicPr>
              <p:nvPr>
                <p:custDataLst>
                  <p:tags r:id="rId30"/>
                </p:custDataLst>
              </p:nvPr>
            </p:nvPicPr>
            <p:blipFill>
              <a:blip r:embed="rId31">
                <a:extLst>
                  <a:ext uri="{96DAC541-7B7A-43D3-8B79-37D633B846F1}">
                    <asvg:svgBlip xmlns:asvg="http://schemas.microsoft.com/office/drawing/2016/SVG/main" r:embed="rId32"/>
                  </a:ext>
                </a:extLst>
              </a:blip>
              <a:stretch>
                <a:fillRect/>
              </a:stretch>
            </p:blipFill>
            <p:spPr>
              <a:xfrm>
                <a:off x="13027" y="5118"/>
                <a:ext cx="567" cy="567"/>
              </a:xfrm>
              <a:prstGeom prst="rect">
                <a:avLst/>
              </a:prstGeom>
            </p:spPr>
          </p:pic>
          <p:sp>
            <p:nvSpPr>
              <p:cNvPr id="90" name="文本框 89"/>
              <p:cNvSpPr txBox="1"/>
              <p:nvPr>
                <p:custDataLst>
                  <p:tags r:id="rId33"/>
                </p:custDataLst>
              </p:nvPr>
            </p:nvSpPr>
            <p:spPr>
              <a:xfrm>
                <a:off x="13688" y="5088"/>
                <a:ext cx="2485" cy="626"/>
              </a:xfrm>
              <a:prstGeom prst="rect">
                <a:avLst/>
              </a:prstGeom>
              <a:noFill/>
            </p:spPr>
            <p:txBody>
              <a:bodyPr wrap="square" rtlCol="0" anchor="ctr" anchorCtr="0">
                <a:noAutofit/>
              </a:bodyPr>
              <a:p>
                <a:pPr algn="ctr">
                  <a:lnSpc>
                    <a:spcPct val="100000"/>
                  </a:lnSpc>
                </a:pPr>
                <a:r>
                  <a:rPr lang="zh-CN" altLang="en-US" sz="2000">
                    <a:solidFill>
                      <a:schemeClr val="bg1"/>
                    </a:solidFill>
                    <a:latin typeface="微软雅黑" panose="020B0503020204020204" charset="-122"/>
                    <a:ea typeface="微软雅黑" panose="020B0503020204020204" charset="-122"/>
                    <a:sym typeface="+mn-ea"/>
                  </a:rPr>
                  <a:t>安全模块</a:t>
                </a:r>
                <a:endParaRPr lang="zh-CN" altLang="en-US" sz="2000">
                  <a:solidFill>
                    <a:schemeClr val="bg1"/>
                  </a:solidFill>
                  <a:latin typeface="微软雅黑" panose="020B0503020204020204" charset="-122"/>
                  <a:ea typeface="微软雅黑" panose="020B0503020204020204" charset="-122"/>
                  <a:sym typeface="+mn-ea"/>
                </a:endParaRPr>
              </a:p>
            </p:txBody>
          </p:sp>
        </p:grpSp>
      </p:grpSp>
      <p:sp>
        <p:nvSpPr>
          <p:cNvPr id="91" name="文本框 90"/>
          <p:cNvSpPr txBox="1"/>
          <p:nvPr>
            <p:custDataLst>
              <p:tags r:id="rId34"/>
            </p:custDataLst>
          </p:nvPr>
        </p:nvSpPr>
        <p:spPr>
          <a:xfrm>
            <a:off x="8054340" y="3509645"/>
            <a:ext cx="3676650" cy="737235"/>
          </a:xfrm>
          <a:prstGeom prst="rect">
            <a:avLst/>
          </a:prstGeom>
        </p:spPr>
        <p:txBody>
          <a:bodyPr wrap="square" anchor="ctr" anchorCtr="0">
            <a:spAutoFit/>
          </a:bodyPr>
          <a:p>
            <a:pPr algn="just" defTabSz="266700">
              <a:lnSpc>
                <a:spcPct val="150000"/>
              </a:lnSpc>
            </a:pPr>
            <a:r>
              <a:rPr lang="zh-CN" altLang="en-US" sz="1400">
                <a:solidFill>
                  <a:schemeClr val="tx1">
                    <a:lumMod val="50000"/>
                    <a:lumOff val="50000"/>
                  </a:schemeClr>
                </a:solidFill>
                <a:latin typeface="微软雅黑 Light" panose="020B0502040204020203" charset="-122"/>
                <a:ea typeface="微软雅黑 Light" panose="020B0502040204020203" charset="-122"/>
              </a:rPr>
              <a:t>全密闭0泄漏试验仓/水浴锅、水浴锅自动上排水与液位检测、分立电控、多重主动防护。</a:t>
            </a:r>
            <a:endParaRPr lang="zh-CN" altLang="en-US" sz="1400">
              <a:solidFill>
                <a:schemeClr val="tx1">
                  <a:lumMod val="50000"/>
                  <a:lumOff val="50000"/>
                </a:schemeClr>
              </a:solidFill>
              <a:latin typeface="微软雅黑 Light" panose="020B0502040204020203" charset="-122"/>
              <a:ea typeface="微软雅黑 Light" panose="020B0502040204020203" charset="-122"/>
            </a:endParaRPr>
          </a:p>
        </p:txBody>
      </p:sp>
      <p:grpSp>
        <p:nvGrpSpPr>
          <p:cNvPr id="123" name="组合 122"/>
          <p:cNvGrpSpPr/>
          <p:nvPr/>
        </p:nvGrpSpPr>
        <p:grpSpPr>
          <a:xfrm>
            <a:off x="8673465" y="4944745"/>
            <a:ext cx="2438400" cy="547370"/>
            <a:chOff x="12684" y="7787"/>
            <a:chExt cx="3840" cy="862"/>
          </a:xfrm>
        </p:grpSpPr>
        <p:sp>
          <p:nvSpPr>
            <p:cNvPr id="92" name="圆角矩形 91"/>
            <p:cNvSpPr/>
            <p:nvPr>
              <p:custDataLst>
                <p:tags r:id="rId35"/>
              </p:custDataLst>
            </p:nvPr>
          </p:nvSpPr>
          <p:spPr>
            <a:xfrm>
              <a:off x="12684" y="7787"/>
              <a:ext cx="3840" cy="863"/>
            </a:xfrm>
            <a:prstGeom prst="roundRect">
              <a:avLst>
                <a:gd name="adj" fmla="val 50000"/>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96" name="组合 95"/>
            <p:cNvGrpSpPr/>
            <p:nvPr/>
          </p:nvGrpSpPr>
          <p:grpSpPr>
            <a:xfrm rot="0">
              <a:off x="13032" y="7906"/>
              <a:ext cx="3145" cy="626"/>
              <a:chOff x="13027" y="7906"/>
              <a:chExt cx="3145" cy="626"/>
            </a:xfrm>
          </p:grpSpPr>
          <p:pic>
            <p:nvPicPr>
              <p:cNvPr id="59" name="图片 58" descr="软件"/>
              <p:cNvPicPr>
                <a:picLocks noChangeAspect="1"/>
              </p:cNvPicPr>
              <p:nvPr>
                <p:custDataLst>
                  <p:tags r:id="rId36"/>
                </p:custDataLst>
              </p:nvPr>
            </p:nvPicPr>
            <p:blipFill>
              <a:blip r:embed="rId37">
                <a:extLst>
                  <a:ext uri="{96DAC541-7B7A-43D3-8B79-37D633B846F1}">
                    <asvg:svgBlip xmlns:asvg="http://schemas.microsoft.com/office/drawing/2016/SVG/main" r:embed="rId38"/>
                  </a:ext>
                </a:extLst>
              </a:blip>
              <a:stretch>
                <a:fillRect/>
              </a:stretch>
            </p:blipFill>
            <p:spPr>
              <a:xfrm>
                <a:off x="13027" y="7936"/>
                <a:ext cx="567" cy="567"/>
              </a:xfrm>
              <a:prstGeom prst="rect">
                <a:avLst/>
              </a:prstGeom>
            </p:spPr>
          </p:pic>
          <p:sp>
            <p:nvSpPr>
              <p:cNvPr id="94" name="文本框 93"/>
              <p:cNvSpPr txBox="1"/>
              <p:nvPr>
                <p:custDataLst>
                  <p:tags r:id="rId39"/>
                </p:custDataLst>
              </p:nvPr>
            </p:nvSpPr>
            <p:spPr>
              <a:xfrm>
                <a:off x="13688" y="7906"/>
                <a:ext cx="2485" cy="626"/>
              </a:xfrm>
              <a:prstGeom prst="rect">
                <a:avLst/>
              </a:prstGeom>
              <a:noFill/>
            </p:spPr>
            <p:txBody>
              <a:bodyPr wrap="square" rtlCol="0" anchor="ctr" anchorCtr="0">
                <a:noAutofit/>
              </a:bodyPr>
              <a:p>
                <a:pPr algn="ctr">
                  <a:lnSpc>
                    <a:spcPct val="100000"/>
                  </a:lnSpc>
                </a:pPr>
                <a:r>
                  <a:rPr lang="zh-CN" altLang="en-US" sz="2000">
                    <a:solidFill>
                      <a:schemeClr val="bg1"/>
                    </a:solidFill>
                    <a:latin typeface="微软雅黑" panose="020B0503020204020204" charset="-122"/>
                    <a:ea typeface="微软雅黑" panose="020B0503020204020204" charset="-122"/>
                    <a:sym typeface="+mn-ea"/>
                  </a:rPr>
                  <a:t>软件模块</a:t>
                </a:r>
                <a:endParaRPr lang="zh-CN" altLang="en-US" sz="2000">
                  <a:solidFill>
                    <a:schemeClr val="bg1"/>
                  </a:solidFill>
                  <a:latin typeface="微软雅黑" panose="020B0503020204020204" charset="-122"/>
                  <a:ea typeface="微软雅黑" panose="020B0503020204020204" charset="-122"/>
                  <a:sym typeface="+mn-ea"/>
                </a:endParaRPr>
              </a:p>
            </p:txBody>
          </p:sp>
        </p:grpSp>
      </p:grpSp>
      <p:sp>
        <p:nvSpPr>
          <p:cNvPr id="95" name="文本框 94"/>
          <p:cNvSpPr txBox="1"/>
          <p:nvPr>
            <p:custDataLst>
              <p:tags r:id="rId40"/>
            </p:custDataLst>
          </p:nvPr>
        </p:nvSpPr>
        <p:spPr>
          <a:xfrm>
            <a:off x="8054340" y="5494020"/>
            <a:ext cx="3676650" cy="1060450"/>
          </a:xfrm>
          <a:prstGeom prst="rect">
            <a:avLst/>
          </a:prstGeom>
        </p:spPr>
        <p:txBody>
          <a:bodyPr wrap="square" anchor="ctr" anchorCtr="0">
            <a:spAutoFit/>
          </a:bodyPr>
          <a:p>
            <a:pPr algn="just" defTabSz="266700">
              <a:lnSpc>
                <a:spcPct val="150000"/>
              </a:lnSpc>
            </a:pPr>
            <a:r>
              <a:rPr lang="zh-CN" altLang="en-US" sz="1400">
                <a:solidFill>
                  <a:schemeClr val="tx1">
                    <a:lumMod val="50000"/>
                    <a:lumOff val="50000"/>
                  </a:schemeClr>
                </a:solidFill>
                <a:latin typeface="微软雅黑 Light" panose="020B0502040204020203" charset="-122"/>
                <a:ea typeface="微软雅黑 Light" panose="020B0502040204020203" charset="-122"/>
              </a:rPr>
              <a:t>符合</a:t>
            </a:r>
            <a:r>
              <a:rPr lang="en-US" altLang="zh-CN" sz="1400">
                <a:solidFill>
                  <a:schemeClr val="tx1">
                    <a:lumMod val="50000"/>
                    <a:lumOff val="50000"/>
                  </a:schemeClr>
                </a:solidFill>
                <a:latin typeface="微软雅黑 Light" panose="020B0502040204020203" charset="-122"/>
                <a:ea typeface="微软雅黑 Light" panose="020B0502040204020203" charset="-122"/>
              </a:rPr>
              <a:t>GMP</a:t>
            </a:r>
            <a:r>
              <a:rPr lang="zh-CN" altLang="en-US" sz="1400">
                <a:solidFill>
                  <a:schemeClr val="tx1">
                    <a:lumMod val="50000"/>
                    <a:lumOff val="50000"/>
                  </a:schemeClr>
                </a:solidFill>
                <a:latin typeface="微软雅黑 Light" panose="020B0502040204020203" charset="-122"/>
                <a:ea typeface="微软雅黑 Light" panose="020B0502040204020203" charset="-122"/>
              </a:rPr>
              <a:t>对数据可追溯性的要求；用户操作权限多级管理、权限内容可按需配置；电子签名参照21 </a:t>
            </a:r>
            <a:r>
              <a:rPr lang="en-US" altLang="zh-CN" sz="1400">
                <a:solidFill>
                  <a:schemeClr val="tx1">
                    <a:lumMod val="50000"/>
                    <a:lumOff val="50000"/>
                  </a:schemeClr>
                </a:solidFill>
                <a:latin typeface="微软雅黑 Light" panose="020B0502040204020203" charset="-122"/>
                <a:ea typeface="微软雅黑 Light" panose="020B0502040204020203" charset="-122"/>
              </a:rPr>
              <a:t>CFR Part 11</a:t>
            </a:r>
            <a:r>
              <a:rPr lang="zh-CN" altLang="en-US" sz="1400">
                <a:solidFill>
                  <a:schemeClr val="tx1">
                    <a:lumMod val="50000"/>
                    <a:lumOff val="50000"/>
                  </a:schemeClr>
                </a:solidFill>
                <a:latin typeface="微软雅黑 Light" panose="020B0502040204020203" charset="-122"/>
                <a:ea typeface="微软雅黑 Light" panose="020B0502040204020203" charset="-122"/>
              </a:rPr>
              <a:t>标准设计</a:t>
            </a:r>
            <a:endParaRPr lang="zh-CN" altLang="en-US" sz="1400">
              <a:solidFill>
                <a:schemeClr val="tx1">
                  <a:lumMod val="50000"/>
                  <a:lumOff val="50000"/>
                </a:schemeClr>
              </a:solidFill>
              <a:latin typeface="微软雅黑 Light" panose="020B0502040204020203" charset="-122"/>
              <a:ea typeface="微软雅黑 Light" panose="020B0502040204020203" charset="-122"/>
            </a:endParaRPr>
          </a:p>
        </p:txBody>
      </p:sp>
    </p:spTree>
    <p:custDataLst>
      <p:tags r:id="rId4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任意多边形: 形状 42"/>
          <p:cNvSpPr/>
          <p:nvPr/>
        </p:nvSpPr>
        <p:spPr>
          <a:xfrm flipH="1" flipV="1">
            <a:off x="-715524" y="0"/>
            <a:ext cx="6000629" cy="6858000"/>
          </a:xfrm>
          <a:custGeom>
            <a:avLst/>
            <a:gdLst>
              <a:gd name="connsiteX0" fmla="*/ 1453546 w 6000629"/>
              <a:gd name="connsiteY0" fmla="*/ 0 h 6858000"/>
              <a:gd name="connsiteX1" fmla="*/ 6000629 w 6000629"/>
              <a:gd name="connsiteY1" fmla="*/ 0 h 6858000"/>
              <a:gd name="connsiteX2" fmla="*/ 6000629 w 6000629"/>
              <a:gd name="connsiteY2" fmla="*/ 6858000 h 6858000"/>
              <a:gd name="connsiteX3" fmla="*/ 1453546 w 6000629"/>
              <a:gd name="connsiteY3" fmla="*/ 6858000 h 6858000"/>
              <a:gd name="connsiteX4" fmla="*/ 1398664 w 6000629"/>
              <a:gd name="connsiteY4" fmla="*/ 6805675 h 6858000"/>
              <a:gd name="connsiteX5" fmla="*/ 0 w 6000629"/>
              <a:gd name="connsiteY5" fmla="*/ 3429000 h 6858000"/>
              <a:gd name="connsiteX6" fmla="*/ 1398664 w 6000629"/>
              <a:gd name="connsiteY6" fmla="*/ 5232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00629" h="6858000">
                <a:moveTo>
                  <a:pt x="1453546" y="0"/>
                </a:moveTo>
                <a:lnTo>
                  <a:pt x="6000629" y="0"/>
                </a:lnTo>
                <a:lnTo>
                  <a:pt x="6000629" y="6858000"/>
                </a:lnTo>
                <a:lnTo>
                  <a:pt x="1453546" y="6858000"/>
                </a:lnTo>
                <a:lnTo>
                  <a:pt x="1398664" y="6805675"/>
                </a:lnTo>
                <a:cubicBezTo>
                  <a:pt x="534498" y="5941509"/>
                  <a:pt x="0" y="4747674"/>
                  <a:pt x="0" y="3429000"/>
                </a:cubicBezTo>
                <a:cubicBezTo>
                  <a:pt x="0" y="2110327"/>
                  <a:pt x="534498" y="916492"/>
                  <a:pt x="1398664" y="52325"/>
                </a:cubicBezTo>
                <a:close/>
              </a:path>
            </a:pathLst>
          </a:custGeom>
          <a:gradFill>
            <a:gsLst>
              <a:gs pos="0">
                <a:srgbClr val="FF9E3F"/>
              </a:gs>
              <a:gs pos="100000">
                <a:srgbClr val="FFC20F"/>
              </a:gs>
            </a:gsLst>
            <a:lin ang="2700000" scaled="0"/>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94665" rtl="0" eaLnBrk="1" fontAlgn="auto" latinLnBrk="0" hangingPunct="1">
              <a:lnSpc>
                <a:spcPct val="100000"/>
              </a:lnSpc>
              <a:spcBef>
                <a:spcPts val="0"/>
              </a:spcBef>
              <a:spcAft>
                <a:spcPts val="0"/>
              </a:spcAft>
              <a:buClrTx/>
              <a:buSzTx/>
              <a:buFontTx/>
              <a:buNone/>
              <a:defRPr/>
            </a:pPr>
            <a:endParaRPr kumimoji="0" lang="zh-CN" altLang="en-US" sz="1950" b="0" i="0" u="none" strike="noStrike" kern="1200" cap="none" spc="0" normalizeH="0" baseline="0" noProof="0">
              <a:ln>
                <a:noFill/>
              </a:ln>
              <a:solidFill>
                <a:prstClr val="white"/>
              </a:solidFill>
              <a:effectLst/>
              <a:uLnTx/>
              <a:uFillTx/>
              <a:latin typeface="+mj-lt"/>
              <a:ea typeface="+mj-ea"/>
              <a:cs typeface="+mn-cs"/>
            </a:endParaRPr>
          </a:p>
        </p:txBody>
      </p:sp>
      <p:sp>
        <p:nvSpPr>
          <p:cNvPr id="28" name="标题 27"/>
          <p:cNvSpPr>
            <a:spLocks noGrp="1"/>
          </p:cNvSpPr>
          <p:nvPr>
            <p:ph type="title"/>
          </p:nvPr>
        </p:nvSpPr>
        <p:spPr/>
        <p:txBody>
          <a:bodyPr/>
          <a:p>
            <a:pPr algn="l"/>
            <a:r>
              <a:rPr lang="zh-CN" altLang="en-US"/>
              <a:t>集成式蒸发残渣检测系统</a:t>
            </a:r>
            <a:r>
              <a:rPr lang="en-US" altLang="zh-CN"/>
              <a:t>-</a:t>
            </a:r>
            <a:r>
              <a:rPr lang="en-US" altLang="zh-CN">
                <a:sym typeface="+mn-ea"/>
              </a:rPr>
              <a:t>C840H/C840M</a:t>
            </a:r>
            <a:endParaRPr lang="en-US" altLang="zh-CN"/>
          </a:p>
        </p:txBody>
      </p:sp>
      <p:pic>
        <p:nvPicPr>
          <p:cNvPr id="5" name="Picture 5"/>
          <p:cNvPicPr>
            <a:picLocks noChangeAspect="1"/>
          </p:cNvPicPr>
          <p:nvPr/>
        </p:nvPicPr>
        <p:blipFill>
          <a:blip r:embed="rId1"/>
          <a:srcRect l="51" r="51"/>
          <a:stretch>
            <a:fillRect/>
          </a:stretch>
        </p:blipFill>
        <p:spPr>
          <a:xfrm>
            <a:off x="468948" y="1777365"/>
            <a:ext cx="4572000" cy="3708400"/>
          </a:xfrm>
          <a:prstGeom prst="rect">
            <a:avLst/>
          </a:prstGeom>
          <a:noFill/>
          <a:ln w="25400" cap="flat" cmpd="sng">
            <a:noFill/>
            <a:prstDash val="solid"/>
            <a:round/>
          </a:ln>
        </p:spPr>
      </p:pic>
      <p:sp>
        <p:nvSpPr>
          <p:cNvPr id="6" name="AutoShape 6"/>
          <p:cNvSpPr/>
          <p:nvPr/>
        </p:nvSpPr>
        <p:spPr>
          <a:xfrm>
            <a:off x="468948" y="5715000"/>
            <a:ext cx="4572000" cy="3302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100" b="0" i="0" u="none" strike="noStrike">
                <a:solidFill>
                  <a:schemeClr val="bg1"/>
                </a:solidFill>
                <a:latin typeface="微软雅黑" panose="020B0503020204020204" charset="-122"/>
                <a:ea typeface="微软雅黑" panose="020B0503020204020204" charset="-122"/>
                <a:cs typeface="微软雅黑" panose="020B0503020204020204" charset="-122"/>
                <a:sym typeface="微软雅黑 Light" panose="020B0502040204020203" charset="-122"/>
              </a:rPr>
              <a:t>C840H 集成式蒸发残渣检测系统（产品实拍）</a:t>
            </a:r>
            <a:endParaRPr lang="en-US" sz="1100" b="0" i="0" u="none" strike="noStrike">
              <a:solidFill>
                <a:schemeClr val="bg1"/>
              </a:solidFill>
              <a:latin typeface="微软雅黑" panose="020B0503020204020204" charset="-122"/>
              <a:ea typeface="微软雅黑" panose="020B0503020204020204" charset="-122"/>
              <a:cs typeface="微软雅黑" panose="020B0503020204020204" charset="-122"/>
              <a:sym typeface="微软雅黑 Light" panose="020B0502040204020203" charset="-122"/>
            </a:endParaRPr>
          </a:p>
        </p:txBody>
      </p:sp>
      <p:sp>
        <p:nvSpPr>
          <p:cNvPr id="8" name="AutoShape 8"/>
          <p:cNvSpPr/>
          <p:nvPr/>
        </p:nvSpPr>
        <p:spPr>
          <a:xfrm>
            <a:off x="5842000" y="1651318"/>
            <a:ext cx="2656205" cy="215265"/>
          </a:xfrm>
          <a:prstGeom prst="rect">
            <a:avLst/>
          </a:prstGeom>
          <a:noFill/>
          <a:ln w="12700" cap="flat" cmpd="sng">
            <a:noFill/>
            <a:prstDash val="solid"/>
            <a:round/>
          </a:ln>
        </p:spPr>
        <p:txBody>
          <a:bodyPr vert="horz" wrap="none" lIns="0" tIns="0" rIns="0" bIns="0" rtlCol="0" anchor="ctr" anchorCtr="0">
            <a:spAutoFit/>
          </a:bodyPr>
          <a:lstStyle/>
          <a:p>
            <a:pPr marL="0" indent="0" algn="l">
              <a:lnSpc>
                <a:spcPct val="100000"/>
              </a:lnSpc>
              <a:defRPr/>
            </a:pPr>
            <a:r>
              <a:rPr lang="en-US" sz="14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YBB 标准 · 药典通则0261不挥发物</a:t>
            </a:r>
            <a:endParaRPr lang="en-US" sz="1400">
              <a:latin typeface="微软雅黑 Light" panose="020B0502040204020203" charset="-122"/>
              <a:ea typeface="微软雅黑 Light" panose="020B0502040204020203" charset="-122"/>
              <a:cs typeface="微软雅黑 Light" panose="020B0502040204020203" charset="-122"/>
            </a:endParaRPr>
          </a:p>
        </p:txBody>
      </p:sp>
      <p:grpSp>
        <p:nvGrpSpPr>
          <p:cNvPr id="33" name="组合 32"/>
          <p:cNvGrpSpPr/>
          <p:nvPr/>
        </p:nvGrpSpPr>
        <p:grpSpPr>
          <a:xfrm rot="0">
            <a:off x="5842000" y="3729990"/>
            <a:ext cx="5613400" cy="1041400"/>
            <a:chOff x="9200" y="3640"/>
            <a:chExt cx="8840" cy="1640"/>
          </a:xfrm>
        </p:grpSpPr>
        <p:sp>
          <p:nvSpPr>
            <p:cNvPr id="9" name="AutoShape 9"/>
            <p:cNvSpPr/>
            <p:nvPr/>
          </p:nvSpPr>
          <p:spPr>
            <a:xfrm>
              <a:off x="9200" y="3640"/>
              <a:ext cx="4000" cy="800"/>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600" b="1" i="0" u="none" strike="noStrike">
                  <a:solidFill>
                    <a:srgbClr val="0E2A47"/>
                  </a:solidFill>
                  <a:latin typeface="微软雅黑" panose="020B0503020204020204" charset="-122"/>
                  <a:ea typeface="微软雅黑" panose="020B0503020204020204" charset="-122"/>
                  <a:cs typeface="微软雅黑" panose="020B0503020204020204" charset="-122"/>
                  <a:sym typeface="微软雅黑 Light" panose="020B0502040204020203" charset="-122"/>
                </a:rPr>
                <a:t>C840H 高配</a:t>
              </a:r>
              <a:r>
                <a:rPr lang="en-US" sz="1600" b="1" i="0" u="none" strike="noStrike">
                  <a:solidFill>
                    <a:srgbClr val="0E2A47"/>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版</a:t>
              </a:r>
              <a:endParaRPr lang="en-US" sz="1600" b="1" i="0" u="none" strike="noStrike">
                <a:solidFill>
                  <a:srgbClr val="0E2A47"/>
                </a:solidFill>
                <a:latin typeface="微软雅黑" panose="020B0503020204020204" charset="-122"/>
                <a:ea typeface="微软雅黑" panose="020B0503020204020204" charset="-122"/>
                <a:cs typeface="微软雅黑" panose="020B0503020204020204" charset="-122"/>
                <a:sym typeface="微软雅黑 Light" panose="020B0502040204020203" charset="-122"/>
              </a:endParaRPr>
            </a:p>
          </p:txBody>
        </p:sp>
        <p:sp>
          <p:nvSpPr>
            <p:cNvPr id="10" name="AutoShape 10"/>
            <p:cNvSpPr/>
            <p:nvPr/>
          </p:nvSpPr>
          <p:spPr>
            <a:xfrm>
              <a:off x="9200" y="4160"/>
              <a:ext cx="4200" cy="112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25 工位 · 0.01mg · ±0.05mg</a:t>
              </a:r>
              <a:br>
                <a:rPr 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br>
              <a:r>
                <a:rPr 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mn-ea"/>
                </a:rPr>
                <a:t>12.1英寸触控屏</a:t>
              </a:r>
              <a:r>
                <a:rPr 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 · </a:t>
              </a:r>
              <a:r>
                <a:rPr lang="en-US" altLang="zh-CN"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83×110×73cm</a:t>
              </a:r>
              <a:endParaRPr lang="en-US" altLang="zh-CN"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cxnSp>
          <p:nvCxnSpPr>
            <p:cNvPr id="11" name="Connector 11"/>
            <p:cNvCxnSpPr/>
            <p:nvPr/>
          </p:nvCxnSpPr>
          <p:spPr>
            <a:xfrm rot="5353546">
              <a:off x="12780" y="4450"/>
              <a:ext cx="1480" cy="20"/>
            </a:xfrm>
            <a:prstGeom prst="straightConnector1">
              <a:avLst/>
            </a:prstGeom>
            <a:solidFill>
              <a:srgbClr val="DEE0E3">
                <a:alpha val="100000"/>
              </a:srgbClr>
            </a:solidFill>
            <a:ln w="12700" cap="flat" cmpd="sng">
              <a:solidFill>
                <a:srgbClr val="D5DBE3">
                  <a:alpha val="100000"/>
                </a:srgbClr>
              </a:solidFill>
              <a:prstDash val="solid"/>
              <a:round/>
              <a:headEnd type="none" w="med" len="med"/>
              <a:tailEnd type="none" w="med" len="med"/>
            </a:ln>
          </p:spPr>
        </p:cxnSp>
        <p:sp>
          <p:nvSpPr>
            <p:cNvPr id="12" name="AutoShape 12"/>
            <p:cNvSpPr/>
            <p:nvPr/>
          </p:nvSpPr>
          <p:spPr>
            <a:xfrm>
              <a:off x="13840" y="3640"/>
              <a:ext cx="4000" cy="800"/>
            </a:xfrm>
            <a:prstGeom prst="rect">
              <a:avLst/>
            </a:prstGeom>
            <a:noFill/>
            <a:ln w="12700" cap="flat" cmpd="sng">
              <a:noFill/>
              <a:prstDash val="solid"/>
              <a:round/>
            </a:ln>
          </p:spPr>
          <p:txBody>
            <a:bodyPr vert="horz" wrap="none" lIns="0" tIns="0" rIns="0" bIns="0" rtlCol="0" anchor="ctr" anchorCtr="0">
              <a:noAutofit/>
            </a:bodyPr>
            <a:lstStyle/>
            <a:p>
              <a:pPr lvl="0" algn="l">
                <a:buClrTx/>
                <a:buSzTx/>
                <a:buFontTx/>
                <a:defRPr/>
              </a:pPr>
              <a:r>
                <a:rPr lang="en-US" sz="1600" b="1">
                  <a:solidFill>
                    <a:srgbClr val="0E2A47"/>
                  </a:solidFill>
                  <a:latin typeface="微软雅黑" panose="020B0503020204020204" charset="-122"/>
                  <a:ea typeface="微软雅黑" panose="020B0503020204020204" charset="-122"/>
                  <a:cs typeface="微软雅黑" panose="020B0503020204020204" charset="-122"/>
                  <a:sym typeface="微软雅黑 Light" panose="020B0502040204020203" charset="-122"/>
                </a:rPr>
                <a:t>C840M 标准版</a:t>
              </a:r>
              <a:endParaRPr lang="en-US" sz="1600" b="1">
                <a:solidFill>
                  <a:srgbClr val="0E2A47"/>
                </a:solidFill>
                <a:latin typeface="微软雅黑" panose="020B0503020204020204" charset="-122"/>
                <a:ea typeface="微软雅黑" panose="020B0503020204020204" charset="-122"/>
                <a:cs typeface="微软雅黑" panose="020B0503020204020204" charset="-122"/>
                <a:sym typeface="微软雅黑 Light" panose="020B0502040204020203" charset="-122"/>
              </a:endParaRPr>
            </a:p>
          </p:txBody>
        </p:sp>
        <p:sp>
          <p:nvSpPr>
            <p:cNvPr id="13" name="AutoShape 13"/>
            <p:cNvSpPr/>
            <p:nvPr/>
          </p:nvSpPr>
          <p:spPr>
            <a:xfrm>
              <a:off x="13840" y="4160"/>
              <a:ext cx="4200" cy="1120"/>
            </a:xfrm>
            <a:prstGeom prst="rect">
              <a:avLst/>
            </a:prstGeom>
            <a:noFill/>
            <a:ln w="12700" cap="flat" cmpd="sng">
              <a:noFill/>
              <a:prstDash val="solid"/>
              <a:round/>
            </a:ln>
          </p:spPr>
          <p:txBody>
            <a:bodyPr vert="horz" wrap="square" lIns="0" tIns="0" rIns="0" bIns="0" rtlCol="0" anchor="ctr" anchorCtr="0">
              <a:noAutofit/>
            </a:bodyPr>
            <a:lstStyle/>
            <a:p>
              <a:pPr lvl="0" algn="l">
                <a:lnSpc>
                  <a:spcPct val="150000"/>
                </a:lnSpc>
                <a:buClrTx/>
                <a:buSzTx/>
                <a:buFontTx/>
                <a:defRPr/>
              </a:pPr>
              <a:r>
                <a:rPr 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12 工位 · 0.1mg（0.01mg可选配）</a:t>
              </a:r>
              <a:br>
                <a:rPr 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br>
              <a:r>
                <a:rPr lang="zh-CN" alt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10.1 英寸屏 · </a:t>
              </a:r>
              <a:r>
                <a:rPr 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63×105×73cm</a:t>
              </a:r>
              <a:endParaRPr 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grpSp>
      <p:sp>
        <p:nvSpPr>
          <p:cNvPr id="14" name="AutoShape 14"/>
          <p:cNvSpPr/>
          <p:nvPr/>
        </p:nvSpPr>
        <p:spPr>
          <a:xfrm>
            <a:off x="5842000" y="1971040"/>
            <a:ext cx="5867400" cy="721360"/>
          </a:xfrm>
          <a:prstGeom prst="rect">
            <a:avLst/>
          </a:prstGeom>
          <a:noFill/>
          <a:ln w="12700" cap="flat" cmpd="sng">
            <a:noFill/>
            <a:prstDash val="solid"/>
            <a:round/>
          </a:ln>
        </p:spPr>
        <p:txBody>
          <a:bodyPr vert="horz" wrap="square" lIns="0" tIns="0" rIns="0" bIns="0" rtlCol="0" anchor="ctr" anchorCtr="0">
            <a:spAutoFit/>
          </a:bodyPr>
          <a:lstStyle/>
          <a:p>
            <a:pPr marL="0" indent="0" algn="l">
              <a:lnSpc>
                <a:spcPct val="125000"/>
              </a:lnSpc>
              <a:defRPr/>
            </a:pPr>
            <a:r>
              <a:rPr lang="en-US" sz="1250" b="1" i="0" u="none" strike="noStrike">
                <a:solidFill>
                  <a:srgbClr val="F29600"/>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合规刚性</a:t>
            </a:r>
            <a:r>
              <a:rPr lang="zh-CN" altLang="en-US" sz="1250" b="1" i="0" u="none" strike="noStrike">
                <a:solidFill>
                  <a:srgbClr val="F29600"/>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要求：</a:t>
            </a:r>
            <a:endParaRPr lang="en-US" sz="1250" b="1" i="0" u="none" strike="noStrike">
              <a:solidFill>
                <a:srgbClr val="F29600"/>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p>
            <a:pPr marL="0" indent="0" algn="l">
              <a:lnSpc>
                <a:spcPct val="125000"/>
              </a:lnSpc>
              <a:defRPr/>
            </a:pPr>
            <a:r>
              <a:rPr lang="en-US" sz="1250" b="1" i="0" u="none" strike="noStrike">
                <a:solidFill>
                  <a:srgbClr val="F29600"/>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YBB 总迁移量/不挥发物为无条件强制检测项</a:t>
            </a:r>
            <a:r>
              <a:rPr lang="zh-CN" altLang="en-US" sz="1250" b="1" i="0" u="none" strike="noStrike">
                <a:solidFill>
                  <a:srgbClr val="F29600"/>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，药包材注册/入库前必须合格，不达标即不可用于药品包装。</a:t>
            </a:r>
            <a:endParaRPr lang="en-US" altLang="zh-CN" sz="1250" b="1" i="0" u="none" strike="noStrike">
              <a:solidFill>
                <a:srgbClr val="F29600"/>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29" name="AutoShape 15"/>
          <p:cNvSpPr/>
          <p:nvPr/>
        </p:nvSpPr>
        <p:spPr>
          <a:xfrm>
            <a:off x="5842000" y="4963160"/>
            <a:ext cx="5588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zh-CN" altLang="en-US" sz="1600" b="1">
                <a:solidFill>
                  <a:srgbClr val="0E2A47"/>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技术特点</a:t>
            </a:r>
            <a:endParaRPr lang="en-US" sz="1600">
              <a:latin typeface="微软雅黑" panose="020B0503020204020204" charset="-122"/>
              <a:ea typeface="微软雅黑" panose="020B0503020204020204" charset="-122"/>
            </a:endParaRPr>
          </a:p>
        </p:txBody>
      </p:sp>
      <p:sp>
        <p:nvSpPr>
          <p:cNvPr id="30" name="AutoShape 16"/>
          <p:cNvSpPr/>
          <p:nvPr/>
        </p:nvSpPr>
        <p:spPr>
          <a:xfrm>
            <a:off x="5842000" y="5314950"/>
            <a:ext cx="5962650" cy="1107440"/>
          </a:xfrm>
          <a:prstGeom prst="rect">
            <a:avLst/>
          </a:prstGeom>
          <a:noFill/>
          <a:ln w="12700" cap="flat" cmpd="sng">
            <a:noFill/>
            <a:prstDash val="solid"/>
            <a:round/>
          </a:ln>
        </p:spPr>
        <p:txBody>
          <a:bodyPr vert="horz" wrap="square" lIns="0" tIns="0" rIns="0" bIns="0" rtlCol="0" anchor="ctr" anchorCtr="0">
            <a:spAutoFit/>
          </a:bodyPr>
          <a:lstStyle/>
          <a:p>
            <a:pPr marL="171450" indent="-171450" algn="l">
              <a:lnSpc>
                <a:spcPct val="150000"/>
              </a:lnSpc>
              <a:buFont typeface="Wingdings" panose="05000000000000000000" charset="0"/>
              <a:buChar char="l"/>
              <a:defRPr/>
            </a:pPr>
            <a:r>
              <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全密闭水浴锅（0泄漏）自动进出仓、自动关盖</a:t>
            </a:r>
            <a:endPar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p>
            <a:pPr marL="171450" indent="-171450" algn="l">
              <a:lnSpc>
                <a:spcPct val="150000"/>
              </a:lnSpc>
              <a:buFont typeface="Wingdings" panose="05000000000000000000" charset="0"/>
              <a:buChar char="l"/>
              <a:defRPr/>
            </a:pPr>
            <a:r>
              <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氮气循环+独立电控，危险气体测试更安全</a:t>
            </a:r>
            <a:endPar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p>
            <a:pPr marL="171450" indent="-171450" algn="l">
              <a:lnSpc>
                <a:spcPct val="150000"/>
              </a:lnSpc>
              <a:buFont typeface="Wingdings" panose="05000000000000000000" charset="0"/>
              <a:buChar char="l"/>
              <a:defRPr/>
            </a:pPr>
            <a:r>
              <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液冷快速降温实现常温称重</a:t>
            </a:r>
            <a:endPar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p>
            <a:pPr marL="171450" indent="-171450" algn="l">
              <a:lnSpc>
                <a:spcPct val="150000"/>
              </a:lnSpc>
              <a:buFont typeface="Wingdings" panose="05000000000000000000" charset="0"/>
              <a:buChar char="l"/>
              <a:defRPr/>
            </a:pPr>
            <a:r>
              <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蒸发仓微负压设计使蒸气全部排出、仓室充氮减缓反应，多品种同时检测避免相互干扰</a:t>
            </a:r>
            <a:endPar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34" name="AutoShape 15"/>
          <p:cNvSpPr/>
          <p:nvPr/>
        </p:nvSpPr>
        <p:spPr>
          <a:xfrm>
            <a:off x="5842000" y="2827020"/>
            <a:ext cx="5588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zh-CN" altLang="en-US" sz="1600" b="1" i="0" u="none" strike="noStrike">
                <a:solidFill>
                  <a:srgbClr val="0E2A47"/>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适用对象</a:t>
            </a:r>
            <a:endParaRPr lang="zh-CN" altLang="en-US" sz="1600" b="1" i="0" u="none" strike="noStrike">
              <a:solidFill>
                <a:srgbClr val="0E2A47"/>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endParaRPr>
          </a:p>
        </p:txBody>
      </p:sp>
      <p:sp>
        <p:nvSpPr>
          <p:cNvPr id="35" name="矩形: 圆角 14"/>
          <p:cNvSpPr/>
          <p:nvPr>
            <p:custDataLst>
              <p:tags r:id="rId2"/>
            </p:custDataLst>
          </p:nvPr>
        </p:nvSpPr>
        <p:spPr>
          <a:xfrm>
            <a:off x="5842268" y="3273057"/>
            <a:ext cx="677010" cy="260450"/>
          </a:xfrm>
          <a:prstGeom prst="roundRect">
            <a:avLst>
              <a:gd name="adj" fmla="val 50000"/>
            </a:avLst>
          </a:prstGeom>
          <a:solidFill>
            <a:srgbClr val="FCC800"/>
          </a:solidFill>
          <a:ln w="9525" cap="flat">
            <a:noFill/>
            <a:prstDash val="solid"/>
            <a:miter/>
          </a:ln>
        </p:spPr>
        <p:txBody>
          <a:bodyPr rot="0" spcFirstLastPara="0" vertOverflow="overflow" horzOverflow="overflow" vert="horz" wrap="none" lIns="71755" tIns="0" rIns="71755" bIns="0" numCol="1" spcCol="0" rtlCol="0" fromWordArt="0" anchor="ctr" anchorCtr="0" forceAA="0" compatLnSpc="1">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200">
                <a:solidFill>
                  <a:schemeClr val="bg1"/>
                </a:solidFill>
                <a:latin typeface="微软雅黑" panose="020B0503020204020204" charset="-122"/>
                <a:ea typeface="微软雅黑" panose="020B0503020204020204" charset="-122"/>
                <a:sym typeface="+mn-ea"/>
              </a:rPr>
              <a:t>纯化水</a:t>
            </a:r>
            <a:endParaRPr lang="en-US" altLang="en-US" sz="1200" noProof="0" dirty="0">
              <a:ln>
                <a:noFill/>
              </a:ln>
              <a:solidFill>
                <a:schemeClr val="bg1"/>
              </a:solidFill>
              <a:effectLst/>
              <a:uLnTx/>
              <a:uFillTx/>
              <a:latin typeface="微软雅黑" panose="020B0503020204020204" charset="-122"/>
              <a:ea typeface="微软雅黑" panose="020B0503020204020204" charset="-122"/>
              <a:cs typeface="微软雅黑 Light" panose="020B0502040204020203" charset="-122"/>
              <a:sym typeface="+mn-ea"/>
            </a:endParaRPr>
          </a:p>
        </p:txBody>
      </p:sp>
      <p:sp>
        <p:nvSpPr>
          <p:cNvPr id="36" name="矩形: 圆角 14"/>
          <p:cNvSpPr/>
          <p:nvPr>
            <p:custDataLst>
              <p:tags r:id="rId3"/>
            </p:custDataLst>
          </p:nvPr>
        </p:nvSpPr>
        <p:spPr>
          <a:xfrm>
            <a:off x="6714223" y="3270205"/>
            <a:ext cx="1438910" cy="260440"/>
          </a:xfrm>
          <a:prstGeom prst="roundRect">
            <a:avLst>
              <a:gd name="adj" fmla="val 50000"/>
            </a:avLst>
          </a:prstGeom>
          <a:solidFill>
            <a:srgbClr val="FCC800"/>
          </a:solidFill>
          <a:ln w="9525" cap="flat">
            <a:noFill/>
            <a:prstDash val="solid"/>
            <a:miter/>
          </a:ln>
        </p:spPr>
        <p:txBody>
          <a:bodyPr rot="0" spcFirstLastPara="0" vertOverflow="overflow" horzOverflow="overflow" vert="horz" wrap="none" lIns="71755" tIns="0" rIns="71755" bIns="0" numCol="1" spcCol="0" rtlCol="0" fromWordArt="0" anchor="ctr" anchorCtr="0" forceAA="0" compatLnSpc="1">
            <a:spAutoFit/>
          </a:bodyPr>
          <a:lstStyle/>
          <a:p>
            <a:pPr lvl="0" algn="ctr">
              <a:spcBef>
                <a:spcPts val="0"/>
              </a:spcBef>
              <a:spcAft>
                <a:spcPts val="0"/>
              </a:spcAft>
              <a:buClrTx/>
              <a:buSzTx/>
              <a:buFontTx/>
              <a:defRPr/>
            </a:pPr>
            <a:r>
              <a:rPr lang="en-US" sz="1200">
                <a:solidFill>
                  <a:schemeClr val="bg1"/>
                </a:solidFill>
                <a:latin typeface="微软雅黑" panose="020B0503020204020204" charset="-122"/>
                <a:ea typeface="微软雅黑" panose="020B0503020204020204" charset="-122"/>
                <a:sym typeface="+mn-ea"/>
              </a:rPr>
              <a:t>注射用水不挥发物</a:t>
            </a:r>
            <a:endParaRPr lang="en-US" sz="1200">
              <a:solidFill>
                <a:schemeClr val="bg1"/>
              </a:solidFill>
              <a:latin typeface="微软雅黑" panose="020B0503020204020204" charset="-122"/>
              <a:ea typeface="微软雅黑" panose="020B0503020204020204" charset="-122"/>
              <a:sym typeface="+mn-ea"/>
            </a:endParaRPr>
          </a:p>
        </p:txBody>
      </p:sp>
      <p:sp>
        <p:nvSpPr>
          <p:cNvPr id="37" name="矩形: 圆角 14"/>
          <p:cNvSpPr/>
          <p:nvPr>
            <p:custDataLst>
              <p:tags r:id="rId4"/>
            </p:custDataLst>
          </p:nvPr>
        </p:nvSpPr>
        <p:spPr>
          <a:xfrm>
            <a:off x="8348078" y="3269882"/>
            <a:ext cx="676910" cy="260450"/>
          </a:xfrm>
          <a:prstGeom prst="roundRect">
            <a:avLst>
              <a:gd name="adj" fmla="val 50000"/>
            </a:avLst>
          </a:prstGeom>
          <a:solidFill>
            <a:srgbClr val="FCC800"/>
          </a:solidFill>
          <a:ln w="9525" cap="flat">
            <a:noFill/>
            <a:prstDash val="solid"/>
            <a:miter/>
          </a:ln>
        </p:spPr>
        <p:txBody>
          <a:bodyPr rot="0" spcFirstLastPara="0" vertOverflow="overflow" horzOverflow="overflow" vert="horz" wrap="none" lIns="71755" tIns="0" rIns="71755" bIns="0" numCol="1" spcCol="0" rtlCol="0" fromWordArt="0" anchor="ctr" anchorCtr="0" forceAA="0" compatLnSpc="1">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noProof="0" dirty="0">
                <a:ln>
                  <a:noFill/>
                </a:ln>
                <a:solidFill>
                  <a:schemeClr val="bg1"/>
                </a:solidFill>
                <a:effectLst/>
                <a:uLnTx/>
                <a:uFillTx/>
                <a:latin typeface="微软雅黑" panose="020B0503020204020204" charset="-122"/>
                <a:ea typeface="微软雅黑" panose="020B0503020204020204" charset="-122"/>
                <a:cs typeface="微软雅黑 Light" panose="020B0502040204020203" charset="-122"/>
                <a:sym typeface="+mn-ea"/>
              </a:rPr>
              <a:t>药包材</a:t>
            </a:r>
            <a:endParaRPr lang="zh-CN" altLang="en-US" sz="1200" noProof="0" dirty="0">
              <a:ln>
                <a:noFill/>
              </a:ln>
              <a:solidFill>
                <a:schemeClr val="bg1"/>
              </a:solidFill>
              <a:effectLst/>
              <a:uLnTx/>
              <a:uFillTx/>
              <a:latin typeface="微软雅黑" panose="020B0503020204020204" charset="-122"/>
              <a:ea typeface="微软雅黑" panose="020B0503020204020204" charset="-122"/>
              <a:cs typeface="微软雅黑 Light" panose="020B0502040204020203" charset="-122"/>
              <a:sym typeface="+mn-ea"/>
            </a:endParaRPr>
          </a:p>
        </p:txBody>
      </p:sp>
      <p:sp>
        <p:nvSpPr>
          <p:cNvPr id="38" name="矩形: 圆角 14"/>
          <p:cNvSpPr/>
          <p:nvPr>
            <p:custDataLst>
              <p:tags r:id="rId5"/>
            </p:custDataLst>
          </p:nvPr>
        </p:nvSpPr>
        <p:spPr>
          <a:xfrm>
            <a:off x="9219933" y="3269882"/>
            <a:ext cx="829310" cy="260450"/>
          </a:xfrm>
          <a:prstGeom prst="roundRect">
            <a:avLst>
              <a:gd name="adj" fmla="val 50000"/>
            </a:avLst>
          </a:prstGeom>
          <a:solidFill>
            <a:srgbClr val="FCC800"/>
          </a:solidFill>
          <a:ln w="9525" cap="flat">
            <a:noFill/>
            <a:prstDash val="solid"/>
            <a:miter/>
          </a:ln>
        </p:spPr>
        <p:txBody>
          <a:bodyPr rot="0" spcFirstLastPara="0" vertOverflow="overflow" horzOverflow="overflow" vert="horz" wrap="none" lIns="71755" tIns="0" rIns="71755" bIns="0" numCol="1" spcCol="0" rtlCol="0" fromWordArt="0" anchor="ctr" anchorCtr="0" forceAA="0" compatLnSpc="1">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noProof="0" dirty="0">
                <a:ln>
                  <a:noFill/>
                </a:ln>
                <a:solidFill>
                  <a:schemeClr val="bg1"/>
                </a:solidFill>
                <a:effectLst/>
                <a:uLnTx/>
                <a:uFillTx/>
                <a:latin typeface="微软雅黑" panose="020B0503020204020204" charset="-122"/>
                <a:ea typeface="微软雅黑" panose="020B0503020204020204" charset="-122"/>
                <a:cs typeface="微软雅黑 Light" panose="020B0502040204020203" charset="-122"/>
                <a:sym typeface="+mn-ea"/>
              </a:rPr>
              <a:t>化学试剂</a:t>
            </a:r>
            <a:endParaRPr lang="zh-CN" altLang="en-US" sz="1200" noProof="0" dirty="0">
              <a:ln>
                <a:noFill/>
              </a:ln>
              <a:solidFill>
                <a:schemeClr val="bg1"/>
              </a:solidFill>
              <a:effectLst/>
              <a:uLnTx/>
              <a:uFillTx/>
              <a:latin typeface="微软雅黑" panose="020B0503020204020204" charset="-122"/>
              <a:ea typeface="微软雅黑" panose="020B0503020204020204" charset="-122"/>
              <a:cs typeface="微软雅黑 Light" panose="020B0502040204020203" charset="-122"/>
              <a:sym typeface="+mn-ea"/>
            </a:endParaRPr>
          </a:p>
        </p:txBody>
      </p:sp>
      <p:sp>
        <p:nvSpPr>
          <p:cNvPr id="41" name="文本框 40"/>
          <p:cNvSpPr txBox="1"/>
          <p:nvPr>
            <p:custDataLst>
              <p:tags r:id="rId6"/>
            </p:custDataLst>
          </p:nvPr>
        </p:nvSpPr>
        <p:spPr>
          <a:xfrm>
            <a:off x="5842000" y="986155"/>
            <a:ext cx="5887720" cy="505460"/>
          </a:xfrm>
          <a:prstGeom prst="rect">
            <a:avLst/>
          </a:prstGeom>
          <a:solidFill>
            <a:srgbClr val="FCC800"/>
          </a:solidFill>
        </p:spPr>
        <p:txBody>
          <a:bodyPr wrap="none" anchor="ctr" anchorCtr="0">
            <a:noAutofit/>
          </a:bodyPr>
          <a:lstStyle/>
          <a:p>
            <a:pPr lvl="0" algn="l">
              <a:buClrTx/>
              <a:buSzTx/>
              <a:buFontTx/>
            </a:pPr>
            <a:r>
              <a:rPr lang="zh-CN" altLang="en-US" sz="2000" dirty="0">
                <a:latin typeface="微软雅黑 Light" panose="020B0502040204020203" charset="-122"/>
                <a:ea typeface="微软雅黑 Light" panose="020B0502040204020203" charset="-122"/>
                <a:cs typeface="微软雅黑 Light" panose="020B0502040204020203" charset="-122"/>
                <a:sym typeface="+mn-ea"/>
              </a:rPr>
              <a:t>药包材蒸发残渣与不挥发物检测的</a:t>
            </a:r>
            <a:r>
              <a:rPr lang="zh-CN" altLang="en-US" sz="2000" dirty="0">
                <a:latin typeface="微软雅黑 Light" panose="020B0502040204020203" charset="-122"/>
                <a:ea typeface="微软雅黑 Light" panose="020B0502040204020203" charset="-122"/>
                <a:cs typeface="微软雅黑 Light" panose="020B0502040204020203" charset="-122"/>
                <a:sym typeface="+mn-ea"/>
              </a:rPr>
              <a:t>一体化解决方案</a:t>
            </a:r>
            <a:endParaRPr lang="zh-CN" altLang="en-US" sz="2000" dirty="0">
              <a:latin typeface="微软雅黑 Light" panose="020B0502040204020203" charset="-122"/>
              <a:ea typeface="微软雅黑 Light" panose="020B0502040204020203" charset="-122"/>
              <a:cs typeface="微软雅黑 Light" panose="020B0502040204020203" charset="-122"/>
              <a:sym typeface="+mn-ea"/>
            </a:endParaRPr>
          </a:p>
        </p:txBody>
      </p:sp>
    </p:spTree>
    <p:custDataLst>
      <p:tags r:id="rId7"/>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64" name="" descr="&lt;Slide style={{ position: 'relative', width: '1280px', height: '720px', overflow: 'hidden', background: '#ffffff', fontFamily: 'Microsoft YaHei, Arial, sans-serif', color: '#333333' }}&gt;&#10;  &lt;Box style={{ position: 'absolute', top: 0, left: 0, width: '100%', height: 110, background: 'linear-gradient(135deg, #1F4E79 0%, #2E74B5 100%)' }} /&gt;&#10;  &lt;Box style={{ position: 'absolute', top: 24, left: 60, right: 60, height: 64, display: 'flex', flexDirection: 'row', alignItems: 'center' }}&gt;&#10;    &lt;Text style={{ fontSize: 34, fontWeight: 'bold', color: '#ffffff' }}&gt;工作流程&lt;/Text&gt;&#10;    &lt;Text style={{ fontSize: 18, color: '#F5F7FA', marginLeft: 20, letterSpacing: 2 }}&gt;以炽灼残渣（0841）为例的全自动闭环&lt;/Text&gt;&#10;  &lt;/Box&gt;&#10;  &lt;Box style={{ position: 'absolute', top: 130, left: 60, right: 60, bottom: 60, display: 'flex', flexDirection: 'column', gap: 18 }}&gt;&#10;    &lt;Box style={{ display: 'flex', flexDirection: 'row', gap: 16, alignItems: 'stretch' }}&gt;&#10;      &lt;Box style={{ flex: 2, background: 'rgba(0,160,176,0.10)', borderRadius: 10, padding: 18, borderLeft: '4px solid #00A0B0' }}&gt;&#10;        &lt;Text style={{ fontSize: 19, fontWeight: 'bold', color: '#1F4E79', marginBottom: 6 }}&gt;空杯恒重阶段&lt;/Text&gt;&#10;        &lt;Text style={{ fontSize: 16, color: '#333333', lineHeight: 1.6 }}&gt;机械手自动完成「高温灼烧（700–800℃）→ 液冷降温 → 精密称重 → 重复灼烧称重 → 恒重判定（差 ≤ 0.3mg）」循环。&lt;/Text&gt;&#10;      &lt;/Box&gt;&#10;      &lt;Box style={{ flex: 2, background: 'rgba(46,116,181,0.10)', borderRadius: 10, padding: 18, borderLeft: '4px solid #2E74B5' }}&gt;&#10;        &lt;Text style={{ fontSize: 19, fontWeight: 'bold', color: '#1F4E79', marginBottom: 6 }}&gt;试样检测阶段&lt;/Text&gt;&#10;        &lt;Text style={{ fontSize: 16, color: '#333333', lineHeight: 1.6 }}&gt;加样称重 → 碳化 → 硫酸定量加注 → 低温赶酸 → 700–800℃ 灰化 → 干燥冷却 → 常温称重 → 自动计算并生成报告。&lt;/Text&gt;&#10;      &lt;/Box&gt;&#10;      &lt;Box style={{ flex: 1, background: 'linear-gradient(135deg, #1F4E79 0%, #2E74B5 100%)', borderRadius: 10, padding: 18, display: 'flex', flexDirection: 'column', justifyContent: 'center' }}&gt;&#10;        &lt;Text style={{ fontSize: 44, fontWeight: 'bold', color: '#00A0B0', lineHeight: 1 }}&gt;2&lt;/Text&gt;&#10;        &lt;Text style={{ fontSize: 15, color: '#ffffff', marginTop: 6 }}&gt;人工介入点&lt;/Text&gt;&#10;        &lt;Text style={{ fontSize: 13, color: '#F5F7FA' }}&gt;装样 · 取报告&lt;/Text&gt;&#10;      &lt;/Box&gt;&#10;    &lt;/Box&gt;&#10;    &lt;Box style={{ flex: 1, background: '#F5F7FA', borderRadius: 12, display: 'flex', alignItems: 'center', justifyContent: 'center' }}&gt;&#10;      &lt;svg width='1140' height='300' viewBox='0 0 1140 300'&gt;&#10;        &lt;defs&gt;&#10;          &lt;marker id='aw' markerWidth='10' markerHeight='10' refX='6' refY='5' orient='auto'&gt;&#10;            &lt;path d='M0,0 L10,5 L0,10 z' fill='#8899AA' /&gt;&#10;          &lt;/marker&gt;&#10;        &lt;/defs&gt;&#10;        &lt;text x='20' y='34' fontSize='16' fontWeight='bold' fill='#1F4E79'&gt;泳道一 · 设备 / 机械手动作&lt;/text&gt;&#10;        &lt;line x1='20' y1='52' x2='1120' y2='52' stroke='#2E74B5' strokeWidth='2' /&gt;&#10;        &lt;g&gt;&#10;          &lt;rect x='40' y='66' width='150' height='64' rx='10' fill='#1F4E79' /&gt;&#10;          &lt;text x='115' y='95' textAnchor='middle' fontSize='15' fontWeight='bold' fill='#ffffff'&gt;装样&lt;/text&gt;&#10;          &lt;text x='115' y='116' textAnchor='middle' fontSize='12' fill='#F5F7FA'&gt;人工介入①&lt;/text&gt;&#10;          &lt;rect x='250' y='66' width='150' height='64' rx='10' fill='#2E74B5' /&gt;&#10;          &lt;text x='325' y='95' textAnchor='middle' fontSize='15' fontWeight='bold' fill='#ffffff'&gt;高温灼烧&lt;/text&gt;&#10;          &lt;text x='325' y='116' textAnchor='middle' fontSize='12' fill='#F5F7FA'&gt;700–800℃&lt;/text&gt;&#10;          &lt;rect x='460' y='66' width='150' height='64' rx='10' fill='#2E74B5' /&gt;&#10;          &lt;text x='535' y='95' textAnchor='middle' fontSize='15' fontWeight='bold' fill='#ffffff'&gt;液冷降温&lt;/text&gt;&#10;          &lt;text x='535' y='116' textAnchor='middle' fontSize='12' fill='#F5F7FA'&gt;常温称重&lt;/text&gt;&#10;          &lt;rect x='670' y='66' width='150' height='64' rx='10' fill='#2E74B5' /&gt;&#10;          &lt;text x='745' y='95' textAnchor='middle' fontSize='15' fontWeight='bold' fill='#ffffff'&gt;精密称量&lt;/text&gt;&#10;          &lt;text x='745' y='116' textAnchor='middle' fontSize='12' fill='#F5F7FA'&gt;0.01mg&lt;/text&gt;&#10;          &lt;rect x='880' y='66' width='150' height='64' rx='10' fill='#00A0B0' /&gt;&#10;          &lt;text x='955' y='95' textAnchor='middle' fontSize='15' fontWeight='bold' fill='#ffffff'&gt;恒重判定&lt;/text&gt;&#10;          &lt;text x='955' y='116' textAnchor='middle' fontSize='12' fill='#F5F7FA'&gt;差 ≤ 0.3mg&lt;/text&gt;&#10;          &lt;rect x='1050' y='66' width='80' height='64' rx='10' fill='#1F4E79' /&gt;&#10;          &lt;text x='1090' y='104' textAnchor='middle' fontSize='14' fontWeight='bold' fill='#ffffff'&gt;报告&lt;/text&gt;&#10;        &lt;/g&gt;&#10;        &lt;line x1='190' y1='98' x2='248' y2='98' stroke='#8899AA' strokeWidth='2' markerEnd='url(#aw)' /&gt;&#10;        &lt;line x1='400' y1='98' x2='458' y2='98' stroke='#8899AA' strokeWidth='2' markerEnd='url(#aw)' /&gt;&#10;        &lt;line x1='610' y1='98' x2='668' y2='98' stroke='#8899AA' strokeWidth='2' markerEnd='url(#aw)' /&gt;&#10;        &lt;line x1='820' y1='98' x2='878' y2='98' stroke='#8899AA' strokeWidth='2' markerEnd='url(#aw)' /&gt;&#10;        &lt;line x1='1030' y1='98' x2='1048' y2='98' stroke='#8899AA' strokeWidth='2' markerEnd='url(#aw)' /&gt;&#10;        &lt;text x='20' y='180' fontSize='16' fontWeight='bold' fill='#1F4E79'&gt;泳道二 · 数据流（合规闭环）&lt;/text&gt;&#10;        &lt;line x1='20' y1='198' x2='1120' y2='198' stroke='#00A0B0' strokeWidth='2' /&gt;&#10;        &lt;rect x='40' y='210' width='1040' height='64' rx='10' fill='#F5F7FA' stroke='#00A0B0' strokeWidth='2' /&gt;&#10;        &lt;text x='80' y='248' fontSize='15' fill='#333333'&gt;天平原始读数&lt;/text&gt;&#10;        &lt;text x='300' y='248' fontSize='15' fill='#333333'&gt;→ 软件自动计算&lt;/text&gt;&#10;        &lt;text x='560' y='248' fontSize='15' fill='#333333'&gt;→ 审计追踪（Audit Trail）&lt;/text&gt;&#10;        &lt;text x='860' y='248' fontSize='15' fill='#333333'&gt;→ 报告自动生成&lt;/text&gt;&#10;        &lt;text x='20' y='292' fontSize='14' fill='#8899AA'&gt;恒重定义（2025版药典四部凡例第二十一条）：连续两次干燥或炽灼后称重差异在 0.3mg 以下。&lt;/text&gt;&#10;      &lt;/svg&gt;&#10;    &lt;/Box&gt;&#10;  &lt;/Box&gt;&#10;  &lt;Box style={{ position: 'absolute', bottom: 20, left: 60, right: 60, height: 20, display: 'flex', flexDirection: 'row', justifyContent: 'space-between', alignItems: 'center' }}&gt;&#10;    &lt;Text style={{ fontSize: 13, color: '#8899AA' }}&gt;兰光集成式检测系统解决方案&lt;/Text&gt;&#10;    &lt;Text style={{ fontSize: 13, color: '#8899AA' }}&gt;16 / 37&lt;/Text&gt;&#10;  &lt;/Box&gt;&#10;&lt;/Slide&gt;&#10;"/>
        <p:cNvGrpSpPr/>
        <p:nvPr/>
      </p:nvGrpSpPr>
      <p:grpSpPr>
        <a:xfrm>
          <a:off x="0" y="0"/>
          <a:ext cx="0" cy="0"/>
          <a:chOff x="0" y="0"/>
          <a:chExt cx="0" cy="0"/>
        </a:xfrm>
      </p:grpSpPr>
      <p:sp>
        <p:nvSpPr>
          <p:cNvPr id="9" name="矩形 8"/>
          <p:cNvSpPr/>
          <p:nvPr/>
        </p:nvSpPr>
        <p:spPr>
          <a:xfrm>
            <a:off x="450215" y="1547495"/>
            <a:ext cx="5562000" cy="4981575"/>
          </a:xfrm>
          <a:prstGeom prst="rect">
            <a:avLst/>
          </a:prstGeom>
          <a:solidFill>
            <a:schemeClr val="bg1"/>
          </a:solidFill>
          <a:ln>
            <a:solidFill>
              <a:srgbClr val="FCC8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矩形 48"/>
          <p:cNvSpPr/>
          <p:nvPr/>
        </p:nvSpPr>
        <p:spPr>
          <a:xfrm>
            <a:off x="6177280" y="1547495"/>
            <a:ext cx="5562000" cy="4981575"/>
          </a:xfrm>
          <a:prstGeom prst="rect">
            <a:avLst/>
          </a:prstGeom>
          <a:solidFill>
            <a:schemeClr val="bg1"/>
          </a:solidFill>
          <a:ln>
            <a:solidFill>
              <a:srgbClr val="FCC8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标题 3"/>
          <p:cNvSpPr>
            <a:spLocks noGrp="1"/>
          </p:cNvSpPr>
          <p:nvPr>
            <p:ph type="title"/>
          </p:nvPr>
        </p:nvSpPr>
        <p:spPr/>
        <p:txBody>
          <a:bodyPr/>
          <a:p>
            <a:pPr algn="l"/>
            <a:r>
              <a:rPr lang="zh-CN" altLang="en-US">
                <a:sym typeface="+mn-ea"/>
              </a:rPr>
              <a:t>集成式蒸发残渣检测系统</a:t>
            </a:r>
            <a:r>
              <a:rPr lang="en-US" altLang="zh-CN">
                <a:sym typeface="+mn-ea"/>
              </a:rPr>
              <a:t>-</a:t>
            </a:r>
            <a:r>
              <a:rPr lang="en-US" altLang="zh-CN">
                <a:sym typeface="+mn-ea"/>
              </a:rPr>
              <a:t>C840 </a:t>
            </a:r>
            <a:r>
              <a:rPr lang="zh-CN" altLang="en-US"/>
              <a:t>工作</a:t>
            </a:r>
            <a:r>
              <a:rPr lang="zh-CN" altLang="en-US"/>
              <a:t>流程</a:t>
            </a:r>
            <a:endParaRPr lang="zh-CN" altLang="en-US"/>
          </a:p>
        </p:txBody>
      </p:sp>
      <p:sp>
        <p:nvSpPr>
          <p:cNvPr id="171" name="文本框 170" descr="{&quot;isTemplate&quot;:true,&quot;type&quot;:&quot;text&quot;}"/>
          <p:cNvSpPr txBox="1"/>
          <p:nvPr/>
        </p:nvSpPr>
        <p:spPr>
          <a:xfrm>
            <a:off x="450215" y="1001395"/>
            <a:ext cx="5562600" cy="536575"/>
          </a:xfrm>
          <a:prstGeom prst="rect">
            <a:avLst/>
          </a:prstGeom>
          <a:solidFill>
            <a:srgbClr val="FCC800"/>
          </a:solidFill>
        </p:spPr>
        <p:txBody>
          <a:bodyPr vert="horz" wrap="none" lIns="0" tIns="0" rIns="0" bIns="0" anchor="ctr" anchorCtr="0">
            <a:noAutofit/>
          </a:bodyPr>
          <a:p>
            <a:pPr algn="ctr">
              <a:lnSpc>
                <a:spcPct val="100000"/>
              </a:lnSpc>
            </a:pPr>
            <a:r>
              <a:rPr lang="zh-CN" b="1">
                <a:solidFill>
                  <a:schemeClr val="tx1">
                    <a:lumMod val="75000"/>
                    <a:lumOff val="25000"/>
                  </a:schemeClr>
                </a:solidFill>
                <a:latin typeface="微软雅黑" panose="020B0503020204020204" charset="-122"/>
                <a:ea typeface="微软雅黑" panose="020B0503020204020204" charset="-122"/>
              </a:rPr>
              <a:t>空杯恒重</a:t>
            </a:r>
            <a:endParaRPr lang="zh-CN" b="1">
              <a:solidFill>
                <a:schemeClr val="tx1">
                  <a:lumMod val="75000"/>
                  <a:lumOff val="25000"/>
                </a:schemeClr>
              </a:solidFill>
              <a:latin typeface="微软雅黑" panose="020B0503020204020204" charset="-122"/>
              <a:ea typeface="微软雅黑" panose="020B0503020204020204" charset="-122"/>
            </a:endParaRPr>
          </a:p>
        </p:txBody>
      </p:sp>
      <p:sp>
        <p:nvSpPr>
          <p:cNvPr id="143" name="矩形: 圆角 142"/>
          <p:cNvSpPr/>
          <p:nvPr/>
        </p:nvSpPr>
        <p:spPr>
          <a:xfrm>
            <a:off x="2276475" y="1852930"/>
            <a:ext cx="1483360" cy="349250"/>
          </a:xfrm>
          <a:prstGeom prst="roundRect">
            <a:avLst>
              <a:gd name="adj" fmla="val 50000"/>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空杯</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48" name="矩形: 圆角 147"/>
          <p:cNvSpPr/>
          <p:nvPr/>
        </p:nvSpPr>
        <p:spPr>
          <a:xfrm>
            <a:off x="2276475" y="4384040"/>
            <a:ext cx="1483360" cy="349250"/>
          </a:xfrm>
          <a:prstGeom prst="roundRect">
            <a:avLst>
              <a:gd name="adj" fmla="val 50000"/>
            </a:avLst>
          </a:prstGeom>
          <a:solidFill>
            <a:srgbClr val="FCC800">
              <a:alpha val="5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液冷</a:t>
            </a: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降温</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9" name="矩形: 圆角 167"/>
          <p:cNvSpPr/>
          <p:nvPr/>
        </p:nvSpPr>
        <p:spPr>
          <a:xfrm>
            <a:off x="2276475" y="3118485"/>
            <a:ext cx="1483360" cy="349250"/>
          </a:xfrm>
          <a:prstGeom prst="roundRect">
            <a:avLst>
              <a:gd name="adj" fmla="val 50000"/>
            </a:avLst>
          </a:prstGeom>
          <a:solidFill>
            <a:schemeClr val="accent4"/>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电加热</a:t>
            </a: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烘干</a:t>
            </a:r>
            <a:endPar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endParaRPr>
          </a:p>
        </p:txBody>
      </p:sp>
      <p:cxnSp>
        <p:nvCxnSpPr>
          <p:cNvPr id="226" name="直接连接符 225"/>
          <p:cNvCxnSpPr>
            <a:stCxn id="143" idx="2"/>
            <a:endCxn id="19" idx="0"/>
          </p:cNvCxnSpPr>
          <p:nvPr/>
        </p:nvCxnSpPr>
        <p:spPr>
          <a:xfrm>
            <a:off x="3018155" y="2202180"/>
            <a:ext cx="0" cy="91630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235" name="直接连接符 234"/>
          <p:cNvCxnSpPr>
            <a:stCxn id="19" idx="2"/>
            <a:endCxn id="148" idx="0"/>
          </p:cNvCxnSpPr>
          <p:nvPr/>
        </p:nvCxnSpPr>
        <p:spPr>
          <a:xfrm>
            <a:off x="3018155" y="3467735"/>
            <a:ext cx="0" cy="91630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20" name="矩形: 圆角 147"/>
          <p:cNvSpPr/>
          <p:nvPr/>
        </p:nvSpPr>
        <p:spPr>
          <a:xfrm>
            <a:off x="2279650" y="5649595"/>
            <a:ext cx="1483360" cy="349250"/>
          </a:xfrm>
          <a:prstGeom prst="roundRect">
            <a:avLst>
              <a:gd name="adj" fmla="val 50000"/>
            </a:avLst>
          </a:prstGeom>
          <a:solidFill>
            <a:schemeClr val="bg1">
              <a:lumMod val="8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精密</a:t>
            </a: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称重</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21" name="直接连接符 20"/>
          <p:cNvCxnSpPr>
            <a:stCxn id="148" idx="2"/>
            <a:endCxn id="20" idx="0"/>
          </p:cNvCxnSpPr>
          <p:nvPr/>
        </p:nvCxnSpPr>
        <p:spPr>
          <a:xfrm>
            <a:off x="3018155" y="4733290"/>
            <a:ext cx="3175" cy="91630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23" name="肘形连接符 22"/>
          <p:cNvCxnSpPr>
            <a:stCxn id="20" idx="3"/>
            <a:endCxn id="19" idx="3"/>
          </p:cNvCxnSpPr>
          <p:nvPr/>
        </p:nvCxnSpPr>
        <p:spPr>
          <a:xfrm flipH="1" flipV="1">
            <a:off x="3759835" y="3293110"/>
            <a:ext cx="3175" cy="2531110"/>
          </a:xfrm>
          <a:prstGeom prst="bentConnector3">
            <a:avLst>
              <a:gd name="adj1" fmla="val -7500000"/>
            </a:avLst>
          </a:prstGeom>
          <a:ln w="12700" cap="flat" cmpd="sng" algn="ctr">
            <a:solidFill>
              <a:srgbClr val="FCC80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2" name="文本框 11"/>
          <p:cNvSpPr txBox="1"/>
          <p:nvPr/>
        </p:nvSpPr>
        <p:spPr>
          <a:xfrm>
            <a:off x="3819525" y="4208145"/>
            <a:ext cx="367030" cy="701040"/>
          </a:xfrm>
          <a:prstGeom prst="rect">
            <a:avLst/>
          </a:prstGeom>
          <a:solidFill>
            <a:schemeClr val="bg1"/>
          </a:solidFill>
        </p:spPr>
        <p:txBody>
          <a:bodyPr vert="mongolianVert" wrap="square" rtlCol="0" anchor="t">
            <a:spAutoFit/>
          </a:bodyPr>
          <a:p>
            <a:pPr algn="l"/>
            <a:r>
              <a:rPr lang="zh-CN" sz="1200">
                <a:solidFill>
                  <a:srgbClr val="333333"/>
                </a:solidFill>
                <a:latin typeface="微软雅黑" panose="020B0503020204020204" charset="-122"/>
                <a:ea typeface="微软雅黑" panose="020B0503020204020204" charset="-122"/>
                <a:sym typeface="+mn-ea"/>
              </a:rPr>
              <a:t>重复</a:t>
            </a:r>
            <a:r>
              <a:rPr lang="zh-CN" sz="1200">
                <a:solidFill>
                  <a:srgbClr val="333333"/>
                </a:solidFill>
                <a:latin typeface="微软雅黑" panose="020B0503020204020204" charset="-122"/>
                <a:ea typeface="微软雅黑" panose="020B0503020204020204" charset="-122"/>
                <a:sym typeface="+mn-ea"/>
              </a:rPr>
              <a:t>烘干</a:t>
            </a:r>
            <a:endParaRPr lang="zh-CN" sz="1200">
              <a:solidFill>
                <a:srgbClr val="333333"/>
              </a:solidFill>
              <a:latin typeface="微软雅黑" panose="020B0503020204020204" charset="-122"/>
              <a:ea typeface="微软雅黑" panose="020B0503020204020204" charset="-122"/>
              <a:sym typeface="+mn-ea"/>
            </a:endParaRPr>
          </a:p>
        </p:txBody>
      </p:sp>
      <p:sp>
        <p:nvSpPr>
          <p:cNvPr id="17" name="文本框 16" descr="{&quot;isTemplate&quot;:true,&quot;type&quot;:&quot;text&quot;}"/>
          <p:cNvSpPr txBox="1"/>
          <p:nvPr/>
        </p:nvSpPr>
        <p:spPr>
          <a:xfrm>
            <a:off x="6177280" y="1001395"/>
            <a:ext cx="5571490" cy="536575"/>
          </a:xfrm>
          <a:prstGeom prst="rect">
            <a:avLst/>
          </a:prstGeom>
          <a:solidFill>
            <a:srgbClr val="FCC800"/>
          </a:solidFill>
        </p:spPr>
        <p:txBody>
          <a:bodyPr vert="horz" wrap="none" lIns="0" tIns="0" rIns="0" bIns="0" anchor="ctr" anchorCtr="0">
            <a:noAutofit/>
          </a:bodyPr>
          <a:p>
            <a:pPr lvl="0" algn="ctr">
              <a:buClrTx/>
              <a:buSzTx/>
              <a:buFontTx/>
            </a:pPr>
            <a:r>
              <a:rPr lang="zh-CN" b="1">
                <a:solidFill>
                  <a:schemeClr val="tx1">
                    <a:lumMod val="75000"/>
                    <a:lumOff val="25000"/>
                  </a:schemeClr>
                </a:solidFill>
                <a:latin typeface="微软雅黑" panose="020B0503020204020204" charset="-122"/>
                <a:ea typeface="微软雅黑" panose="020B0503020204020204" charset="-122"/>
                <a:sym typeface="+mn-ea"/>
              </a:rPr>
              <a:t>蒸发</a:t>
            </a:r>
            <a:r>
              <a:rPr lang="zh-CN" b="1">
                <a:solidFill>
                  <a:schemeClr val="tx1">
                    <a:lumMod val="75000"/>
                    <a:lumOff val="25000"/>
                  </a:schemeClr>
                </a:solidFill>
                <a:latin typeface="微软雅黑" panose="020B0503020204020204" charset="-122"/>
                <a:ea typeface="微软雅黑" panose="020B0503020204020204" charset="-122"/>
                <a:sym typeface="+mn-ea"/>
              </a:rPr>
              <a:t>残渣检测</a:t>
            </a:r>
            <a:endParaRPr lang="zh-CN" b="1">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30" name="矩形: 圆角 142"/>
          <p:cNvSpPr/>
          <p:nvPr/>
        </p:nvSpPr>
        <p:spPr>
          <a:xfrm>
            <a:off x="8216600" y="1859915"/>
            <a:ext cx="1483360" cy="349250"/>
          </a:xfrm>
          <a:prstGeom prst="roundRect">
            <a:avLst>
              <a:gd name="adj" fmla="val 50000"/>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自动取样</a:t>
            </a: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称重</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2" name="矩形: 圆角 147"/>
          <p:cNvSpPr/>
          <p:nvPr/>
        </p:nvSpPr>
        <p:spPr>
          <a:xfrm>
            <a:off x="8216900" y="2807335"/>
            <a:ext cx="1483360" cy="349250"/>
          </a:xfrm>
          <a:prstGeom prst="roundRect">
            <a:avLst>
              <a:gd name="adj" fmla="val 50000"/>
            </a:avLst>
          </a:prstGeom>
          <a:solidFill>
            <a:schemeClr val="accent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水浴</a:t>
            </a: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蒸发</a:t>
            </a:r>
            <a:endPar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endParaRPr>
          </a:p>
        </p:txBody>
      </p:sp>
      <p:sp>
        <p:nvSpPr>
          <p:cNvPr id="33" name="矩形: 圆角 147"/>
          <p:cNvSpPr/>
          <p:nvPr/>
        </p:nvSpPr>
        <p:spPr>
          <a:xfrm>
            <a:off x="8216900" y="4702175"/>
            <a:ext cx="1483360" cy="349250"/>
          </a:xfrm>
          <a:prstGeom prst="roundRect">
            <a:avLst>
              <a:gd name="adj" fmla="val 50000"/>
            </a:avLst>
          </a:prstGeom>
          <a:solidFill>
            <a:srgbClr val="FCC800">
              <a:alpha val="5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200" noProof="0">
                <a:ln>
                  <a:noFill/>
                </a:ln>
                <a:solidFill>
                  <a:prstClr val="black"/>
                </a:solidFill>
                <a:effectLst/>
                <a:uLnTx/>
                <a:uFillTx/>
                <a:latin typeface="微软雅黑" panose="020B0503020204020204" charset="-122"/>
                <a:ea typeface="微软雅黑" panose="020B0503020204020204" charset="-122"/>
                <a:sym typeface="+mn-ea"/>
              </a:rPr>
              <a:t>液冷</a:t>
            </a:r>
            <a:r>
              <a:rPr lang="zh-CN" altLang="en-US" sz="1200" noProof="0">
                <a:ln>
                  <a:noFill/>
                </a:ln>
                <a:solidFill>
                  <a:prstClr val="black"/>
                </a:solidFill>
                <a:effectLst/>
                <a:uLnTx/>
                <a:uFillTx/>
                <a:latin typeface="微软雅黑" panose="020B0503020204020204" charset="-122"/>
                <a:ea typeface="微软雅黑" panose="020B0503020204020204" charset="-122"/>
                <a:sym typeface="+mn-ea"/>
              </a:rPr>
              <a:t>降温</a:t>
            </a:r>
            <a:endParaRPr lang="zh-CN" altLang="en-US" sz="1200" noProof="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39" name="矩形: 圆角 147"/>
          <p:cNvSpPr/>
          <p:nvPr/>
        </p:nvSpPr>
        <p:spPr>
          <a:xfrm>
            <a:off x="8216900" y="5649595"/>
            <a:ext cx="1483360" cy="349250"/>
          </a:xfrm>
          <a:prstGeom prst="roundRect">
            <a:avLst>
              <a:gd name="adj" fmla="val 50000"/>
            </a:avLst>
          </a:prstGeom>
          <a:solidFill>
            <a:schemeClr val="bg1">
              <a:lumMod val="8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常温</a:t>
            </a: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称重</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40" name="直接连接符 39"/>
          <p:cNvCxnSpPr>
            <a:stCxn id="30" idx="2"/>
            <a:endCxn id="32" idx="0"/>
          </p:cNvCxnSpPr>
          <p:nvPr/>
        </p:nvCxnSpPr>
        <p:spPr>
          <a:xfrm>
            <a:off x="8958580" y="2209165"/>
            <a:ext cx="0" cy="598170"/>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41" name="直接连接符 40"/>
          <p:cNvCxnSpPr>
            <a:stCxn id="1" idx="2"/>
            <a:endCxn id="33" idx="0"/>
          </p:cNvCxnSpPr>
          <p:nvPr/>
        </p:nvCxnSpPr>
        <p:spPr>
          <a:xfrm>
            <a:off x="8958580" y="4208780"/>
            <a:ext cx="0" cy="49339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52" name="文本框 51" descr="{&quot;isTemplate&quot;:true,&quot;type&quot;:&quot;text&quot;}"/>
          <p:cNvSpPr txBox="1"/>
          <p:nvPr/>
        </p:nvSpPr>
        <p:spPr>
          <a:xfrm>
            <a:off x="450215" y="6240780"/>
            <a:ext cx="5562600" cy="288000"/>
          </a:xfrm>
          <a:prstGeom prst="rect">
            <a:avLst/>
          </a:prstGeom>
          <a:solidFill>
            <a:srgbClr val="FCC800">
              <a:alpha val="15000"/>
            </a:srgbClr>
          </a:solidFill>
        </p:spPr>
        <p:txBody>
          <a:bodyPr vert="horz" wrap="none" lIns="0" tIns="0" rIns="0" bIns="0" anchor="ctr" anchorCtr="0">
            <a:noAutofit/>
          </a:bodyPr>
          <a:p>
            <a:pPr lvl="0" algn="ctr">
              <a:buClrTx/>
              <a:buSzTx/>
              <a:buFontTx/>
            </a:pPr>
            <a:r>
              <a:rPr lang="zh-CN" sz="1400">
                <a:solidFill>
                  <a:schemeClr val="tx1">
                    <a:lumMod val="75000"/>
                    <a:lumOff val="25000"/>
                  </a:schemeClr>
                </a:solidFill>
                <a:latin typeface="微软雅黑" panose="020B0503020204020204" charset="-122"/>
                <a:ea typeface="微软雅黑" panose="020B0503020204020204" charset="-122"/>
                <a:sym typeface="+mn-ea"/>
              </a:rPr>
              <a:t>恒重差＜0.3mg</a:t>
            </a:r>
            <a:endParaRPr lang="zh-CN" sz="1400">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3" name="矩形: 圆角 167"/>
          <p:cNvSpPr/>
          <p:nvPr/>
        </p:nvSpPr>
        <p:spPr>
          <a:xfrm>
            <a:off x="8216900" y="3754755"/>
            <a:ext cx="1483360" cy="349250"/>
          </a:xfrm>
          <a:prstGeom prst="roundRect">
            <a:avLst>
              <a:gd name="adj" fmla="val 50000"/>
            </a:avLst>
          </a:prstGeom>
          <a:solidFill>
            <a:schemeClr val="accent4"/>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电加热</a:t>
            </a: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烘干</a:t>
            </a:r>
            <a:endPar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endParaRPr>
          </a:p>
        </p:txBody>
      </p:sp>
      <p:cxnSp>
        <p:nvCxnSpPr>
          <p:cNvPr id="5" name="直接连接符 4"/>
          <p:cNvCxnSpPr>
            <a:stCxn id="33" idx="2"/>
            <a:endCxn id="39" idx="0"/>
          </p:cNvCxnSpPr>
          <p:nvPr/>
        </p:nvCxnSpPr>
        <p:spPr>
          <a:xfrm>
            <a:off x="8958580" y="5051425"/>
            <a:ext cx="0" cy="598170"/>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6" name="直接连接符 5"/>
          <p:cNvCxnSpPr>
            <a:stCxn id="32" idx="2"/>
            <a:endCxn id="1" idx="0"/>
          </p:cNvCxnSpPr>
          <p:nvPr/>
        </p:nvCxnSpPr>
        <p:spPr>
          <a:xfrm>
            <a:off x="8958580" y="3156585"/>
            <a:ext cx="0" cy="49339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任意多边形: 形状 42"/>
          <p:cNvSpPr/>
          <p:nvPr/>
        </p:nvSpPr>
        <p:spPr>
          <a:xfrm flipH="1" flipV="1">
            <a:off x="-715524" y="0"/>
            <a:ext cx="6000629" cy="6858000"/>
          </a:xfrm>
          <a:custGeom>
            <a:avLst/>
            <a:gdLst>
              <a:gd name="connsiteX0" fmla="*/ 1453546 w 6000629"/>
              <a:gd name="connsiteY0" fmla="*/ 0 h 6858000"/>
              <a:gd name="connsiteX1" fmla="*/ 6000629 w 6000629"/>
              <a:gd name="connsiteY1" fmla="*/ 0 h 6858000"/>
              <a:gd name="connsiteX2" fmla="*/ 6000629 w 6000629"/>
              <a:gd name="connsiteY2" fmla="*/ 6858000 h 6858000"/>
              <a:gd name="connsiteX3" fmla="*/ 1453546 w 6000629"/>
              <a:gd name="connsiteY3" fmla="*/ 6858000 h 6858000"/>
              <a:gd name="connsiteX4" fmla="*/ 1398664 w 6000629"/>
              <a:gd name="connsiteY4" fmla="*/ 6805675 h 6858000"/>
              <a:gd name="connsiteX5" fmla="*/ 0 w 6000629"/>
              <a:gd name="connsiteY5" fmla="*/ 3429000 h 6858000"/>
              <a:gd name="connsiteX6" fmla="*/ 1398664 w 6000629"/>
              <a:gd name="connsiteY6" fmla="*/ 5232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00629" h="6858000">
                <a:moveTo>
                  <a:pt x="1453546" y="0"/>
                </a:moveTo>
                <a:lnTo>
                  <a:pt x="6000629" y="0"/>
                </a:lnTo>
                <a:lnTo>
                  <a:pt x="6000629" y="6858000"/>
                </a:lnTo>
                <a:lnTo>
                  <a:pt x="1453546" y="6858000"/>
                </a:lnTo>
                <a:lnTo>
                  <a:pt x="1398664" y="6805675"/>
                </a:lnTo>
                <a:cubicBezTo>
                  <a:pt x="534498" y="5941509"/>
                  <a:pt x="0" y="4747674"/>
                  <a:pt x="0" y="3429000"/>
                </a:cubicBezTo>
                <a:cubicBezTo>
                  <a:pt x="0" y="2110327"/>
                  <a:pt x="534498" y="916492"/>
                  <a:pt x="1398664" y="52325"/>
                </a:cubicBezTo>
                <a:close/>
              </a:path>
            </a:pathLst>
          </a:custGeom>
          <a:gradFill>
            <a:gsLst>
              <a:gs pos="0">
                <a:srgbClr val="FF9E3F"/>
              </a:gs>
              <a:gs pos="100000">
                <a:srgbClr val="FFC20F"/>
              </a:gs>
            </a:gsLst>
            <a:lin ang="2700000" scaled="0"/>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94665" rtl="0" eaLnBrk="1" fontAlgn="auto" latinLnBrk="0" hangingPunct="1">
              <a:lnSpc>
                <a:spcPct val="100000"/>
              </a:lnSpc>
              <a:spcBef>
                <a:spcPts val="0"/>
              </a:spcBef>
              <a:spcAft>
                <a:spcPts val="0"/>
              </a:spcAft>
              <a:buClrTx/>
              <a:buSzTx/>
              <a:buFontTx/>
              <a:buNone/>
              <a:defRPr/>
            </a:pPr>
            <a:endParaRPr kumimoji="0" lang="zh-CN" altLang="en-US" sz="1950" b="0" i="0" u="none" strike="noStrike" kern="1200" cap="none" spc="0" normalizeH="0" baseline="0" noProof="0">
              <a:ln>
                <a:noFill/>
              </a:ln>
              <a:solidFill>
                <a:prstClr val="white"/>
              </a:solidFill>
              <a:effectLst/>
              <a:uLnTx/>
              <a:uFillTx/>
              <a:latin typeface="+mj-lt"/>
              <a:ea typeface="+mj-ea"/>
              <a:cs typeface="+mn-cs"/>
            </a:endParaRPr>
          </a:p>
        </p:txBody>
      </p:sp>
      <p:pic>
        <p:nvPicPr>
          <p:cNvPr id="3" name="Picture 5"/>
          <p:cNvPicPr>
            <a:picLocks noChangeAspect="1"/>
          </p:cNvPicPr>
          <p:nvPr/>
        </p:nvPicPr>
        <p:blipFill>
          <a:blip r:embed="rId1"/>
          <a:srcRect l="179" r="179"/>
          <a:stretch>
            <a:fillRect/>
          </a:stretch>
        </p:blipFill>
        <p:spPr>
          <a:xfrm>
            <a:off x="469265" y="1777365"/>
            <a:ext cx="4572000" cy="3708400"/>
          </a:xfrm>
          <a:prstGeom prst="rect">
            <a:avLst/>
          </a:prstGeom>
          <a:noFill/>
          <a:ln w="25400" cap="flat" cmpd="sng">
            <a:noFill/>
            <a:prstDash val="solid"/>
            <a:round/>
          </a:ln>
        </p:spPr>
      </p:pic>
      <p:sp>
        <p:nvSpPr>
          <p:cNvPr id="28" name="标题 27"/>
          <p:cNvSpPr>
            <a:spLocks noGrp="1"/>
          </p:cNvSpPr>
          <p:nvPr>
            <p:ph type="title"/>
          </p:nvPr>
        </p:nvSpPr>
        <p:spPr/>
        <p:txBody>
          <a:bodyPr/>
          <a:p>
            <a:pPr algn="l"/>
            <a:r>
              <a:rPr lang="zh-CN" altLang="en-US"/>
              <a:t>集成式灼烧残渣检测系统</a:t>
            </a:r>
            <a:r>
              <a:rPr lang="en-US" altLang="zh-CN"/>
              <a:t>-</a:t>
            </a:r>
            <a:r>
              <a:rPr lang="en-US" altLang="zh-CN">
                <a:sym typeface="+mn-ea"/>
              </a:rPr>
              <a:t>C860H/C860M</a:t>
            </a:r>
            <a:endParaRPr lang="zh-CN" altLang="en-US"/>
          </a:p>
        </p:txBody>
      </p:sp>
      <p:sp>
        <p:nvSpPr>
          <p:cNvPr id="6" name="AutoShape 6"/>
          <p:cNvSpPr/>
          <p:nvPr/>
        </p:nvSpPr>
        <p:spPr>
          <a:xfrm>
            <a:off x="468948" y="5715000"/>
            <a:ext cx="4572000" cy="330200"/>
          </a:xfrm>
          <a:prstGeom prst="rect">
            <a:avLst/>
          </a:prstGeom>
          <a:noFill/>
          <a:ln w="12700" cap="flat" cmpd="sng">
            <a:noFill/>
            <a:prstDash val="solid"/>
            <a:round/>
          </a:ln>
        </p:spPr>
        <p:txBody>
          <a:bodyPr vert="horz" wrap="none" lIns="0" tIns="0" rIns="0" bIns="0" rtlCol="0" anchor="ctr" anchorCtr="0">
            <a:noAutofit/>
          </a:bodyPr>
          <a:lstStyle/>
          <a:p>
            <a:pPr lvl="0" algn="ctr">
              <a:lnSpc>
                <a:spcPct val="125000"/>
              </a:lnSpc>
              <a:buClrTx/>
              <a:buSzTx/>
              <a:buFontTx/>
              <a:defRPr/>
            </a:pPr>
            <a:r>
              <a:rPr lang="en-US" sz="1100">
                <a:solidFill>
                  <a:schemeClr val="bg1"/>
                </a:solidFill>
                <a:latin typeface="微软雅黑" panose="020B0503020204020204" charset="-122"/>
                <a:ea typeface="微软雅黑" panose="020B0503020204020204" charset="-122"/>
                <a:cs typeface="微软雅黑" panose="020B0503020204020204" charset="-122"/>
                <a:sym typeface="微软雅黑 Light" panose="020B0502040204020203" charset="-122"/>
              </a:rPr>
              <a:t>C860H 集成式灼烧残渣检测系统（产品实拍）</a:t>
            </a:r>
            <a:endParaRPr lang="en-US" sz="1100">
              <a:solidFill>
                <a:schemeClr val="bg1"/>
              </a:solidFill>
              <a:latin typeface="微软雅黑" panose="020B0503020204020204" charset="-122"/>
              <a:ea typeface="微软雅黑" panose="020B0503020204020204" charset="-122"/>
              <a:cs typeface="微软雅黑" panose="020B0503020204020204" charset="-122"/>
              <a:sym typeface="微软雅黑 Light" panose="020B0502040204020203" charset="-122"/>
            </a:endParaRPr>
          </a:p>
        </p:txBody>
      </p:sp>
      <p:sp>
        <p:nvSpPr>
          <p:cNvPr id="8" name="AutoShape 8"/>
          <p:cNvSpPr/>
          <p:nvPr/>
        </p:nvSpPr>
        <p:spPr>
          <a:xfrm>
            <a:off x="5842000" y="1651318"/>
            <a:ext cx="3227705" cy="215265"/>
          </a:xfrm>
          <a:prstGeom prst="rect">
            <a:avLst/>
          </a:prstGeom>
          <a:noFill/>
          <a:ln w="12700" cap="flat" cmpd="sng">
            <a:noFill/>
            <a:prstDash val="solid"/>
            <a:round/>
          </a:ln>
        </p:spPr>
        <p:txBody>
          <a:bodyPr vert="horz" wrap="none" lIns="0" tIns="0" rIns="0" bIns="0" rtlCol="0" anchor="ctr" anchorCtr="0">
            <a:spAutoFit/>
          </a:bodyPr>
          <a:lstStyle/>
          <a:p>
            <a:pPr marL="0" indent="0" algn="l">
              <a:lnSpc>
                <a:spcPct val="100000"/>
              </a:lnSpc>
              <a:defRPr/>
            </a:pPr>
            <a:r>
              <a:rPr lang="zh-CN" altLang="en-US" sz="14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药典通则0841—无机杂质控制的法定手段</a:t>
            </a:r>
            <a:endParaRPr lang="zh-CN" altLang="en-US" sz="14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grpSp>
        <p:nvGrpSpPr>
          <p:cNvPr id="33" name="组合 32"/>
          <p:cNvGrpSpPr/>
          <p:nvPr/>
        </p:nvGrpSpPr>
        <p:grpSpPr>
          <a:xfrm rot="0">
            <a:off x="5842000" y="2975610"/>
            <a:ext cx="5613400" cy="1041400"/>
            <a:chOff x="9200" y="3640"/>
            <a:chExt cx="8840" cy="1640"/>
          </a:xfrm>
        </p:grpSpPr>
        <p:sp>
          <p:nvSpPr>
            <p:cNvPr id="9" name="AutoShape 9"/>
            <p:cNvSpPr/>
            <p:nvPr/>
          </p:nvSpPr>
          <p:spPr>
            <a:xfrm>
              <a:off x="9200" y="3640"/>
              <a:ext cx="4000" cy="800"/>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600" b="1" i="0" u="none" strike="noStrike">
                  <a:solidFill>
                    <a:srgbClr val="0E2A47"/>
                  </a:solidFill>
                  <a:latin typeface="微软雅黑" panose="020B0503020204020204" charset="-122"/>
                  <a:ea typeface="微软雅黑" panose="020B0503020204020204" charset="-122"/>
                  <a:cs typeface="微软雅黑" panose="020B0503020204020204" charset="-122"/>
                  <a:sym typeface="微软雅黑 Light" panose="020B0502040204020203" charset="-122"/>
                </a:rPr>
                <a:t>C860H 高配</a:t>
              </a:r>
              <a:r>
                <a:rPr lang="en-US" sz="1600" b="1" i="0" u="none" strike="noStrike">
                  <a:solidFill>
                    <a:srgbClr val="0E2A47"/>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版</a:t>
              </a:r>
              <a:endParaRPr lang="en-US" sz="1600" b="1" i="0" u="none" strike="noStrike">
                <a:solidFill>
                  <a:srgbClr val="0E2A47"/>
                </a:solidFill>
                <a:latin typeface="微软雅黑" panose="020B0503020204020204" charset="-122"/>
                <a:ea typeface="微软雅黑" panose="020B0503020204020204" charset="-122"/>
                <a:cs typeface="微软雅黑" panose="020B0503020204020204" charset="-122"/>
                <a:sym typeface="微软雅黑 Light" panose="020B0502040204020203" charset="-122"/>
              </a:endParaRPr>
            </a:p>
          </p:txBody>
        </p:sp>
        <p:sp>
          <p:nvSpPr>
            <p:cNvPr id="10" name="AutoShape 10"/>
            <p:cNvSpPr/>
            <p:nvPr/>
          </p:nvSpPr>
          <p:spPr>
            <a:xfrm>
              <a:off x="9200" y="4160"/>
              <a:ext cx="4200" cy="1120"/>
            </a:xfrm>
            <a:prstGeom prst="rect">
              <a:avLst/>
            </a:prstGeom>
            <a:noFill/>
            <a:ln w="12700" cap="flat" cmpd="sng">
              <a:noFill/>
              <a:prstDash val="solid"/>
              <a:round/>
            </a:ln>
          </p:spPr>
          <p:txBody>
            <a:bodyPr vert="horz" wrap="square" lIns="0" tIns="0" rIns="0" bIns="0" rtlCol="0" anchor="ctr" anchorCtr="0"/>
            <a:lstStyle/>
            <a:p>
              <a:pPr marL="0" algn="l">
                <a:lnSpc>
                  <a:spcPct val="150000"/>
                </a:lnSpc>
                <a:buClrTx/>
                <a:buSzTx/>
                <a:buFontTx/>
                <a:defRPr/>
              </a:pPr>
              <a:r>
                <a:rPr 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36工位 · 0.01mg · ±0.05mg</a:t>
              </a:r>
              <a:br>
                <a:rPr 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br>
              <a:r>
                <a:rPr 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mn-ea"/>
                </a:rPr>
                <a:t>12.1英寸触控屏</a:t>
              </a:r>
              <a:r>
                <a:rPr 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 · 115×125×78cm</a:t>
              </a:r>
              <a:endParaRPr 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cxnSp>
          <p:nvCxnSpPr>
            <p:cNvPr id="11" name="Connector 11"/>
            <p:cNvCxnSpPr/>
            <p:nvPr/>
          </p:nvCxnSpPr>
          <p:spPr>
            <a:xfrm rot="5353546">
              <a:off x="12780" y="4450"/>
              <a:ext cx="1480" cy="20"/>
            </a:xfrm>
            <a:prstGeom prst="straightConnector1">
              <a:avLst/>
            </a:prstGeom>
            <a:solidFill>
              <a:srgbClr val="DEE0E3">
                <a:alpha val="100000"/>
              </a:srgbClr>
            </a:solidFill>
            <a:ln w="12700" cap="flat" cmpd="sng">
              <a:solidFill>
                <a:srgbClr val="D5DBE3">
                  <a:alpha val="100000"/>
                </a:srgbClr>
              </a:solidFill>
              <a:prstDash val="solid"/>
              <a:round/>
              <a:headEnd type="none" w="med" len="med"/>
              <a:tailEnd type="none" w="med" len="med"/>
            </a:ln>
          </p:spPr>
        </p:cxnSp>
        <p:sp>
          <p:nvSpPr>
            <p:cNvPr id="12" name="AutoShape 12"/>
            <p:cNvSpPr/>
            <p:nvPr/>
          </p:nvSpPr>
          <p:spPr>
            <a:xfrm>
              <a:off x="13840" y="3640"/>
              <a:ext cx="4000" cy="800"/>
            </a:xfrm>
            <a:prstGeom prst="rect">
              <a:avLst/>
            </a:prstGeom>
            <a:noFill/>
            <a:ln w="12700" cap="flat" cmpd="sng">
              <a:noFill/>
              <a:prstDash val="solid"/>
              <a:round/>
            </a:ln>
          </p:spPr>
          <p:txBody>
            <a:bodyPr vert="horz" wrap="none" lIns="0" tIns="0" rIns="0" bIns="0" rtlCol="0" anchor="ctr" anchorCtr="0">
              <a:noAutofit/>
            </a:bodyPr>
            <a:lstStyle/>
            <a:p>
              <a:pPr lvl="0" algn="l">
                <a:buClrTx/>
                <a:buSzTx/>
                <a:buFontTx/>
                <a:defRPr/>
              </a:pPr>
              <a:r>
                <a:rPr lang="en-US" sz="1600" b="1">
                  <a:solidFill>
                    <a:srgbClr val="0E2A47"/>
                  </a:solidFill>
                  <a:latin typeface="微软雅黑" panose="020B0503020204020204" charset="-122"/>
                  <a:ea typeface="微软雅黑" panose="020B0503020204020204" charset="-122"/>
                  <a:cs typeface="微软雅黑" panose="020B0503020204020204" charset="-122"/>
                  <a:sym typeface="微软雅黑 Light" panose="020B0502040204020203" charset="-122"/>
                </a:rPr>
                <a:t>C860M 标准版</a:t>
              </a:r>
              <a:endParaRPr lang="en-US" sz="1600" b="1">
                <a:solidFill>
                  <a:srgbClr val="0E2A47"/>
                </a:solidFill>
                <a:latin typeface="微软雅黑" panose="020B0503020204020204" charset="-122"/>
                <a:ea typeface="微软雅黑" panose="020B0503020204020204" charset="-122"/>
                <a:cs typeface="微软雅黑" panose="020B0503020204020204" charset="-122"/>
                <a:sym typeface="微软雅黑 Light" panose="020B0502040204020203" charset="-122"/>
              </a:endParaRPr>
            </a:p>
          </p:txBody>
        </p:sp>
        <p:sp>
          <p:nvSpPr>
            <p:cNvPr id="13" name="AutoShape 13"/>
            <p:cNvSpPr/>
            <p:nvPr/>
          </p:nvSpPr>
          <p:spPr>
            <a:xfrm>
              <a:off x="13840" y="4160"/>
              <a:ext cx="4200" cy="1120"/>
            </a:xfrm>
            <a:prstGeom prst="rect">
              <a:avLst/>
            </a:prstGeom>
            <a:noFill/>
            <a:ln w="12700" cap="flat" cmpd="sng">
              <a:noFill/>
              <a:prstDash val="solid"/>
              <a:round/>
            </a:ln>
          </p:spPr>
          <p:txBody>
            <a:bodyPr vert="horz" wrap="square" lIns="0" tIns="0" rIns="0" bIns="0" rtlCol="0" anchor="ctr" anchorCtr="0">
              <a:noAutofit/>
            </a:bodyPr>
            <a:lstStyle/>
            <a:p>
              <a:pPr lvl="0" algn="l">
                <a:lnSpc>
                  <a:spcPct val="150000"/>
                </a:lnSpc>
                <a:buClrTx/>
                <a:buSzTx/>
                <a:buFontTx/>
                <a:defRPr/>
              </a:pPr>
              <a:r>
                <a:rPr lang="zh-CN" alt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16 工位 · 0.1</a:t>
              </a:r>
              <a:r>
                <a:rPr lang="en-US" altLang="zh-CN"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mg（0.01mg</a:t>
              </a:r>
              <a:r>
                <a:rPr lang="zh-CN" alt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可选配）</a:t>
              </a:r>
              <a:br>
                <a:rPr lang="zh-CN" alt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br>
              <a:r>
                <a:rPr lang="zh-CN" alt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10.1 英寸屏 · 80×110×75</a:t>
              </a:r>
              <a:r>
                <a:rPr lang="en-US" altLang="zh-CN"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cm</a:t>
              </a:r>
              <a:endParaRPr lang="en-US" altLang="zh-CN"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grpSp>
      <p:sp>
        <p:nvSpPr>
          <p:cNvPr id="29" name="AutoShape 15"/>
          <p:cNvSpPr/>
          <p:nvPr/>
        </p:nvSpPr>
        <p:spPr>
          <a:xfrm>
            <a:off x="5842000" y="4208780"/>
            <a:ext cx="5588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zh-CN" altLang="en-US" sz="1600" b="1">
                <a:solidFill>
                  <a:srgbClr val="0E2A47"/>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技术特点</a:t>
            </a:r>
            <a:endParaRPr lang="en-US" sz="1600">
              <a:latin typeface="微软雅黑" panose="020B0503020204020204" charset="-122"/>
              <a:ea typeface="微软雅黑" panose="020B0503020204020204" charset="-122"/>
            </a:endParaRPr>
          </a:p>
        </p:txBody>
      </p:sp>
      <p:sp>
        <p:nvSpPr>
          <p:cNvPr id="30" name="AutoShape 16"/>
          <p:cNvSpPr/>
          <p:nvPr/>
        </p:nvSpPr>
        <p:spPr>
          <a:xfrm>
            <a:off x="5842000" y="4544695"/>
            <a:ext cx="5848350" cy="830580"/>
          </a:xfrm>
          <a:prstGeom prst="rect">
            <a:avLst/>
          </a:prstGeom>
          <a:noFill/>
          <a:ln w="12700" cap="flat" cmpd="sng">
            <a:noFill/>
            <a:prstDash val="solid"/>
            <a:round/>
          </a:ln>
        </p:spPr>
        <p:txBody>
          <a:bodyPr vert="horz" wrap="square" lIns="0" tIns="0" rIns="0" bIns="0" rtlCol="0" anchor="ctr" anchorCtr="0">
            <a:spAutoFit/>
          </a:bodyPr>
          <a:lstStyle/>
          <a:p>
            <a:pPr marL="171450" indent="-171450" algn="l">
              <a:lnSpc>
                <a:spcPct val="150000"/>
              </a:lnSpc>
              <a:buFont typeface="Wingdings" panose="05000000000000000000" charset="0"/>
              <a:buChar char="l"/>
              <a:defRPr/>
            </a:pPr>
            <a:r>
              <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三机集成（马弗炉＋干燥器＋天平）一体化设计</a:t>
            </a:r>
            <a:endPar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p>
            <a:pPr marL="171450" indent="-171450" algn="l">
              <a:lnSpc>
                <a:spcPct val="150000"/>
              </a:lnSpc>
              <a:buFont typeface="Wingdings" panose="05000000000000000000" charset="0"/>
              <a:buChar char="l"/>
              <a:defRPr/>
            </a:pPr>
            <a:r>
              <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硫酸定时定量自动加注（选配），杜绝人工加酸风险</a:t>
            </a:r>
            <a:endPar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p>
            <a:pPr marL="171450" indent="-171450" algn="l">
              <a:lnSpc>
                <a:spcPct val="150000"/>
              </a:lnSpc>
              <a:buFont typeface="Wingdings" panose="05000000000000000000" charset="0"/>
              <a:buChar char="l"/>
              <a:defRPr/>
            </a:pPr>
            <a:r>
              <a:rPr lang="zh-CN" alt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支持程序配置执行2025药典0841新要求：第二法硫酸灰分法</a:t>
            </a:r>
            <a:endPar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41" name="文本框 40"/>
          <p:cNvSpPr txBox="1"/>
          <p:nvPr>
            <p:custDataLst>
              <p:tags r:id="rId2"/>
            </p:custDataLst>
          </p:nvPr>
        </p:nvSpPr>
        <p:spPr>
          <a:xfrm>
            <a:off x="5842000" y="986155"/>
            <a:ext cx="5887720" cy="505460"/>
          </a:xfrm>
          <a:prstGeom prst="rect">
            <a:avLst/>
          </a:prstGeom>
          <a:solidFill>
            <a:srgbClr val="FCC800"/>
          </a:solidFill>
        </p:spPr>
        <p:txBody>
          <a:bodyPr wrap="none" anchor="ctr" anchorCtr="0">
            <a:noAutofit/>
          </a:bodyPr>
          <a:lstStyle/>
          <a:p>
            <a:pPr lvl="0" algn="l">
              <a:buClrTx/>
              <a:buSzTx/>
              <a:buFontTx/>
            </a:pPr>
            <a:r>
              <a:rPr lang="zh-CN" altLang="en-US" sz="2000" dirty="0">
                <a:latin typeface="微软雅黑 Light" panose="020B0502040204020203" charset="-122"/>
                <a:ea typeface="微软雅黑 Light" panose="020B0502040204020203" charset="-122"/>
                <a:cs typeface="微软雅黑 Light" panose="020B0502040204020203" charset="-122"/>
                <a:sym typeface="+mn-ea"/>
              </a:rPr>
              <a:t>药品炽灼残渣/灰分检测的一体化解决方案</a:t>
            </a:r>
            <a:endParaRPr lang="zh-CN" altLang="en-US" sz="2000" dirty="0">
              <a:latin typeface="微软雅黑 Light" panose="020B0502040204020203" charset="-122"/>
              <a:ea typeface="微软雅黑 Light" panose="020B0502040204020203" charset="-122"/>
              <a:cs typeface="微软雅黑 Light" panose="020B0502040204020203" charset="-122"/>
              <a:sym typeface="+mn-ea"/>
            </a:endParaRPr>
          </a:p>
        </p:txBody>
      </p:sp>
      <p:sp>
        <p:nvSpPr>
          <p:cNvPr id="34" name="AutoShape 15"/>
          <p:cNvSpPr/>
          <p:nvPr/>
        </p:nvSpPr>
        <p:spPr>
          <a:xfrm>
            <a:off x="5842000" y="2072640"/>
            <a:ext cx="5588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zh-CN" altLang="en-US" sz="1600" b="1" i="0" u="none" strike="noStrike">
                <a:solidFill>
                  <a:srgbClr val="0E2A47"/>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适用对象</a:t>
            </a:r>
            <a:endParaRPr lang="zh-CN" altLang="en-US" sz="1600" b="1" i="0" u="none" strike="noStrike">
              <a:solidFill>
                <a:srgbClr val="0E2A47"/>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endParaRPr>
          </a:p>
        </p:txBody>
      </p:sp>
      <p:sp>
        <p:nvSpPr>
          <p:cNvPr id="36" name="矩形: 圆角 14"/>
          <p:cNvSpPr/>
          <p:nvPr>
            <p:custDataLst>
              <p:tags r:id="rId3"/>
            </p:custDataLst>
          </p:nvPr>
        </p:nvSpPr>
        <p:spPr>
          <a:xfrm>
            <a:off x="7872859" y="2518281"/>
            <a:ext cx="1134110" cy="260608"/>
          </a:xfrm>
          <a:prstGeom prst="roundRect">
            <a:avLst>
              <a:gd name="adj" fmla="val 50000"/>
            </a:avLst>
          </a:prstGeom>
          <a:solidFill>
            <a:srgbClr val="FCC800"/>
          </a:solidFill>
          <a:ln w="9525" cap="flat">
            <a:noFill/>
            <a:prstDash val="solid"/>
            <a:miter/>
          </a:ln>
        </p:spPr>
        <p:txBody>
          <a:bodyPr rot="0" spcFirstLastPara="0" vertOverflow="overflow" horzOverflow="overflow" vert="horz" wrap="none" lIns="71755" tIns="0" rIns="71755" bIns="0" numCol="1" spcCol="0" rtlCol="0" fromWordArt="0" anchor="ctr" anchorCtr="0" forceAA="0" compatLnSpc="1">
            <a:spAutoFit/>
          </a:bodyPr>
          <a:lstStyle/>
          <a:p>
            <a:pPr lvl="0" algn="ctr">
              <a:spcBef>
                <a:spcPts val="0"/>
              </a:spcBef>
              <a:spcAft>
                <a:spcPts val="0"/>
              </a:spcAft>
              <a:buClrTx/>
              <a:buSzTx/>
              <a:buFontTx/>
              <a:defRPr/>
            </a:pPr>
            <a:r>
              <a:rPr lang="zh-CN" altLang="en-US" sz="1200">
                <a:solidFill>
                  <a:schemeClr val="bg1"/>
                </a:solidFill>
                <a:latin typeface="微软雅黑" panose="020B0503020204020204" charset="-122"/>
                <a:ea typeface="微软雅黑" panose="020B0503020204020204" charset="-122"/>
                <a:sym typeface="+mn-ea"/>
              </a:rPr>
              <a:t>中药材及饮片</a:t>
            </a:r>
            <a:endParaRPr lang="zh-CN" altLang="en-US" sz="1200">
              <a:solidFill>
                <a:schemeClr val="bg1"/>
              </a:solidFill>
              <a:latin typeface="微软雅黑" panose="020B0503020204020204" charset="-122"/>
              <a:ea typeface="微软雅黑" panose="020B0503020204020204" charset="-122"/>
              <a:sym typeface="+mn-ea"/>
            </a:endParaRPr>
          </a:p>
        </p:txBody>
      </p:sp>
      <p:sp>
        <p:nvSpPr>
          <p:cNvPr id="38" name="矩形: 圆角 14"/>
          <p:cNvSpPr/>
          <p:nvPr>
            <p:custDataLst>
              <p:tags r:id="rId4"/>
            </p:custDataLst>
          </p:nvPr>
        </p:nvSpPr>
        <p:spPr>
          <a:xfrm>
            <a:off x="5841871" y="2517964"/>
            <a:ext cx="829568" cy="260608"/>
          </a:xfrm>
          <a:prstGeom prst="roundRect">
            <a:avLst>
              <a:gd name="adj" fmla="val 50000"/>
            </a:avLst>
          </a:prstGeom>
          <a:solidFill>
            <a:srgbClr val="FCC800"/>
          </a:solidFill>
          <a:ln w="9525" cap="flat">
            <a:noFill/>
            <a:prstDash val="solid"/>
            <a:miter/>
          </a:ln>
        </p:spPr>
        <p:txBody>
          <a:bodyPr rot="0" spcFirstLastPara="0" vertOverflow="overflow" horzOverflow="overflow" vert="horz" wrap="none" lIns="71755" tIns="0" rIns="71755" bIns="0" numCol="1" spcCol="0" rtlCol="0" fromWordArt="0" anchor="ctr" anchorCtr="0" forceAA="0" compatLnSpc="1">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noProof="0" dirty="0">
                <a:ln>
                  <a:noFill/>
                </a:ln>
                <a:solidFill>
                  <a:schemeClr val="bg1"/>
                </a:solidFill>
                <a:effectLst/>
                <a:uLnTx/>
                <a:uFillTx/>
                <a:latin typeface="微软雅黑" panose="020B0503020204020204" charset="-122"/>
                <a:ea typeface="微软雅黑" panose="020B0503020204020204" charset="-122"/>
                <a:cs typeface="微软雅黑 Light" panose="020B0502040204020203" charset="-122"/>
                <a:sym typeface="+mn-ea"/>
              </a:rPr>
              <a:t>有机药物</a:t>
            </a:r>
            <a:endParaRPr lang="zh-CN" altLang="en-US" sz="1200" noProof="0" dirty="0">
              <a:ln>
                <a:noFill/>
              </a:ln>
              <a:solidFill>
                <a:schemeClr val="bg1"/>
              </a:solidFill>
              <a:effectLst/>
              <a:uLnTx/>
              <a:uFillTx/>
              <a:latin typeface="微软雅黑" panose="020B0503020204020204" charset="-122"/>
              <a:ea typeface="微软雅黑" panose="020B0503020204020204" charset="-122"/>
              <a:cs typeface="微软雅黑 Light" panose="020B0502040204020203" charset="-122"/>
              <a:sym typeface="+mn-ea"/>
            </a:endParaRPr>
          </a:p>
        </p:txBody>
      </p:sp>
      <p:sp>
        <p:nvSpPr>
          <p:cNvPr id="4" name="矩形: 圆角 14"/>
          <p:cNvSpPr/>
          <p:nvPr>
            <p:custDataLst>
              <p:tags r:id="rId5"/>
            </p:custDataLst>
          </p:nvPr>
        </p:nvSpPr>
        <p:spPr>
          <a:xfrm>
            <a:off x="6857494" y="2516059"/>
            <a:ext cx="829310" cy="260608"/>
          </a:xfrm>
          <a:prstGeom prst="roundRect">
            <a:avLst>
              <a:gd name="adj" fmla="val 50000"/>
            </a:avLst>
          </a:prstGeom>
          <a:solidFill>
            <a:srgbClr val="FCC800"/>
          </a:solidFill>
          <a:ln w="9525" cap="flat">
            <a:noFill/>
            <a:prstDash val="solid"/>
            <a:miter/>
          </a:ln>
        </p:spPr>
        <p:txBody>
          <a:bodyPr rot="0" spcFirstLastPara="0" vertOverflow="overflow" horzOverflow="overflow" vert="horz" wrap="none" lIns="71755" tIns="0" rIns="71755" bIns="0" numCol="1" spcCol="0" rtlCol="0" fromWordArt="0" anchor="ctr" anchorCtr="0" forceAA="0" compatLnSpc="1">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noProof="0" dirty="0">
                <a:ln>
                  <a:noFill/>
                </a:ln>
                <a:solidFill>
                  <a:schemeClr val="bg1"/>
                </a:solidFill>
                <a:effectLst/>
                <a:uLnTx/>
                <a:uFillTx/>
                <a:latin typeface="微软雅黑" panose="020B0503020204020204" charset="-122"/>
                <a:ea typeface="微软雅黑" panose="020B0503020204020204" charset="-122"/>
                <a:cs typeface="微软雅黑 Light" panose="020B0502040204020203" charset="-122"/>
                <a:sym typeface="+mn-ea"/>
              </a:rPr>
              <a:t>药用辅料</a:t>
            </a:r>
            <a:endParaRPr lang="zh-CN" altLang="en-US" sz="1200" noProof="0" dirty="0">
              <a:ln>
                <a:noFill/>
              </a:ln>
              <a:solidFill>
                <a:schemeClr val="bg1"/>
              </a:solidFill>
              <a:effectLst/>
              <a:uLnTx/>
              <a:uFillTx/>
              <a:latin typeface="微软雅黑" panose="020B0503020204020204" charset="-122"/>
              <a:ea typeface="微软雅黑" panose="020B0503020204020204" charset="-122"/>
              <a:cs typeface="微软雅黑 Light" panose="020B0502040204020203" charset="-122"/>
              <a:sym typeface="+mn-ea"/>
            </a:endParaRPr>
          </a:p>
        </p:txBody>
      </p:sp>
      <p:sp>
        <p:nvSpPr>
          <p:cNvPr id="18" name="AutoShape 15"/>
          <p:cNvSpPr/>
          <p:nvPr/>
        </p:nvSpPr>
        <p:spPr>
          <a:xfrm>
            <a:off x="5842000" y="5596890"/>
            <a:ext cx="5588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zh-CN" altLang="en-US" sz="1600" b="1" i="0" u="none" strike="noStrike">
                <a:solidFill>
                  <a:srgbClr val="0E2A47"/>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符合标准</a:t>
            </a:r>
            <a:endParaRPr lang="zh-CN" altLang="en-US" sz="1600" b="1" i="0" u="none" strike="noStrike">
              <a:solidFill>
                <a:srgbClr val="0E2A47"/>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endParaRPr>
          </a:p>
        </p:txBody>
      </p:sp>
      <p:sp>
        <p:nvSpPr>
          <p:cNvPr id="19" name="AutoShape 16"/>
          <p:cNvSpPr/>
          <p:nvPr/>
        </p:nvSpPr>
        <p:spPr>
          <a:xfrm>
            <a:off x="5842000" y="5953760"/>
            <a:ext cx="5887720" cy="553720"/>
          </a:xfrm>
          <a:prstGeom prst="rect">
            <a:avLst/>
          </a:prstGeom>
          <a:noFill/>
          <a:ln w="12700" cap="flat" cmpd="sng">
            <a:noFill/>
            <a:prstDash val="solid"/>
            <a:round/>
          </a:ln>
        </p:spPr>
        <p:txBody>
          <a:bodyPr vert="horz" wrap="square" lIns="0" tIns="0" rIns="0" bIns="0" rtlCol="0" anchor="ctr" anchorCtr="0">
            <a:spAutoFit/>
          </a:bodyPr>
          <a:lstStyle/>
          <a:p>
            <a:pPr indent="0" algn="l">
              <a:lnSpc>
                <a:spcPct val="150000"/>
              </a:lnSpc>
              <a:buFont typeface="Wingdings" panose="05000000000000000000" charset="0"/>
              <a:buNone/>
              <a:defRPr/>
            </a:pPr>
            <a:r>
              <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满足</a:t>
            </a:r>
            <a:r>
              <a:rPr lang="en-US" altLang="zh-CN"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USP、EP、BP、ChP</a:t>
            </a:r>
            <a:r>
              <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多国药典；适配2025版药典0841新要求（新增第二法硫酸灰分法、恒重判定＜0.3</a:t>
            </a:r>
            <a:r>
              <a:rPr lang="en-US" altLang="zh-CN"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mg</a:t>
            </a:r>
            <a:r>
              <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严于欧美0.5</a:t>
            </a:r>
            <a:r>
              <a:rPr lang="en-US" altLang="zh-CN"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mg）</a:t>
            </a:r>
            <a:endParaRPr lang="en-US" altLang="zh-CN"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Tree>
    <p:custDataLst>
      <p:tags r:id="rId6"/>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64" name="" descr="&lt;Slide style={{ position: 'relative', width: '1280px', height: '720px', overflow: 'hidden', background: '#ffffff', fontFamily: 'Microsoft YaHei, Arial, sans-serif', color: '#333333' }}&gt;&#10;  &lt;Box style={{ position: 'absolute', top: 0, left: 0, width: '100%', height: 110, background: 'linear-gradient(135deg, #1F4E79 0%, #2E74B5 100%)' }} /&gt;&#10;  &lt;Box style={{ position: 'absolute', top: 24, left: 60, right: 60, height: 64, display: 'flex', flexDirection: 'row', alignItems: 'center' }}&gt;&#10;    &lt;Text style={{ fontSize: 34, fontWeight: 'bold', color: '#ffffff' }}&gt;工作流程&lt;/Text&gt;&#10;    &lt;Text style={{ fontSize: 18, color: '#F5F7FA', marginLeft: 20, letterSpacing: 2 }}&gt;以炽灼残渣（0841）为例的全自动闭环&lt;/Text&gt;&#10;  &lt;/Box&gt;&#10;  &lt;Box style={{ position: 'absolute', top: 130, left: 60, right: 60, bottom: 60, display: 'flex', flexDirection: 'column', gap: 18 }}&gt;&#10;    &lt;Box style={{ display: 'flex', flexDirection: 'row', gap: 16, alignItems: 'stretch' }}&gt;&#10;      &lt;Box style={{ flex: 2, background: 'rgba(0,160,176,0.10)', borderRadius: 10, padding: 18, borderLeft: '4px solid #00A0B0' }}&gt;&#10;        &lt;Text style={{ fontSize: 19, fontWeight: 'bold', color: '#1F4E79', marginBottom: 6 }}&gt;空杯恒重阶段&lt;/Text&gt;&#10;        &lt;Text style={{ fontSize: 16, color: '#333333', lineHeight: 1.6 }}&gt;机械手自动完成「高温灼烧（700–800℃）→ 液冷降温 → 精密称重 → 重复灼烧称重 → 恒重判定（差 ≤ 0.3mg）」循环。&lt;/Text&gt;&#10;      &lt;/Box&gt;&#10;      &lt;Box style={{ flex: 2, background: 'rgba(46,116,181,0.10)', borderRadius: 10, padding: 18, borderLeft: '4px solid #2E74B5' }}&gt;&#10;        &lt;Text style={{ fontSize: 19, fontWeight: 'bold', color: '#1F4E79', marginBottom: 6 }}&gt;试样检测阶段&lt;/Text&gt;&#10;        &lt;Text style={{ fontSize: 16, color: '#333333', lineHeight: 1.6 }}&gt;加样称重 → 碳化 → 硫酸定量加注 → 低温赶酸 → 700–800℃ 灰化 → 干燥冷却 → 常温称重 → 自动计算并生成报告。&lt;/Text&gt;&#10;      &lt;/Box&gt;&#10;      &lt;Box style={{ flex: 1, background: 'linear-gradient(135deg, #1F4E79 0%, #2E74B5 100%)', borderRadius: 10, padding: 18, display: 'flex', flexDirection: 'column', justifyContent: 'center' }}&gt;&#10;        &lt;Text style={{ fontSize: 44, fontWeight: 'bold', color: '#00A0B0', lineHeight: 1 }}&gt;2&lt;/Text&gt;&#10;        &lt;Text style={{ fontSize: 15, color: '#ffffff', marginTop: 6 }}&gt;人工介入点&lt;/Text&gt;&#10;        &lt;Text style={{ fontSize: 13, color: '#F5F7FA' }}&gt;装样 · 取报告&lt;/Text&gt;&#10;      &lt;/Box&gt;&#10;    &lt;/Box&gt;&#10;    &lt;Box style={{ flex: 1, background: '#F5F7FA', borderRadius: 12, display: 'flex', alignItems: 'center', justifyContent: 'center' }}&gt;&#10;      &lt;svg width='1140' height='300' viewBox='0 0 1140 300'&gt;&#10;        &lt;defs&gt;&#10;          &lt;marker id='aw' markerWidth='10' markerHeight='10' refX='6' refY='5' orient='auto'&gt;&#10;            &lt;path d='M0,0 L10,5 L0,10 z' fill='#8899AA' /&gt;&#10;          &lt;/marker&gt;&#10;        &lt;/defs&gt;&#10;        &lt;text x='20' y='34' fontSize='16' fontWeight='bold' fill='#1F4E79'&gt;泳道一 · 设备 / 机械手动作&lt;/text&gt;&#10;        &lt;line x1='20' y1='52' x2='1120' y2='52' stroke='#2E74B5' strokeWidth='2' /&gt;&#10;        &lt;g&gt;&#10;          &lt;rect x='40' y='66' width='150' height='64' rx='10' fill='#1F4E79' /&gt;&#10;          &lt;text x='115' y='95' textAnchor='middle' fontSize='15' fontWeight='bold' fill='#ffffff'&gt;装样&lt;/text&gt;&#10;          &lt;text x='115' y='116' textAnchor='middle' fontSize='12' fill='#F5F7FA'&gt;人工介入①&lt;/text&gt;&#10;          &lt;rect x='250' y='66' width='150' height='64' rx='10' fill='#2E74B5' /&gt;&#10;          &lt;text x='325' y='95' textAnchor='middle' fontSize='15' fontWeight='bold' fill='#ffffff'&gt;高温灼烧&lt;/text&gt;&#10;          &lt;text x='325' y='116' textAnchor='middle' fontSize='12' fill='#F5F7FA'&gt;700–800℃&lt;/text&gt;&#10;          &lt;rect x='460' y='66' width='150' height='64' rx='10' fill='#2E74B5' /&gt;&#10;          &lt;text x='535' y='95' textAnchor='middle' fontSize='15' fontWeight='bold' fill='#ffffff'&gt;液冷降温&lt;/text&gt;&#10;          &lt;text x='535' y='116' textAnchor='middle' fontSize='12' fill='#F5F7FA'&gt;常温称重&lt;/text&gt;&#10;          &lt;rect x='670' y='66' width='150' height='64' rx='10' fill='#2E74B5' /&gt;&#10;          &lt;text x='745' y='95' textAnchor='middle' fontSize='15' fontWeight='bold' fill='#ffffff'&gt;精密称量&lt;/text&gt;&#10;          &lt;text x='745' y='116' textAnchor='middle' fontSize='12' fill='#F5F7FA'&gt;0.01mg&lt;/text&gt;&#10;          &lt;rect x='880' y='66' width='150' height='64' rx='10' fill='#00A0B0' /&gt;&#10;          &lt;text x='955' y='95' textAnchor='middle' fontSize='15' fontWeight='bold' fill='#ffffff'&gt;恒重判定&lt;/text&gt;&#10;          &lt;text x='955' y='116' textAnchor='middle' fontSize='12' fill='#F5F7FA'&gt;差 ≤ 0.3mg&lt;/text&gt;&#10;          &lt;rect x='1050' y='66' width='80' height='64' rx='10' fill='#1F4E79' /&gt;&#10;          &lt;text x='1090' y='104' textAnchor='middle' fontSize='14' fontWeight='bold' fill='#ffffff'&gt;报告&lt;/text&gt;&#10;        &lt;/g&gt;&#10;        &lt;line x1='190' y1='98' x2='248' y2='98' stroke='#8899AA' strokeWidth='2' markerEnd='url(#aw)' /&gt;&#10;        &lt;line x1='400' y1='98' x2='458' y2='98' stroke='#8899AA' strokeWidth='2' markerEnd='url(#aw)' /&gt;&#10;        &lt;line x1='610' y1='98' x2='668' y2='98' stroke='#8899AA' strokeWidth='2' markerEnd='url(#aw)' /&gt;&#10;        &lt;line x1='820' y1='98' x2='878' y2='98' stroke='#8899AA' strokeWidth='2' markerEnd='url(#aw)' /&gt;&#10;        &lt;line x1='1030' y1='98' x2='1048' y2='98' stroke='#8899AA' strokeWidth='2' markerEnd='url(#aw)' /&gt;&#10;        &lt;text x='20' y='180' fontSize='16' fontWeight='bold' fill='#1F4E79'&gt;泳道二 · 数据流（合规闭环）&lt;/text&gt;&#10;        &lt;line x1='20' y1='198' x2='1120' y2='198' stroke='#00A0B0' strokeWidth='2' /&gt;&#10;        &lt;rect x='40' y='210' width='1040' height='64' rx='10' fill='#F5F7FA' stroke='#00A0B0' strokeWidth='2' /&gt;&#10;        &lt;text x='80' y='248' fontSize='15' fill='#333333'&gt;天平原始读数&lt;/text&gt;&#10;        &lt;text x='300' y='248' fontSize='15' fill='#333333'&gt;→ 软件自动计算&lt;/text&gt;&#10;        &lt;text x='560' y='248' fontSize='15' fill='#333333'&gt;→ 审计追踪（Audit Trail）&lt;/text&gt;&#10;        &lt;text x='860' y='248' fontSize='15' fill='#333333'&gt;→ 报告自动生成&lt;/text&gt;&#10;        &lt;text x='20' y='292' fontSize='14' fill='#8899AA'&gt;恒重定义（2025版药典四部凡例第二十一条）：连续两次干燥或炽灼后称重差异在 0.3mg 以下。&lt;/text&gt;&#10;      &lt;/svg&gt;&#10;    &lt;/Box&gt;&#10;  &lt;/Box&gt;&#10;  &lt;Box style={{ position: 'absolute', bottom: 20, left: 60, right: 60, height: 20, display: 'flex', flexDirection: 'row', justifyContent: 'space-between', alignItems: 'center' }}&gt;&#10;    &lt;Text style={{ fontSize: 13, color: '#8899AA' }}&gt;兰光集成式检测系统解决方案&lt;/Text&gt;&#10;    &lt;Text style={{ fontSize: 13, color: '#8899AA' }}&gt;16 / 37&lt;/Text&gt;&#10;  &lt;/Box&gt;&#10;&lt;/Slide&gt;&#10;"/>
        <p:cNvGrpSpPr/>
        <p:nvPr/>
      </p:nvGrpSpPr>
      <p:grpSpPr>
        <a:xfrm>
          <a:off x="0" y="0"/>
          <a:ext cx="0" cy="0"/>
          <a:chOff x="0" y="0"/>
          <a:chExt cx="0" cy="0"/>
        </a:xfrm>
      </p:grpSpPr>
      <p:sp>
        <p:nvSpPr>
          <p:cNvPr id="9" name="矩形 8"/>
          <p:cNvSpPr/>
          <p:nvPr/>
        </p:nvSpPr>
        <p:spPr>
          <a:xfrm>
            <a:off x="450215" y="1547495"/>
            <a:ext cx="2879725" cy="4981575"/>
          </a:xfrm>
          <a:prstGeom prst="rect">
            <a:avLst/>
          </a:prstGeom>
          <a:solidFill>
            <a:schemeClr val="bg1"/>
          </a:solidFill>
          <a:ln>
            <a:solidFill>
              <a:srgbClr val="FCC8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矩形 48"/>
          <p:cNvSpPr/>
          <p:nvPr/>
        </p:nvSpPr>
        <p:spPr>
          <a:xfrm>
            <a:off x="3471545" y="1547495"/>
            <a:ext cx="4067810" cy="4981575"/>
          </a:xfrm>
          <a:prstGeom prst="rect">
            <a:avLst/>
          </a:prstGeom>
          <a:solidFill>
            <a:schemeClr val="bg1"/>
          </a:solidFill>
          <a:ln>
            <a:solidFill>
              <a:srgbClr val="FCC8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0" name="矩形 49"/>
          <p:cNvSpPr/>
          <p:nvPr/>
        </p:nvSpPr>
        <p:spPr>
          <a:xfrm>
            <a:off x="7680960" y="1557655"/>
            <a:ext cx="4067810" cy="4981575"/>
          </a:xfrm>
          <a:prstGeom prst="rect">
            <a:avLst/>
          </a:prstGeom>
          <a:solidFill>
            <a:schemeClr val="bg1"/>
          </a:solidFill>
          <a:ln>
            <a:solidFill>
              <a:srgbClr val="FCC8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标题 3"/>
          <p:cNvSpPr>
            <a:spLocks noGrp="1"/>
          </p:cNvSpPr>
          <p:nvPr>
            <p:ph type="title"/>
          </p:nvPr>
        </p:nvSpPr>
        <p:spPr/>
        <p:txBody>
          <a:bodyPr/>
          <a:p>
            <a:pPr algn="l"/>
            <a:r>
              <a:rPr lang="zh-CN" altLang="en-US"/>
              <a:t>集成式灼烧残渣检测系统-</a:t>
            </a:r>
            <a:r>
              <a:rPr lang="en-US" altLang="zh-CN"/>
              <a:t>C860  </a:t>
            </a:r>
            <a:r>
              <a:rPr lang="zh-CN" altLang="en-US"/>
              <a:t>工作</a:t>
            </a:r>
            <a:r>
              <a:rPr lang="zh-CN" altLang="en-US"/>
              <a:t>流程</a:t>
            </a:r>
            <a:endParaRPr lang="zh-CN" altLang="en-US"/>
          </a:p>
        </p:txBody>
      </p:sp>
      <p:sp>
        <p:nvSpPr>
          <p:cNvPr id="171" name="文本框 170" descr="{&quot;isTemplate&quot;:true,&quot;type&quot;:&quot;text&quot;}"/>
          <p:cNvSpPr txBox="1"/>
          <p:nvPr/>
        </p:nvSpPr>
        <p:spPr>
          <a:xfrm>
            <a:off x="450215" y="1001395"/>
            <a:ext cx="2879090" cy="536575"/>
          </a:xfrm>
          <a:prstGeom prst="rect">
            <a:avLst/>
          </a:prstGeom>
          <a:solidFill>
            <a:srgbClr val="FCC800"/>
          </a:solidFill>
        </p:spPr>
        <p:txBody>
          <a:bodyPr vert="horz" wrap="none" lIns="0" tIns="0" rIns="0" bIns="0" anchor="ctr" anchorCtr="0">
            <a:noAutofit/>
          </a:bodyPr>
          <a:p>
            <a:pPr lvl="0" algn="ctr">
              <a:buClrTx/>
              <a:buSzTx/>
              <a:buFontTx/>
            </a:pPr>
            <a:r>
              <a:rPr lang="zh-CN" b="1">
                <a:solidFill>
                  <a:schemeClr val="tx1">
                    <a:lumMod val="75000"/>
                    <a:lumOff val="25000"/>
                  </a:schemeClr>
                </a:solidFill>
                <a:latin typeface="微软雅黑" panose="020B0503020204020204" charset="-122"/>
                <a:ea typeface="微软雅黑" panose="020B0503020204020204" charset="-122"/>
                <a:sym typeface="+mn-ea"/>
              </a:rPr>
              <a:t>空杯恒重</a:t>
            </a:r>
            <a:endParaRPr lang="zh-CN" b="1">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143" name="矩形: 圆角 142"/>
          <p:cNvSpPr/>
          <p:nvPr/>
        </p:nvSpPr>
        <p:spPr>
          <a:xfrm>
            <a:off x="1148080" y="1669415"/>
            <a:ext cx="1483360" cy="349250"/>
          </a:xfrm>
          <a:prstGeom prst="roundRect">
            <a:avLst>
              <a:gd name="adj" fmla="val 50000"/>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空杯</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48" name="矩形: 圆角 147"/>
          <p:cNvSpPr/>
          <p:nvPr/>
        </p:nvSpPr>
        <p:spPr>
          <a:xfrm>
            <a:off x="1148080" y="3923665"/>
            <a:ext cx="1483360" cy="349250"/>
          </a:xfrm>
          <a:prstGeom prst="roundRect">
            <a:avLst>
              <a:gd name="adj" fmla="val 50000"/>
            </a:avLst>
          </a:prstGeom>
          <a:solidFill>
            <a:srgbClr val="FCC800">
              <a:alpha val="5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液冷</a:t>
            </a: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降温</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9" name="矩形: 圆角 167"/>
          <p:cNvSpPr/>
          <p:nvPr/>
        </p:nvSpPr>
        <p:spPr>
          <a:xfrm>
            <a:off x="1148080" y="2796540"/>
            <a:ext cx="1483360" cy="349250"/>
          </a:xfrm>
          <a:prstGeom prst="roundRect">
            <a:avLst>
              <a:gd name="adj" fmla="val 50000"/>
            </a:avLst>
          </a:prstGeom>
          <a:solidFill>
            <a:schemeClr val="accent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高温</a:t>
            </a: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灼烧</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cxnSp>
        <p:nvCxnSpPr>
          <p:cNvPr id="226" name="直接连接符 225"/>
          <p:cNvCxnSpPr>
            <a:stCxn id="143" idx="2"/>
            <a:endCxn id="19" idx="0"/>
          </p:cNvCxnSpPr>
          <p:nvPr/>
        </p:nvCxnSpPr>
        <p:spPr>
          <a:xfrm>
            <a:off x="1889760" y="2018665"/>
            <a:ext cx="0" cy="77787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235" name="直接连接符 234"/>
          <p:cNvCxnSpPr>
            <a:stCxn id="19" idx="2"/>
            <a:endCxn id="148" idx="0"/>
          </p:cNvCxnSpPr>
          <p:nvPr/>
        </p:nvCxnSpPr>
        <p:spPr>
          <a:xfrm>
            <a:off x="1889760" y="3145790"/>
            <a:ext cx="0" cy="77787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20" name="矩形: 圆角 147"/>
          <p:cNvSpPr/>
          <p:nvPr/>
        </p:nvSpPr>
        <p:spPr>
          <a:xfrm>
            <a:off x="1148080" y="5050790"/>
            <a:ext cx="1483360" cy="349250"/>
          </a:xfrm>
          <a:prstGeom prst="roundRect">
            <a:avLst>
              <a:gd name="adj" fmla="val 50000"/>
            </a:avLst>
          </a:prstGeom>
          <a:solidFill>
            <a:schemeClr val="bg1">
              <a:lumMod val="8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精密</a:t>
            </a: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称重</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21" name="直接连接符 20"/>
          <p:cNvCxnSpPr>
            <a:stCxn id="148" idx="2"/>
            <a:endCxn id="20" idx="0"/>
          </p:cNvCxnSpPr>
          <p:nvPr/>
        </p:nvCxnSpPr>
        <p:spPr>
          <a:xfrm>
            <a:off x="1889760" y="4272915"/>
            <a:ext cx="0" cy="77787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23" name="肘形连接符 22"/>
          <p:cNvCxnSpPr>
            <a:stCxn id="20" idx="3"/>
            <a:endCxn id="19" idx="3"/>
          </p:cNvCxnSpPr>
          <p:nvPr/>
        </p:nvCxnSpPr>
        <p:spPr>
          <a:xfrm flipV="1">
            <a:off x="2631440" y="2971165"/>
            <a:ext cx="3175" cy="2254250"/>
          </a:xfrm>
          <a:prstGeom prst="bentConnector3">
            <a:avLst>
              <a:gd name="adj1" fmla="val 7500000"/>
            </a:avLst>
          </a:prstGeom>
          <a:ln w="12700" cap="flat" cmpd="sng" algn="ctr">
            <a:solidFill>
              <a:srgbClr val="FCC80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2" name="文本框 11"/>
          <p:cNvSpPr txBox="1"/>
          <p:nvPr/>
        </p:nvSpPr>
        <p:spPr>
          <a:xfrm>
            <a:off x="2691130" y="3854450"/>
            <a:ext cx="367030" cy="701040"/>
          </a:xfrm>
          <a:prstGeom prst="rect">
            <a:avLst/>
          </a:prstGeom>
          <a:solidFill>
            <a:schemeClr val="bg1"/>
          </a:solidFill>
        </p:spPr>
        <p:txBody>
          <a:bodyPr vert="mongolianVert" wrap="square" rtlCol="0" anchor="t">
            <a:spAutoFit/>
          </a:bodyPr>
          <a:p>
            <a:pPr algn="l"/>
            <a:r>
              <a:rPr lang="zh-CN" sz="1200">
                <a:solidFill>
                  <a:srgbClr val="333333"/>
                </a:solidFill>
                <a:latin typeface="微软雅黑" panose="020B0503020204020204" charset="-122"/>
                <a:ea typeface="微软雅黑" panose="020B0503020204020204" charset="-122"/>
                <a:sym typeface="+mn-ea"/>
              </a:rPr>
              <a:t>重复灼烧</a:t>
            </a:r>
            <a:endParaRPr lang="zh-CN" altLang="en-US" sz="1200">
              <a:solidFill>
                <a:srgbClr val="333333"/>
              </a:solidFill>
              <a:latin typeface="微软雅黑" panose="020B0503020204020204" charset="-122"/>
              <a:ea typeface="微软雅黑" panose="020B0503020204020204" charset="-122"/>
              <a:sym typeface="+mn-ea"/>
            </a:endParaRPr>
          </a:p>
        </p:txBody>
      </p:sp>
      <p:sp>
        <p:nvSpPr>
          <p:cNvPr id="17" name="文本框 16" descr="{&quot;isTemplate&quot;:true,&quot;type&quot;:&quot;text&quot;}"/>
          <p:cNvSpPr txBox="1"/>
          <p:nvPr/>
        </p:nvSpPr>
        <p:spPr>
          <a:xfrm>
            <a:off x="3471545" y="1001395"/>
            <a:ext cx="4068445" cy="536575"/>
          </a:xfrm>
          <a:prstGeom prst="rect">
            <a:avLst/>
          </a:prstGeom>
          <a:solidFill>
            <a:srgbClr val="FCC800"/>
          </a:solidFill>
        </p:spPr>
        <p:txBody>
          <a:bodyPr vert="horz" wrap="none" lIns="0" tIns="0" rIns="0" bIns="0" anchor="ctr" anchorCtr="0">
            <a:noAutofit/>
          </a:bodyPr>
          <a:p>
            <a:pPr lvl="0" algn="ctr">
              <a:buClrTx/>
              <a:buSzTx/>
              <a:buFontTx/>
            </a:pPr>
            <a:r>
              <a:rPr lang="zh-CN" b="1">
                <a:solidFill>
                  <a:schemeClr val="tx1">
                    <a:lumMod val="75000"/>
                    <a:lumOff val="25000"/>
                  </a:schemeClr>
                </a:solidFill>
                <a:latin typeface="微软雅黑" panose="020B0503020204020204" charset="-122"/>
                <a:ea typeface="微软雅黑" panose="020B0503020204020204" charset="-122"/>
                <a:sym typeface="+mn-ea"/>
              </a:rPr>
              <a:t>第一法</a:t>
            </a:r>
            <a:endParaRPr lang="zh-CN" b="1">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27" name="文本框 26" descr="{&quot;isTemplate&quot;:true,&quot;type&quot;:&quot;text&quot;}"/>
          <p:cNvSpPr txBox="1"/>
          <p:nvPr/>
        </p:nvSpPr>
        <p:spPr>
          <a:xfrm>
            <a:off x="7680325" y="1000760"/>
            <a:ext cx="4066540" cy="546100"/>
          </a:xfrm>
          <a:prstGeom prst="rect">
            <a:avLst/>
          </a:prstGeom>
          <a:solidFill>
            <a:srgbClr val="FCC800"/>
          </a:solidFill>
        </p:spPr>
        <p:txBody>
          <a:bodyPr vert="horz" wrap="none" lIns="0" tIns="0" rIns="0" bIns="0" anchor="ctr" anchorCtr="0">
            <a:noAutofit/>
          </a:bodyPr>
          <a:p>
            <a:pPr lvl="0" algn="ctr">
              <a:buClrTx/>
              <a:buSzTx/>
              <a:buFontTx/>
            </a:pPr>
            <a:r>
              <a:rPr lang="zh-CN" b="1">
                <a:solidFill>
                  <a:schemeClr val="tx1">
                    <a:lumMod val="75000"/>
                    <a:lumOff val="25000"/>
                  </a:schemeClr>
                </a:solidFill>
                <a:latin typeface="微软雅黑" panose="020B0503020204020204" charset="-122"/>
                <a:ea typeface="微软雅黑" panose="020B0503020204020204" charset="-122"/>
                <a:sym typeface="+mn-ea"/>
              </a:rPr>
              <a:t>第二法</a:t>
            </a:r>
            <a:endParaRPr lang="zh-CN" b="1">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30" name="矩形: 圆角 142"/>
          <p:cNvSpPr/>
          <p:nvPr/>
        </p:nvSpPr>
        <p:spPr>
          <a:xfrm>
            <a:off x="3663950" y="1669415"/>
            <a:ext cx="1483360" cy="349250"/>
          </a:xfrm>
          <a:prstGeom prst="roundRect">
            <a:avLst>
              <a:gd name="adj" fmla="val 50000"/>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自动取样</a:t>
            </a: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称重</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2" name="矩形: 圆角 147"/>
          <p:cNvSpPr/>
          <p:nvPr/>
        </p:nvSpPr>
        <p:spPr>
          <a:xfrm>
            <a:off x="3663950" y="2514600"/>
            <a:ext cx="1483360" cy="349250"/>
          </a:xfrm>
          <a:prstGeom prst="roundRect">
            <a:avLst>
              <a:gd name="adj" fmla="val 50000"/>
            </a:avLst>
          </a:prstGeom>
          <a:solidFill>
            <a:schemeClr val="accent4"/>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缓慢</a:t>
            </a: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炭化</a:t>
            </a:r>
            <a:endPar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endParaRPr>
          </a:p>
        </p:txBody>
      </p:sp>
      <p:sp>
        <p:nvSpPr>
          <p:cNvPr id="33" name="矩形: 圆角 147"/>
          <p:cNvSpPr/>
          <p:nvPr/>
        </p:nvSpPr>
        <p:spPr>
          <a:xfrm>
            <a:off x="3663950" y="3359785"/>
            <a:ext cx="1483360" cy="349250"/>
          </a:xfrm>
          <a:prstGeom prst="roundRect">
            <a:avLst>
              <a:gd name="adj" fmla="val 50000"/>
            </a:avLst>
          </a:prstGeom>
          <a:solidFill>
            <a:srgbClr val="FCC800">
              <a:alpha val="5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200" noProof="0">
                <a:ln>
                  <a:noFill/>
                </a:ln>
                <a:solidFill>
                  <a:prstClr val="black"/>
                </a:solidFill>
                <a:effectLst/>
                <a:uLnTx/>
                <a:uFillTx/>
                <a:latin typeface="微软雅黑" panose="020B0503020204020204" charset="-122"/>
                <a:ea typeface="微软雅黑" panose="020B0503020204020204" charset="-122"/>
                <a:sym typeface="+mn-ea"/>
              </a:rPr>
              <a:t>液冷</a:t>
            </a:r>
            <a:r>
              <a:rPr lang="zh-CN" altLang="en-US" sz="1200" noProof="0">
                <a:ln>
                  <a:noFill/>
                </a:ln>
                <a:solidFill>
                  <a:prstClr val="black"/>
                </a:solidFill>
                <a:effectLst/>
                <a:uLnTx/>
                <a:uFillTx/>
                <a:latin typeface="微软雅黑" panose="020B0503020204020204" charset="-122"/>
                <a:ea typeface="微软雅黑" panose="020B0503020204020204" charset="-122"/>
                <a:sym typeface="+mn-ea"/>
              </a:rPr>
              <a:t>降温</a:t>
            </a:r>
            <a:endParaRPr lang="zh-CN" altLang="en-US" sz="1200" noProof="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34" name="矩形: 圆角 147"/>
          <p:cNvSpPr/>
          <p:nvPr/>
        </p:nvSpPr>
        <p:spPr>
          <a:xfrm>
            <a:off x="3663950" y="4204970"/>
            <a:ext cx="1483360" cy="349250"/>
          </a:xfrm>
          <a:prstGeom prst="roundRect">
            <a:avLst>
              <a:gd name="adj" fmla="val 50000"/>
            </a:avLst>
          </a:prstGeom>
          <a:solidFill>
            <a:schemeClr val="bg1">
              <a:lumMod val="8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硫酸定量加注</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5" name="矩形: 圆角 147"/>
          <p:cNvSpPr/>
          <p:nvPr/>
        </p:nvSpPr>
        <p:spPr>
          <a:xfrm>
            <a:off x="3663950" y="5050155"/>
            <a:ext cx="1483360" cy="349250"/>
          </a:xfrm>
          <a:prstGeom prst="roundRect">
            <a:avLst>
              <a:gd name="adj" fmla="val 50000"/>
            </a:avLst>
          </a:prstGeom>
          <a:solidFill>
            <a:srgbClr val="FCC800">
              <a:alpha val="5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低温赶</a:t>
            </a: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酸</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6" name="矩形: 圆角 167"/>
          <p:cNvSpPr/>
          <p:nvPr/>
        </p:nvSpPr>
        <p:spPr>
          <a:xfrm>
            <a:off x="5548630" y="2799080"/>
            <a:ext cx="1483360" cy="349250"/>
          </a:xfrm>
          <a:prstGeom prst="roundRect">
            <a:avLst>
              <a:gd name="adj" fmla="val 50000"/>
            </a:avLst>
          </a:prstGeom>
          <a:solidFill>
            <a:schemeClr val="accent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高温</a:t>
            </a: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灰化</a:t>
            </a:r>
            <a:endPar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endParaRPr>
          </a:p>
        </p:txBody>
      </p:sp>
      <p:sp>
        <p:nvSpPr>
          <p:cNvPr id="38" name="矩形: 圆角 147"/>
          <p:cNvSpPr/>
          <p:nvPr/>
        </p:nvSpPr>
        <p:spPr>
          <a:xfrm>
            <a:off x="5548630" y="3923665"/>
            <a:ext cx="1483360" cy="349250"/>
          </a:xfrm>
          <a:prstGeom prst="roundRect">
            <a:avLst>
              <a:gd name="adj" fmla="val 50000"/>
            </a:avLst>
          </a:prstGeom>
          <a:solidFill>
            <a:srgbClr val="FCC800">
              <a:alpha val="5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200" noProof="0">
                <a:ln>
                  <a:noFill/>
                </a:ln>
                <a:solidFill>
                  <a:prstClr val="black"/>
                </a:solidFill>
                <a:effectLst/>
                <a:uLnTx/>
                <a:uFillTx/>
                <a:latin typeface="微软雅黑" panose="020B0503020204020204" charset="-122"/>
                <a:ea typeface="微软雅黑" panose="020B0503020204020204" charset="-122"/>
                <a:sym typeface="+mn-ea"/>
              </a:rPr>
              <a:t>干燥</a:t>
            </a:r>
            <a:r>
              <a:rPr lang="zh-CN" altLang="en-US" sz="1200" noProof="0">
                <a:ln>
                  <a:noFill/>
                </a:ln>
                <a:solidFill>
                  <a:prstClr val="black"/>
                </a:solidFill>
                <a:effectLst/>
                <a:uLnTx/>
                <a:uFillTx/>
                <a:latin typeface="微软雅黑" panose="020B0503020204020204" charset="-122"/>
                <a:ea typeface="微软雅黑" panose="020B0503020204020204" charset="-122"/>
                <a:sym typeface="+mn-ea"/>
              </a:rPr>
              <a:t>冷却</a:t>
            </a:r>
            <a:endParaRPr lang="zh-CN" altLang="en-US" sz="1200" noProof="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39" name="矩形: 圆角 147"/>
          <p:cNvSpPr/>
          <p:nvPr/>
        </p:nvSpPr>
        <p:spPr>
          <a:xfrm>
            <a:off x="5548630" y="5050790"/>
            <a:ext cx="1483360" cy="349250"/>
          </a:xfrm>
          <a:prstGeom prst="roundRect">
            <a:avLst>
              <a:gd name="adj" fmla="val 50000"/>
            </a:avLst>
          </a:prstGeom>
          <a:solidFill>
            <a:schemeClr val="bg1">
              <a:lumMod val="8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常温</a:t>
            </a: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称重</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40" name="直接连接符 39"/>
          <p:cNvCxnSpPr>
            <a:stCxn id="30" idx="2"/>
            <a:endCxn id="32" idx="0"/>
          </p:cNvCxnSpPr>
          <p:nvPr/>
        </p:nvCxnSpPr>
        <p:spPr>
          <a:xfrm>
            <a:off x="4405630" y="2018665"/>
            <a:ext cx="0" cy="49593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41" name="直接连接符 40"/>
          <p:cNvCxnSpPr>
            <a:stCxn id="32" idx="2"/>
            <a:endCxn id="33" idx="0"/>
          </p:cNvCxnSpPr>
          <p:nvPr/>
        </p:nvCxnSpPr>
        <p:spPr>
          <a:xfrm>
            <a:off x="4405630" y="2863850"/>
            <a:ext cx="0" cy="49593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42" name="直接连接符 41"/>
          <p:cNvCxnSpPr>
            <a:stCxn id="33" idx="2"/>
            <a:endCxn id="34" idx="0"/>
          </p:cNvCxnSpPr>
          <p:nvPr/>
        </p:nvCxnSpPr>
        <p:spPr>
          <a:xfrm>
            <a:off x="4405630" y="3709035"/>
            <a:ext cx="0" cy="49593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43" name="直接连接符 42"/>
          <p:cNvCxnSpPr>
            <a:stCxn id="34" idx="2"/>
            <a:endCxn id="35" idx="0"/>
          </p:cNvCxnSpPr>
          <p:nvPr/>
        </p:nvCxnSpPr>
        <p:spPr>
          <a:xfrm>
            <a:off x="4405630" y="4554220"/>
            <a:ext cx="0" cy="49593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44" name="肘形连接符 43"/>
          <p:cNvCxnSpPr>
            <a:stCxn id="39" idx="3"/>
            <a:endCxn id="36" idx="3"/>
          </p:cNvCxnSpPr>
          <p:nvPr/>
        </p:nvCxnSpPr>
        <p:spPr>
          <a:xfrm flipV="1">
            <a:off x="7031990" y="2973705"/>
            <a:ext cx="3175" cy="2251710"/>
          </a:xfrm>
          <a:prstGeom prst="bentConnector3">
            <a:avLst>
              <a:gd name="adj1" fmla="val 7500000"/>
            </a:avLst>
          </a:prstGeom>
          <a:ln w="12700" cap="flat" cmpd="sng" algn="ctr">
            <a:solidFill>
              <a:srgbClr val="FCC80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cxnSp>
        <p:nvCxnSpPr>
          <p:cNvPr id="45" name="肘形连接符 44"/>
          <p:cNvCxnSpPr>
            <a:stCxn id="35" idx="3"/>
            <a:endCxn id="36" idx="1"/>
          </p:cNvCxnSpPr>
          <p:nvPr/>
        </p:nvCxnSpPr>
        <p:spPr>
          <a:xfrm flipV="1">
            <a:off x="5147310" y="2973705"/>
            <a:ext cx="401320" cy="2251075"/>
          </a:xfrm>
          <a:prstGeom prst="bentConnector3">
            <a:avLst>
              <a:gd name="adj1" fmla="val 50000"/>
            </a:avLst>
          </a:prstGeom>
          <a:ln w="12700" cap="flat" cmpd="sng" algn="ctr">
            <a:solidFill>
              <a:srgbClr val="FCC800"/>
            </a:solidFill>
            <a:prstDash val="solid"/>
            <a:miter lim="800000"/>
            <a:tailEnd type="triangle" w="med" len="med"/>
          </a:ln>
        </p:spPr>
        <p:style>
          <a:lnRef idx="0">
            <a:schemeClr val="accent1"/>
          </a:lnRef>
          <a:fillRef idx="0">
            <a:srgbClr val="FFFFFF"/>
          </a:fillRef>
          <a:effectRef idx="0">
            <a:srgbClr val="FFFFFF"/>
          </a:effectRef>
          <a:fontRef idx="minor">
            <a:schemeClr val="tx1"/>
          </a:fontRef>
        </p:style>
      </p:cxnSp>
      <p:cxnSp>
        <p:nvCxnSpPr>
          <p:cNvPr id="47" name="直接连接符 46"/>
          <p:cNvCxnSpPr>
            <a:stCxn id="36" idx="2"/>
            <a:endCxn id="38" idx="0"/>
          </p:cNvCxnSpPr>
          <p:nvPr/>
        </p:nvCxnSpPr>
        <p:spPr>
          <a:xfrm>
            <a:off x="6290310" y="3148330"/>
            <a:ext cx="0" cy="77533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48" name="直接连接符 47"/>
          <p:cNvCxnSpPr>
            <a:stCxn id="38" idx="2"/>
            <a:endCxn id="39" idx="0"/>
          </p:cNvCxnSpPr>
          <p:nvPr/>
        </p:nvCxnSpPr>
        <p:spPr>
          <a:xfrm>
            <a:off x="6290310" y="4272915"/>
            <a:ext cx="0" cy="77787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52" name="文本框 51" descr="{&quot;isTemplate&quot;:true,&quot;type&quot;:&quot;text&quot;}"/>
          <p:cNvSpPr txBox="1"/>
          <p:nvPr/>
        </p:nvSpPr>
        <p:spPr>
          <a:xfrm>
            <a:off x="450215" y="6240780"/>
            <a:ext cx="2878455" cy="288000"/>
          </a:xfrm>
          <a:prstGeom prst="rect">
            <a:avLst/>
          </a:prstGeom>
          <a:solidFill>
            <a:srgbClr val="FCC800">
              <a:alpha val="15000"/>
            </a:srgbClr>
          </a:solidFill>
        </p:spPr>
        <p:txBody>
          <a:bodyPr vert="horz" wrap="none" lIns="0" tIns="0" rIns="0" bIns="0" anchor="ctr" anchorCtr="0">
            <a:noAutofit/>
          </a:bodyPr>
          <a:p>
            <a:pPr lvl="0" algn="ctr">
              <a:buClrTx/>
              <a:buSzTx/>
              <a:buFontTx/>
            </a:pPr>
            <a:r>
              <a:rPr lang="zh-CN" sz="1400">
                <a:solidFill>
                  <a:schemeClr val="tx1">
                    <a:lumMod val="75000"/>
                    <a:lumOff val="25000"/>
                  </a:schemeClr>
                </a:solidFill>
                <a:latin typeface="微软雅黑" panose="020B0503020204020204" charset="-122"/>
                <a:ea typeface="微软雅黑" panose="020B0503020204020204" charset="-122"/>
                <a:sym typeface="+mn-ea"/>
              </a:rPr>
              <a:t>恒重差＜0.3mg</a:t>
            </a:r>
            <a:endParaRPr lang="zh-CN" sz="1400">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54" name="文本框 53"/>
          <p:cNvSpPr txBox="1"/>
          <p:nvPr/>
        </p:nvSpPr>
        <p:spPr>
          <a:xfrm>
            <a:off x="7089140" y="3788410"/>
            <a:ext cx="367030" cy="701040"/>
          </a:xfrm>
          <a:prstGeom prst="rect">
            <a:avLst/>
          </a:prstGeom>
          <a:solidFill>
            <a:schemeClr val="bg1"/>
          </a:solidFill>
        </p:spPr>
        <p:txBody>
          <a:bodyPr vert="mongolianVert" wrap="square" rtlCol="0" anchor="t">
            <a:spAutoFit/>
          </a:bodyPr>
          <a:p>
            <a:pPr algn="l"/>
            <a:r>
              <a:rPr lang="zh-CN" sz="1200">
                <a:solidFill>
                  <a:srgbClr val="333333"/>
                </a:solidFill>
                <a:latin typeface="微软雅黑" panose="020B0503020204020204" charset="-122"/>
                <a:ea typeface="微软雅黑" panose="020B0503020204020204" charset="-122"/>
                <a:sym typeface="+mn-ea"/>
              </a:rPr>
              <a:t>重复灼烧</a:t>
            </a:r>
            <a:endParaRPr lang="zh-CN" altLang="en-US" sz="1200">
              <a:solidFill>
                <a:srgbClr val="333333"/>
              </a:solidFill>
              <a:latin typeface="微软雅黑" panose="020B0503020204020204" charset="-122"/>
              <a:ea typeface="微软雅黑" panose="020B0503020204020204" charset="-122"/>
              <a:sym typeface="+mn-ea"/>
            </a:endParaRPr>
          </a:p>
        </p:txBody>
      </p:sp>
      <p:sp>
        <p:nvSpPr>
          <p:cNvPr id="55" name="文本框 54" descr="{&quot;isTemplate&quot;:true,&quot;type&quot;:&quot;text&quot;}"/>
          <p:cNvSpPr txBox="1"/>
          <p:nvPr/>
        </p:nvSpPr>
        <p:spPr>
          <a:xfrm>
            <a:off x="3471545" y="6240780"/>
            <a:ext cx="4069080" cy="288000"/>
          </a:xfrm>
          <a:prstGeom prst="rect">
            <a:avLst/>
          </a:prstGeom>
          <a:solidFill>
            <a:srgbClr val="FCC800">
              <a:alpha val="15000"/>
            </a:srgbClr>
          </a:solidFill>
        </p:spPr>
        <p:txBody>
          <a:bodyPr vert="horz" wrap="none" lIns="0" tIns="0" rIns="0" bIns="0" anchor="ctr" anchorCtr="0">
            <a:noAutofit/>
          </a:bodyPr>
          <a:p>
            <a:pPr lvl="0" algn="ctr">
              <a:buClrTx/>
              <a:buSzTx/>
              <a:buFontTx/>
            </a:pPr>
            <a:r>
              <a:rPr lang="zh-CN" sz="1400">
                <a:solidFill>
                  <a:schemeClr val="tx1">
                    <a:lumMod val="75000"/>
                    <a:lumOff val="25000"/>
                  </a:schemeClr>
                </a:solidFill>
                <a:latin typeface="微软雅黑" panose="020B0503020204020204" charset="-122"/>
                <a:ea typeface="微软雅黑" panose="020B0503020204020204" charset="-122"/>
                <a:sym typeface="+mn-ea"/>
              </a:rPr>
              <a:t>恒重差＜0.3mg</a:t>
            </a:r>
            <a:endParaRPr lang="zh-CN" sz="1400">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57" name="矩形: 圆角 142"/>
          <p:cNvSpPr/>
          <p:nvPr/>
        </p:nvSpPr>
        <p:spPr>
          <a:xfrm>
            <a:off x="7873365" y="1669415"/>
            <a:ext cx="1483360" cy="349250"/>
          </a:xfrm>
          <a:prstGeom prst="roundRect">
            <a:avLst>
              <a:gd name="adj" fmla="val 50000"/>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自动取样</a:t>
            </a: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称重</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8" name="矩形: 圆角 147"/>
          <p:cNvSpPr/>
          <p:nvPr/>
        </p:nvSpPr>
        <p:spPr>
          <a:xfrm>
            <a:off x="7873365" y="2796540"/>
            <a:ext cx="1483360" cy="349250"/>
          </a:xfrm>
          <a:prstGeom prst="roundRect">
            <a:avLst>
              <a:gd name="adj" fmla="val 50000"/>
            </a:avLst>
          </a:prstGeom>
          <a:solidFill>
            <a:schemeClr val="bg1">
              <a:lumMod val="8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加酸</a:t>
            </a: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润湿</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59" name="矩形: 圆角 147"/>
          <p:cNvSpPr/>
          <p:nvPr/>
        </p:nvSpPr>
        <p:spPr>
          <a:xfrm>
            <a:off x="7873365" y="3923665"/>
            <a:ext cx="1483360" cy="349250"/>
          </a:xfrm>
          <a:prstGeom prst="roundRect">
            <a:avLst>
              <a:gd name="adj" fmla="val 50000"/>
            </a:avLst>
          </a:prstGeom>
          <a:solidFill>
            <a:schemeClr val="accent4"/>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缓慢</a:t>
            </a: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炭化</a:t>
            </a:r>
            <a:endPar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endParaRPr>
          </a:p>
        </p:txBody>
      </p:sp>
      <p:sp>
        <p:nvSpPr>
          <p:cNvPr id="62" name="矩形: 圆角 147"/>
          <p:cNvSpPr/>
          <p:nvPr/>
        </p:nvSpPr>
        <p:spPr>
          <a:xfrm>
            <a:off x="7873365" y="5050790"/>
            <a:ext cx="1483360" cy="349250"/>
          </a:xfrm>
          <a:prstGeom prst="roundRect">
            <a:avLst>
              <a:gd name="adj" fmla="val 50000"/>
            </a:avLst>
          </a:prstGeom>
          <a:solidFill>
            <a:srgbClr val="FCC800">
              <a:alpha val="5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200" noProof="0">
                <a:ln>
                  <a:noFill/>
                </a:ln>
                <a:solidFill>
                  <a:prstClr val="black"/>
                </a:solidFill>
                <a:effectLst/>
                <a:uLnTx/>
                <a:uFillTx/>
                <a:latin typeface="微软雅黑" panose="020B0503020204020204" charset="-122"/>
                <a:ea typeface="微软雅黑" panose="020B0503020204020204" charset="-122"/>
                <a:sym typeface="+mn-ea"/>
              </a:rPr>
              <a:t>液冷</a:t>
            </a:r>
            <a:r>
              <a:rPr lang="zh-CN" altLang="en-US" sz="1200" noProof="0">
                <a:ln>
                  <a:noFill/>
                </a:ln>
                <a:solidFill>
                  <a:prstClr val="black"/>
                </a:solidFill>
                <a:effectLst/>
                <a:uLnTx/>
                <a:uFillTx/>
                <a:latin typeface="微软雅黑" panose="020B0503020204020204" charset="-122"/>
                <a:ea typeface="微软雅黑" panose="020B0503020204020204" charset="-122"/>
                <a:sym typeface="+mn-ea"/>
              </a:rPr>
              <a:t>降温</a:t>
            </a:r>
            <a:endParaRPr lang="zh-CN" altLang="en-US" sz="1200" noProof="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63" name="矩形: 圆角 147"/>
          <p:cNvSpPr/>
          <p:nvPr/>
        </p:nvSpPr>
        <p:spPr>
          <a:xfrm>
            <a:off x="9746615" y="1669415"/>
            <a:ext cx="1483360" cy="349250"/>
          </a:xfrm>
          <a:prstGeom prst="roundRect">
            <a:avLst>
              <a:gd name="adj" fmla="val 50000"/>
            </a:avLst>
          </a:prstGeom>
          <a:solidFill>
            <a:schemeClr val="bg1">
              <a:lumMod val="8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硫酸定量加注</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4" name="矩形: 圆角 147"/>
          <p:cNvSpPr/>
          <p:nvPr/>
        </p:nvSpPr>
        <p:spPr>
          <a:xfrm>
            <a:off x="9746615" y="2514600"/>
            <a:ext cx="1483360" cy="349250"/>
          </a:xfrm>
          <a:prstGeom prst="roundRect">
            <a:avLst>
              <a:gd name="adj" fmla="val 50000"/>
            </a:avLst>
          </a:prstGeom>
          <a:solidFill>
            <a:srgbClr val="FCC800">
              <a:alpha val="5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低温赶</a:t>
            </a: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酸</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5" name="矩形: 圆角 167"/>
          <p:cNvSpPr/>
          <p:nvPr/>
        </p:nvSpPr>
        <p:spPr>
          <a:xfrm>
            <a:off x="9746615" y="3359785"/>
            <a:ext cx="1483360" cy="349250"/>
          </a:xfrm>
          <a:prstGeom prst="roundRect">
            <a:avLst>
              <a:gd name="adj" fmla="val 50000"/>
            </a:avLst>
          </a:prstGeom>
          <a:solidFill>
            <a:schemeClr val="accent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高温</a:t>
            </a: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灰化</a:t>
            </a:r>
            <a:endPar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endParaRPr>
          </a:p>
        </p:txBody>
      </p:sp>
      <p:sp>
        <p:nvSpPr>
          <p:cNvPr id="66" name="矩形: 圆角 147"/>
          <p:cNvSpPr/>
          <p:nvPr/>
        </p:nvSpPr>
        <p:spPr>
          <a:xfrm>
            <a:off x="9746615" y="4204970"/>
            <a:ext cx="1483360" cy="349250"/>
          </a:xfrm>
          <a:prstGeom prst="roundRect">
            <a:avLst>
              <a:gd name="adj" fmla="val 50000"/>
            </a:avLst>
          </a:prstGeom>
          <a:solidFill>
            <a:srgbClr val="FCC800">
              <a:alpha val="5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200" noProof="0">
                <a:ln>
                  <a:noFill/>
                </a:ln>
                <a:solidFill>
                  <a:prstClr val="black"/>
                </a:solidFill>
                <a:effectLst/>
                <a:uLnTx/>
                <a:uFillTx/>
                <a:latin typeface="微软雅黑" panose="020B0503020204020204" charset="-122"/>
                <a:ea typeface="微软雅黑" panose="020B0503020204020204" charset="-122"/>
                <a:sym typeface="+mn-ea"/>
              </a:rPr>
              <a:t>干燥</a:t>
            </a:r>
            <a:r>
              <a:rPr lang="zh-CN" altLang="en-US" sz="1200" noProof="0">
                <a:ln>
                  <a:noFill/>
                </a:ln>
                <a:solidFill>
                  <a:prstClr val="black"/>
                </a:solidFill>
                <a:effectLst/>
                <a:uLnTx/>
                <a:uFillTx/>
                <a:latin typeface="微软雅黑" panose="020B0503020204020204" charset="-122"/>
                <a:ea typeface="微软雅黑" panose="020B0503020204020204" charset="-122"/>
                <a:sym typeface="+mn-ea"/>
              </a:rPr>
              <a:t>冷却</a:t>
            </a:r>
            <a:endParaRPr lang="zh-CN" altLang="en-US" sz="1200" noProof="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67" name="矩形: 圆角 147"/>
          <p:cNvSpPr/>
          <p:nvPr/>
        </p:nvSpPr>
        <p:spPr>
          <a:xfrm>
            <a:off x="9746615" y="5050155"/>
            <a:ext cx="1483360" cy="349250"/>
          </a:xfrm>
          <a:prstGeom prst="roundRect">
            <a:avLst>
              <a:gd name="adj" fmla="val 50000"/>
            </a:avLst>
          </a:prstGeom>
          <a:solidFill>
            <a:schemeClr val="bg1">
              <a:lumMod val="8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常温</a:t>
            </a: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称重</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68" name="直接连接符 67"/>
          <p:cNvCxnSpPr>
            <a:stCxn id="57" idx="2"/>
            <a:endCxn id="58" idx="0"/>
          </p:cNvCxnSpPr>
          <p:nvPr/>
        </p:nvCxnSpPr>
        <p:spPr>
          <a:xfrm>
            <a:off x="8615045" y="2018665"/>
            <a:ext cx="0" cy="77787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69" name="直接连接符 68"/>
          <p:cNvCxnSpPr>
            <a:stCxn id="58" idx="2"/>
            <a:endCxn id="59" idx="0"/>
          </p:cNvCxnSpPr>
          <p:nvPr/>
        </p:nvCxnSpPr>
        <p:spPr>
          <a:xfrm>
            <a:off x="8615045" y="3145790"/>
            <a:ext cx="0" cy="77787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70" name="直接连接符 69"/>
          <p:cNvCxnSpPr>
            <a:stCxn id="59" idx="2"/>
            <a:endCxn id="62" idx="0"/>
          </p:cNvCxnSpPr>
          <p:nvPr/>
        </p:nvCxnSpPr>
        <p:spPr>
          <a:xfrm>
            <a:off x="8615045" y="4272915"/>
            <a:ext cx="0" cy="77787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71" name="肘形连接符 70"/>
          <p:cNvCxnSpPr>
            <a:stCxn id="62" idx="3"/>
            <a:endCxn id="63" idx="1"/>
          </p:cNvCxnSpPr>
          <p:nvPr/>
        </p:nvCxnSpPr>
        <p:spPr>
          <a:xfrm flipV="1">
            <a:off x="9356725" y="1844040"/>
            <a:ext cx="389890" cy="3381375"/>
          </a:xfrm>
          <a:prstGeom prst="bentConnector3">
            <a:avLst>
              <a:gd name="adj1" fmla="val 50000"/>
            </a:avLst>
          </a:prstGeom>
          <a:ln w="12700" cap="flat" cmpd="sng" algn="ctr">
            <a:solidFill>
              <a:srgbClr val="FCC800"/>
            </a:solidFill>
            <a:prstDash val="solid"/>
            <a:miter lim="800000"/>
            <a:tailEnd type="triangle" w="med" len="med"/>
          </a:ln>
        </p:spPr>
        <p:style>
          <a:lnRef idx="0">
            <a:schemeClr val="accent1"/>
          </a:lnRef>
          <a:fillRef idx="0">
            <a:srgbClr val="FFFFFF"/>
          </a:fillRef>
          <a:effectRef idx="0">
            <a:srgbClr val="FFFFFF"/>
          </a:effectRef>
          <a:fontRef idx="minor">
            <a:schemeClr val="tx1"/>
          </a:fontRef>
        </p:style>
      </p:cxnSp>
      <p:cxnSp>
        <p:nvCxnSpPr>
          <p:cNvPr id="72" name="直接连接符 71"/>
          <p:cNvCxnSpPr>
            <a:stCxn id="63" idx="2"/>
            <a:endCxn id="64" idx="0"/>
          </p:cNvCxnSpPr>
          <p:nvPr/>
        </p:nvCxnSpPr>
        <p:spPr>
          <a:xfrm>
            <a:off x="10488295" y="2018665"/>
            <a:ext cx="0" cy="49593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73" name="直接连接符 72"/>
          <p:cNvCxnSpPr>
            <a:stCxn id="64" idx="2"/>
            <a:endCxn id="65" idx="0"/>
          </p:cNvCxnSpPr>
          <p:nvPr/>
        </p:nvCxnSpPr>
        <p:spPr>
          <a:xfrm>
            <a:off x="10488295" y="2863850"/>
            <a:ext cx="0" cy="49593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74" name="直接连接符 73"/>
          <p:cNvCxnSpPr>
            <a:stCxn id="65" idx="2"/>
            <a:endCxn id="66" idx="0"/>
          </p:cNvCxnSpPr>
          <p:nvPr/>
        </p:nvCxnSpPr>
        <p:spPr>
          <a:xfrm>
            <a:off x="10488295" y="3709035"/>
            <a:ext cx="0" cy="49593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75" name="直接连接符 74"/>
          <p:cNvCxnSpPr>
            <a:stCxn id="66" idx="2"/>
            <a:endCxn id="67" idx="0"/>
          </p:cNvCxnSpPr>
          <p:nvPr/>
        </p:nvCxnSpPr>
        <p:spPr>
          <a:xfrm>
            <a:off x="10488295" y="4554220"/>
            <a:ext cx="0" cy="49593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76" name="肘形连接符 75"/>
          <p:cNvCxnSpPr>
            <a:stCxn id="67" idx="3"/>
            <a:endCxn id="63" idx="3"/>
          </p:cNvCxnSpPr>
          <p:nvPr/>
        </p:nvCxnSpPr>
        <p:spPr>
          <a:xfrm flipV="1">
            <a:off x="11229975" y="1844040"/>
            <a:ext cx="3175" cy="3380740"/>
          </a:xfrm>
          <a:prstGeom prst="bentConnector3">
            <a:avLst>
              <a:gd name="adj1" fmla="val 7500000"/>
            </a:avLst>
          </a:prstGeom>
          <a:ln w="12700" cap="flat" cmpd="sng" algn="ctr">
            <a:solidFill>
              <a:srgbClr val="FCC80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77" name="文本框 76"/>
          <p:cNvSpPr txBox="1"/>
          <p:nvPr/>
        </p:nvSpPr>
        <p:spPr>
          <a:xfrm>
            <a:off x="11276330" y="3222625"/>
            <a:ext cx="367030" cy="701040"/>
          </a:xfrm>
          <a:prstGeom prst="rect">
            <a:avLst/>
          </a:prstGeom>
          <a:solidFill>
            <a:schemeClr val="bg1"/>
          </a:solidFill>
        </p:spPr>
        <p:txBody>
          <a:bodyPr vert="mongolianVert" wrap="square" rtlCol="0" anchor="t">
            <a:spAutoFit/>
          </a:bodyPr>
          <a:p>
            <a:pPr algn="l"/>
            <a:r>
              <a:rPr lang="zh-CN" sz="1200">
                <a:solidFill>
                  <a:srgbClr val="333333"/>
                </a:solidFill>
                <a:latin typeface="微软雅黑" panose="020B0503020204020204" charset="-122"/>
                <a:ea typeface="微软雅黑" panose="020B0503020204020204" charset="-122"/>
                <a:sym typeface="+mn-ea"/>
              </a:rPr>
              <a:t>重复灼烧</a:t>
            </a:r>
            <a:endParaRPr lang="zh-CN" altLang="en-US" sz="1200">
              <a:solidFill>
                <a:srgbClr val="333333"/>
              </a:solidFill>
              <a:latin typeface="微软雅黑" panose="020B0503020204020204" charset="-122"/>
              <a:ea typeface="微软雅黑" panose="020B0503020204020204" charset="-122"/>
              <a:sym typeface="+mn-ea"/>
            </a:endParaRPr>
          </a:p>
        </p:txBody>
      </p:sp>
      <p:sp>
        <p:nvSpPr>
          <p:cNvPr id="78" name="文本框 77" descr="{&quot;isTemplate&quot;:true,&quot;type&quot;:&quot;text&quot;}"/>
          <p:cNvSpPr txBox="1"/>
          <p:nvPr/>
        </p:nvSpPr>
        <p:spPr>
          <a:xfrm>
            <a:off x="7680960" y="6240780"/>
            <a:ext cx="4069080" cy="288000"/>
          </a:xfrm>
          <a:prstGeom prst="rect">
            <a:avLst/>
          </a:prstGeom>
          <a:solidFill>
            <a:srgbClr val="FCC800">
              <a:alpha val="15000"/>
            </a:srgbClr>
          </a:solidFill>
        </p:spPr>
        <p:txBody>
          <a:bodyPr vert="horz" wrap="none" lIns="0" tIns="0" rIns="0" bIns="0" anchor="ctr" anchorCtr="0">
            <a:noAutofit/>
          </a:bodyPr>
          <a:p>
            <a:pPr algn="ctr">
              <a:lnSpc>
                <a:spcPct val="100000"/>
              </a:lnSpc>
            </a:pPr>
            <a:r>
              <a:rPr lang="zh-CN" altLang="en-US" sz="1400">
                <a:solidFill>
                  <a:schemeClr val="tx1">
                    <a:lumMod val="75000"/>
                    <a:lumOff val="25000"/>
                  </a:schemeClr>
                </a:solidFill>
                <a:latin typeface="微软雅黑" panose="020B0503020204020204" charset="-122"/>
                <a:ea typeface="微软雅黑" panose="020B0503020204020204" charset="-122"/>
              </a:rPr>
              <a:t>残渣量&lt;0.5</a:t>
            </a:r>
            <a:r>
              <a:rPr lang="en-US" altLang="zh-CN" sz="1400">
                <a:solidFill>
                  <a:schemeClr val="tx1">
                    <a:lumMod val="75000"/>
                    <a:lumOff val="25000"/>
                  </a:schemeClr>
                </a:solidFill>
                <a:latin typeface="微软雅黑" panose="020B0503020204020204" charset="-122"/>
                <a:ea typeface="微软雅黑" panose="020B0503020204020204" charset="-122"/>
              </a:rPr>
              <a:t>mg </a:t>
            </a:r>
            <a:r>
              <a:rPr lang="zh-CN" altLang="en-US" sz="1400">
                <a:solidFill>
                  <a:schemeClr val="tx1">
                    <a:lumMod val="75000"/>
                    <a:lumOff val="25000"/>
                  </a:schemeClr>
                </a:solidFill>
                <a:latin typeface="微软雅黑" panose="020B0503020204020204" charset="-122"/>
                <a:ea typeface="微软雅黑" panose="020B0503020204020204" charset="-122"/>
              </a:rPr>
              <a:t>或 灰分&lt;0.1%</a:t>
            </a: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任意多边形: 形状 42"/>
          <p:cNvSpPr/>
          <p:nvPr/>
        </p:nvSpPr>
        <p:spPr>
          <a:xfrm flipH="1" flipV="1">
            <a:off x="-715524" y="0"/>
            <a:ext cx="6000629" cy="6858000"/>
          </a:xfrm>
          <a:custGeom>
            <a:avLst/>
            <a:gdLst>
              <a:gd name="connsiteX0" fmla="*/ 1453546 w 6000629"/>
              <a:gd name="connsiteY0" fmla="*/ 0 h 6858000"/>
              <a:gd name="connsiteX1" fmla="*/ 6000629 w 6000629"/>
              <a:gd name="connsiteY1" fmla="*/ 0 h 6858000"/>
              <a:gd name="connsiteX2" fmla="*/ 6000629 w 6000629"/>
              <a:gd name="connsiteY2" fmla="*/ 6858000 h 6858000"/>
              <a:gd name="connsiteX3" fmla="*/ 1453546 w 6000629"/>
              <a:gd name="connsiteY3" fmla="*/ 6858000 h 6858000"/>
              <a:gd name="connsiteX4" fmla="*/ 1398664 w 6000629"/>
              <a:gd name="connsiteY4" fmla="*/ 6805675 h 6858000"/>
              <a:gd name="connsiteX5" fmla="*/ 0 w 6000629"/>
              <a:gd name="connsiteY5" fmla="*/ 3429000 h 6858000"/>
              <a:gd name="connsiteX6" fmla="*/ 1398664 w 6000629"/>
              <a:gd name="connsiteY6" fmla="*/ 5232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00629" h="6858000">
                <a:moveTo>
                  <a:pt x="1453546" y="0"/>
                </a:moveTo>
                <a:lnTo>
                  <a:pt x="6000629" y="0"/>
                </a:lnTo>
                <a:lnTo>
                  <a:pt x="6000629" y="6858000"/>
                </a:lnTo>
                <a:lnTo>
                  <a:pt x="1453546" y="6858000"/>
                </a:lnTo>
                <a:lnTo>
                  <a:pt x="1398664" y="6805675"/>
                </a:lnTo>
                <a:cubicBezTo>
                  <a:pt x="534498" y="5941509"/>
                  <a:pt x="0" y="4747674"/>
                  <a:pt x="0" y="3429000"/>
                </a:cubicBezTo>
                <a:cubicBezTo>
                  <a:pt x="0" y="2110327"/>
                  <a:pt x="534498" y="916492"/>
                  <a:pt x="1398664" y="52325"/>
                </a:cubicBezTo>
                <a:close/>
              </a:path>
            </a:pathLst>
          </a:custGeom>
          <a:gradFill>
            <a:gsLst>
              <a:gs pos="0">
                <a:srgbClr val="FF9E3F"/>
              </a:gs>
              <a:gs pos="100000">
                <a:srgbClr val="FFC20F"/>
              </a:gs>
            </a:gsLst>
            <a:lin ang="2700000" scaled="0"/>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94665" rtl="0" eaLnBrk="1" fontAlgn="auto" latinLnBrk="0" hangingPunct="1">
              <a:lnSpc>
                <a:spcPct val="100000"/>
              </a:lnSpc>
              <a:spcBef>
                <a:spcPts val="0"/>
              </a:spcBef>
              <a:spcAft>
                <a:spcPts val="0"/>
              </a:spcAft>
              <a:buClrTx/>
              <a:buSzTx/>
              <a:buFontTx/>
              <a:buNone/>
              <a:defRPr/>
            </a:pPr>
            <a:endParaRPr kumimoji="0" lang="zh-CN" altLang="en-US" sz="1950" b="0" i="0" u="none" strike="noStrike" kern="1200" cap="none" spc="0" normalizeH="0" baseline="0" noProof="0">
              <a:ln>
                <a:noFill/>
              </a:ln>
              <a:solidFill>
                <a:prstClr val="white"/>
              </a:solidFill>
              <a:effectLst/>
              <a:uLnTx/>
              <a:uFillTx/>
              <a:latin typeface="+mj-lt"/>
              <a:ea typeface="+mj-ea"/>
              <a:cs typeface="+mn-cs"/>
            </a:endParaRPr>
          </a:p>
        </p:txBody>
      </p:sp>
      <p:pic>
        <p:nvPicPr>
          <p:cNvPr id="3" name="Picture 5"/>
          <p:cNvPicPr>
            <a:picLocks noChangeAspect="1"/>
          </p:cNvPicPr>
          <p:nvPr/>
        </p:nvPicPr>
        <p:blipFill>
          <a:blip r:embed="rId1"/>
          <a:srcRect l="179" r="179"/>
          <a:stretch>
            <a:fillRect/>
          </a:stretch>
        </p:blipFill>
        <p:spPr>
          <a:xfrm>
            <a:off x="469265" y="1777365"/>
            <a:ext cx="4572000" cy="3708400"/>
          </a:xfrm>
          <a:prstGeom prst="rect">
            <a:avLst/>
          </a:prstGeom>
          <a:noFill/>
          <a:ln w="25400" cap="flat" cmpd="sng">
            <a:noFill/>
            <a:prstDash val="solid"/>
            <a:round/>
          </a:ln>
        </p:spPr>
      </p:pic>
      <p:sp>
        <p:nvSpPr>
          <p:cNvPr id="28" name="标题 27"/>
          <p:cNvSpPr>
            <a:spLocks noGrp="1"/>
          </p:cNvSpPr>
          <p:nvPr>
            <p:ph type="title"/>
          </p:nvPr>
        </p:nvSpPr>
        <p:spPr/>
        <p:txBody>
          <a:bodyPr/>
          <a:p>
            <a:pPr algn="l"/>
            <a:r>
              <a:rPr lang="zh-CN" altLang="en-US"/>
              <a:t>集成式</a:t>
            </a:r>
            <a:r>
              <a:rPr lang="zh-CN" altLang="en-US"/>
              <a:t>干燥失重检测系统</a:t>
            </a:r>
            <a:r>
              <a:rPr lang="en-US" altLang="zh-CN"/>
              <a:t>-</a:t>
            </a:r>
            <a:r>
              <a:rPr lang="en-US" altLang="zh-CN">
                <a:sym typeface="+mn-ea"/>
              </a:rPr>
              <a:t>C870H/C870M</a:t>
            </a:r>
            <a:endParaRPr lang="zh-CN" altLang="en-US"/>
          </a:p>
        </p:txBody>
      </p:sp>
      <p:sp>
        <p:nvSpPr>
          <p:cNvPr id="6" name="AutoShape 6"/>
          <p:cNvSpPr/>
          <p:nvPr/>
        </p:nvSpPr>
        <p:spPr>
          <a:xfrm>
            <a:off x="468948" y="5715000"/>
            <a:ext cx="4572000" cy="330200"/>
          </a:xfrm>
          <a:prstGeom prst="rect">
            <a:avLst/>
          </a:prstGeom>
          <a:noFill/>
          <a:ln w="12700" cap="flat" cmpd="sng">
            <a:noFill/>
            <a:prstDash val="solid"/>
            <a:round/>
          </a:ln>
        </p:spPr>
        <p:txBody>
          <a:bodyPr vert="horz" wrap="none" lIns="0" tIns="0" rIns="0" bIns="0" rtlCol="0" anchor="ctr" anchorCtr="0">
            <a:noAutofit/>
          </a:bodyPr>
          <a:lstStyle/>
          <a:p>
            <a:pPr lvl="0" algn="ctr">
              <a:lnSpc>
                <a:spcPct val="125000"/>
              </a:lnSpc>
              <a:buClrTx/>
              <a:buSzTx/>
              <a:buFontTx/>
              <a:defRPr/>
            </a:pPr>
            <a:r>
              <a:rPr lang="en-US" sz="1100">
                <a:solidFill>
                  <a:schemeClr val="bg1"/>
                </a:solidFill>
                <a:latin typeface="微软雅黑" panose="020B0503020204020204" charset="-122"/>
                <a:ea typeface="微软雅黑" panose="020B0503020204020204" charset="-122"/>
                <a:cs typeface="微软雅黑" panose="020B0503020204020204" charset="-122"/>
                <a:sym typeface="微软雅黑 Light" panose="020B0502040204020203" charset="-122"/>
              </a:rPr>
              <a:t>C870H 集成式灼烧残渣检测系统（产品实拍）</a:t>
            </a:r>
            <a:endParaRPr lang="en-US" sz="1100">
              <a:solidFill>
                <a:schemeClr val="bg1"/>
              </a:solidFill>
              <a:latin typeface="微软雅黑" panose="020B0503020204020204" charset="-122"/>
              <a:ea typeface="微软雅黑" panose="020B0503020204020204" charset="-122"/>
              <a:cs typeface="微软雅黑" panose="020B0503020204020204" charset="-122"/>
              <a:sym typeface="微软雅黑 Light" panose="020B0502040204020203" charset="-122"/>
            </a:endParaRPr>
          </a:p>
        </p:txBody>
      </p:sp>
      <p:sp>
        <p:nvSpPr>
          <p:cNvPr id="8" name="AutoShape 8"/>
          <p:cNvSpPr/>
          <p:nvPr/>
        </p:nvSpPr>
        <p:spPr>
          <a:xfrm>
            <a:off x="5842000" y="1651318"/>
            <a:ext cx="1543685" cy="215265"/>
          </a:xfrm>
          <a:prstGeom prst="rect">
            <a:avLst/>
          </a:prstGeom>
          <a:noFill/>
          <a:ln w="12700" cap="flat" cmpd="sng">
            <a:noFill/>
            <a:prstDash val="solid"/>
            <a:round/>
          </a:ln>
        </p:spPr>
        <p:txBody>
          <a:bodyPr vert="horz" wrap="none" lIns="0" tIns="0" rIns="0" bIns="0" rtlCol="0" anchor="ctr" anchorCtr="0">
            <a:spAutoFit/>
          </a:bodyPr>
          <a:lstStyle/>
          <a:p>
            <a:pPr marL="0" indent="0" algn="l">
              <a:lnSpc>
                <a:spcPct val="100000"/>
              </a:lnSpc>
              <a:defRPr/>
            </a:pPr>
            <a:r>
              <a:rPr lang="zh-CN" altLang="en-US" sz="14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药典通则0831/0832</a:t>
            </a:r>
            <a:endParaRPr lang="zh-CN" altLang="en-US" sz="14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grpSp>
        <p:nvGrpSpPr>
          <p:cNvPr id="33" name="组合 32"/>
          <p:cNvGrpSpPr/>
          <p:nvPr/>
        </p:nvGrpSpPr>
        <p:grpSpPr>
          <a:xfrm rot="0">
            <a:off x="5842000" y="3351530"/>
            <a:ext cx="5613400" cy="1041400"/>
            <a:chOff x="9200" y="3640"/>
            <a:chExt cx="8840" cy="1640"/>
          </a:xfrm>
        </p:grpSpPr>
        <p:sp>
          <p:nvSpPr>
            <p:cNvPr id="9" name="AutoShape 9"/>
            <p:cNvSpPr/>
            <p:nvPr/>
          </p:nvSpPr>
          <p:spPr>
            <a:xfrm>
              <a:off x="9200" y="3640"/>
              <a:ext cx="4000" cy="800"/>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600" b="1" i="0" u="none" strike="noStrike">
                  <a:solidFill>
                    <a:srgbClr val="0E2A47"/>
                  </a:solidFill>
                  <a:latin typeface="微软雅黑" panose="020B0503020204020204" charset="-122"/>
                  <a:ea typeface="微软雅黑" panose="020B0503020204020204" charset="-122"/>
                  <a:cs typeface="微软雅黑" panose="020B0503020204020204" charset="-122"/>
                  <a:sym typeface="微软雅黑 Light" panose="020B0502040204020203" charset="-122"/>
                </a:rPr>
                <a:t>C870H 高配</a:t>
              </a:r>
              <a:r>
                <a:rPr lang="en-US" sz="1600" b="1" i="0" u="none" strike="noStrike">
                  <a:solidFill>
                    <a:srgbClr val="0E2A47"/>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版</a:t>
              </a:r>
              <a:endParaRPr lang="en-US" sz="1600" b="1" i="0" u="none" strike="noStrike">
                <a:solidFill>
                  <a:srgbClr val="0E2A47"/>
                </a:solidFill>
                <a:latin typeface="微软雅黑" panose="020B0503020204020204" charset="-122"/>
                <a:ea typeface="微软雅黑" panose="020B0503020204020204" charset="-122"/>
                <a:cs typeface="微软雅黑" panose="020B0503020204020204" charset="-122"/>
                <a:sym typeface="微软雅黑 Light" panose="020B0502040204020203" charset="-122"/>
              </a:endParaRPr>
            </a:p>
          </p:txBody>
        </p:sp>
        <p:sp>
          <p:nvSpPr>
            <p:cNvPr id="10" name="AutoShape 10"/>
            <p:cNvSpPr/>
            <p:nvPr/>
          </p:nvSpPr>
          <p:spPr>
            <a:xfrm>
              <a:off x="9200" y="4160"/>
              <a:ext cx="4200" cy="1120"/>
            </a:xfrm>
            <a:prstGeom prst="rect">
              <a:avLst/>
            </a:prstGeom>
            <a:noFill/>
            <a:ln w="12700" cap="flat" cmpd="sng">
              <a:noFill/>
              <a:prstDash val="solid"/>
              <a:round/>
            </a:ln>
          </p:spPr>
          <p:txBody>
            <a:bodyPr vert="horz" wrap="square" lIns="0" tIns="0" rIns="0" bIns="0" rtlCol="0" anchor="ctr" anchorCtr="0"/>
            <a:lstStyle/>
            <a:p>
              <a:pPr marL="0" algn="l">
                <a:lnSpc>
                  <a:spcPct val="150000"/>
                </a:lnSpc>
                <a:buClrTx/>
                <a:buSzTx/>
                <a:buFontTx/>
                <a:defRPr/>
              </a:pPr>
              <a:r>
                <a:rPr 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36工位 · 0.01mg · ±0.05mg</a:t>
              </a:r>
              <a:br>
                <a:rPr 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br>
              <a:r>
                <a:rPr 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mn-ea"/>
                </a:rPr>
                <a:t>12.1英寸触控屏</a:t>
              </a:r>
              <a:r>
                <a:rPr 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 · </a:t>
              </a:r>
              <a:r>
                <a:rPr lang="en-US" altLang="zh-CN"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83×110×73cm</a:t>
              </a:r>
              <a:endParaRPr 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cxnSp>
          <p:nvCxnSpPr>
            <p:cNvPr id="11" name="Connector 11"/>
            <p:cNvCxnSpPr/>
            <p:nvPr/>
          </p:nvCxnSpPr>
          <p:spPr>
            <a:xfrm rot="5353546">
              <a:off x="12780" y="4450"/>
              <a:ext cx="1480" cy="20"/>
            </a:xfrm>
            <a:prstGeom prst="straightConnector1">
              <a:avLst/>
            </a:prstGeom>
            <a:solidFill>
              <a:srgbClr val="DEE0E3">
                <a:alpha val="100000"/>
              </a:srgbClr>
            </a:solidFill>
            <a:ln w="12700" cap="flat" cmpd="sng">
              <a:solidFill>
                <a:srgbClr val="D5DBE3">
                  <a:alpha val="100000"/>
                </a:srgbClr>
              </a:solidFill>
              <a:prstDash val="solid"/>
              <a:round/>
              <a:headEnd type="none" w="med" len="med"/>
              <a:tailEnd type="none" w="med" len="med"/>
            </a:ln>
          </p:spPr>
        </p:cxnSp>
        <p:sp>
          <p:nvSpPr>
            <p:cNvPr id="12" name="AutoShape 12"/>
            <p:cNvSpPr/>
            <p:nvPr/>
          </p:nvSpPr>
          <p:spPr>
            <a:xfrm>
              <a:off x="13840" y="3640"/>
              <a:ext cx="4000" cy="800"/>
            </a:xfrm>
            <a:prstGeom prst="rect">
              <a:avLst/>
            </a:prstGeom>
            <a:noFill/>
            <a:ln w="12700" cap="flat" cmpd="sng">
              <a:noFill/>
              <a:prstDash val="solid"/>
              <a:round/>
            </a:ln>
          </p:spPr>
          <p:txBody>
            <a:bodyPr vert="horz" wrap="none" lIns="0" tIns="0" rIns="0" bIns="0" rtlCol="0" anchor="ctr" anchorCtr="0">
              <a:noAutofit/>
            </a:bodyPr>
            <a:lstStyle/>
            <a:p>
              <a:pPr lvl="0" algn="l">
                <a:buClrTx/>
                <a:buSzTx/>
                <a:buFontTx/>
                <a:defRPr/>
              </a:pPr>
              <a:r>
                <a:rPr lang="en-US" sz="1600" b="1">
                  <a:solidFill>
                    <a:srgbClr val="0E2A47"/>
                  </a:solidFill>
                  <a:latin typeface="微软雅黑" panose="020B0503020204020204" charset="-122"/>
                  <a:ea typeface="微软雅黑" panose="020B0503020204020204" charset="-122"/>
                  <a:cs typeface="微软雅黑" panose="020B0503020204020204" charset="-122"/>
                  <a:sym typeface="微软雅黑 Light" panose="020B0502040204020203" charset="-122"/>
                </a:rPr>
                <a:t>C870M 标准版</a:t>
              </a:r>
              <a:endParaRPr lang="en-US" sz="1600" b="1">
                <a:solidFill>
                  <a:srgbClr val="0E2A47"/>
                </a:solidFill>
                <a:latin typeface="微软雅黑" panose="020B0503020204020204" charset="-122"/>
                <a:ea typeface="微软雅黑" panose="020B0503020204020204" charset="-122"/>
                <a:cs typeface="微软雅黑" panose="020B0503020204020204" charset="-122"/>
                <a:sym typeface="微软雅黑 Light" panose="020B0502040204020203" charset="-122"/>
              </a:endParaRPr>
            </a:p>
          </p:txBody>
        </p:sp>
        <p:sp>
          <p:nvSpPr>
            <p:cNvPr id="13" name="AutoShape 13"/>
            <p:cNvSpPr/>
            <p:nvPr/>
          </p:nvSpPr>
          <p:spPr>
            <a:xfrm>
              <a:off x="13840" y="4160"/>
              <a:ext cx="4200" cy="1120"/>
            </a:xfrm>
            <a:prstGeom prst="rect">
              <a:avLst/>
            </a:prstGeom>
            <a:noFill/>
            <a:ln w="12700" cap="flat" cmpd="sng">
              <a:noFill/>
              <a:prstDash val="solid"/>
              <a:round/>
            </a:ln>
          </p:spPr>
          <p:txBody>
            <a:bodyPr vert="horz" wrap="square" lIns="0" tIns="0" rIns="0" bIns="0" rtlCol="0" anchor="ctr" anchorCtr="0">
              <a:noAutofit/>
            </a:bodyPr>
            <a:lstStyle/>
            <a:p>
              <a:pPr lvl="0" algn="l">
                <a:lnSpc>
                  <a:spcPct val="150000"/>
                </a:lnSpc>
                <a:buClrTx/>
                <a:buSzTx/>
                <a:buFontTx/>
                <a:defRPr/>
              </a:pPr>
              <a:r>
                <a:rPr lang="zh-CN" alt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a:t>
              </a:r>
              <a:r>
                <a:rPr lang="en-US" altLang="zh-CN"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2</a:t>
              </a:r>
              <a:r>
                <a:rPr lang="zh-CN" alt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 工位 · 0.1</a:t>
              </a:r>
              <a:r>
                <a:rPr lang="en-US" altLang="zh-CN"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mg（0.01mg</a:t>
              </a:r>
              <a:r>
                <a:rPr lang="zh-CN" alt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可选配）</a:t>
              </a:r>
              <a:br>
                <a:rPr lang="zh-CN" alt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br>
              <a:r>
                <a:rPr lang="zh-CN" alt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10.1 英寸屏 · </a:t>
              </a:r>
              <a:r>
                <a:rPr lang="en-US"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63×105×73cm</a:t>
              </a:r>
              <a:endParaRPr lang="en-US" altLang="zh-CN" sz="12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grpSp>
      <p:sp>
        <p:nvSpPr>
          <p:cNvPr id="29" name="AutoShape 15"/>
          <p:cNvSpPr/>
          <p:nvPr/>
        </p:nvSpPr>
        <p:spPr>
          <a:xfrm>
            <a:off x="5842000" y="4963160"/>
            <a:ext cx="5588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zh-CN" altLang="en-US" sz="1600" b="1" i="0" u="none" strike="noStrike">
                <a:solidFill>
                  <a:srgbClr val="0E2A47"/>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技术特点</a:t>
            </a:r>
            <a:endParaRPr lang="zh-CN" altLang="en-US" sz="1600" b="1" i="0" u="none" strike="noStrike">
              <a:solidFill>
                <a:srgbClr val="0E2A47"/>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endParaRPr>
          </a:p>
        </p:txBody>
      </p:sp>
      <p:sp>
        <p:nvSpPr>
          <p:cNvPr id="30" name="AutoShape 16"/>
          <p:cNvSpPr/>
          <p:nvPr/>
        </p:nvSpPr>
        <p:spPr>
          <a:xfrm>
            <a:off x="5842000" y="5452745"/>
            <a:ext cx="5887720" cy="830580"/>
          </a:xfrm>
          <a:prstGeom prst="rect">
            <a:avLst/>
          </a:prstGeom>
          <a:noFill/>
          <a:ln w="12700" cap="flat" cmpd="sng">
            <a:noFill/>
            <a:prstDash val="solid"/>
            <a:round/>
          </a:ln>
        </p:spPr>
        <p:txBody>
          <a:bodyPr vert="horz" wrap="square" lIns="0" tIns="0" rIns="0" bIns="0" rtlCol="0" anchor="ctr" anchorCtr="0">
            <a:spAutoFit/>
          </a:bodyPr>
          <a:lstStyle/>
          <a:p>
            <a:pPr marL="171450" indent="-171450" algn="l">
              <a:lnSpc>
                <a:spcPct val="150000"/>
              </a:lnSpc>
              <a:buFont typeface="Wingdings" panose="05000000000000000000" charset="0"/>
              <a:buChar char="l"/>
              <a:defRPr/>
            </a:pPr>
            <a:r>
              <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测试杯盖自动开合技术 —— 测试过程更合规，避免水分回吸争议</a:t>
            </a:r>
            <a:endPar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p>
            <a:pPr marL="171450" indent="-171450" algn="l">
              <a:lnSpc>
                <a:spcPct val="150000"/>
              </a:lnSpc>
              <a:buFont typeface="Wingdings" panose="05000000000000000000" charset="0"/>
              <a:buChar char="l"/>
              <a:defRPr/>
            </a:pPr>
            <a:r>
              <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正反向旋转操控+旋转杯数自由设定，装杯效率高</a:t>
            </a:r>
            <a:endPar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p>
            <a:pPr marL="171450" indent="-171450" algn="l">
              <a:lnSpc>
                <a:spcPct val="150000"/>
              </a:lnSpc>
              <a:buFont typeface="Wingdings" panose="05000000000000000000" charset="0"/>
              <a:buChar char="l"/>
              <a:defRPr/>
            </a:pPr>
            <a:r>
              <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称量温度自动调整，真正常温称重</a:t>
            </a:r>
            <a:endParaRPr lang="zh-CN" altLang="en-US" sz="12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41" name="文本框 40"/>
          <p:cNvSpPr txBox="1"/>
          <p:nvPr>
            <p:custDataLst>
              <p:tags r:id="rId2"/>
            </p:custDataLst>
          </p:nvPr>
        </p:nvSpPr>
        <p:spPr>
          <a:xfrm>
            <a:off x="5842000" y="986155"/>
            <a:ext cx="5887720" cy="505460"/>
          </a:xfrm>
          <a:prstGeom prst="rect">
            <a:avLst/>
          </a:prstGeom>
          <a:solidFill>
            <a:srgbClr val="FCC800"/>
          </a:solidFill>
        </p:spPr>
        <p:txBody>
          <a:bodyPr wrap="none" anchor="ctr" anchorCtr="0">
            <a:noAutofit/>
          </a:bodyPr>
          <a:lstStyle/>
          <a:p>
            <a:pPr lvl="0" algn="l">
              <a:buClrTx/>
              <a:buSzTx/>
              <a:buFontTx/>
            </a:pPr>
            <a:r>
              <a:rPr lang="zh-CN" altLang="en-US" sz="2000" dirty="0">
                <a:latin typeface="微软雅黑 Light" panose="020B0502040204020203" charset="-122"/>
                <a:ea typeface="微软雅黑 Light" panose="020B0502040204020203" charset="-122"/>
                <a:cs typeface="微软雅黑 Light" panose="020B0502040204020203" charset="-122"/>
                <a:sym typeface="+mn-ea"/>
              </a:rPr>
              <a:t>药品水分/干燥失重检测的</a:t>
            </a:r>
            <a:r>
              <a:rPr lang="zh-CN" altLang="en-US" sz="2000" dirty="0">
                <a:latin typeface="微软雅黑 Light" panose="020B0502040204020203" charset="-122"/>
                <a:ea typeface="微软雅黑 Light" panose="020B0502040204020203" charset="-122"/>
                <a:cs typeface="微软雅黑 Light" panose="020B0502040204020203" charset="-122"/>
                <a:sym typeface="+mn-ea"/>
              </a:rPr>
              <a:t>一体化解决方案</a:t>
            </a:r>
            <a:endParaRPr lang="zh-CN" altLang="en-US" sz="2000" dirty="0">
              <a:latin typeface="微软雅黑 Light" panose="020B0502040204020203" charset="-122"/>
              <a:ea typeface="微软雅黑 Light" panose="020B0502040204020203" charset="-122"/>
              <a:cs typeface="微软雅黑 Light" panose="020B0502040204020203" charset="-122"/>
              <a:sym typeface="+mn-ea"/>
            </a:endParaRPr>
          </a:p>
        </p:txBody>
      </p:sp>
      <p:sp>
        <p:nvSpPr>
          <p:cNvPr id="34" name="AutoShape 15"/>
          <p:cNvSpPr/>
          <p:nvPr/>
        </p:nvSpPr>
        <p:spPr>
          <a:xfrm>
            <a:off x="5842000" y="2072640"/>
            <a:ext cx="5588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zh-CN" altLang="en-US" sz="1600" b="1" i="0" u="none" strike="noStrike">
                <a:solidFill>
                  <a:srgbClr val="0E2A47"/>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rPr>
              <a:t>适用对象</a:t>
            </a:r>
            <a:endParaRPr lang="zh-CN" altLang="en-US" sz="1600" b="1" i="0" u="none" strike="noStrike">
              <a:solidFill>
                <a:srgbClr val="0E2A47"/>
              </a:solidFill>
              <a:latin typeface="微软雅黑" panose="020B0503020204020204" charset="-122"/>
              <a:ea typeface="微软雅黑" panose="020B0503020204020204" charset="-122"/>
              <a:cs typeface="微软雅黑 Light" panose="020B0502040204020203" charset="-122"/>
              <a:sym typeface="微软雅黑 Light" panose="020B0502040204020203" charset="-122"/>
            </a:endParaRPr>
          </a:p>
        </p:txBody>
      </p:sp>
      <p:sp>
        <p:nvSpPr>
          <p:cNvPr id="36" name="矩形: 圆角 14"/>
          <p:cNvSpPr/>
          <p:nvPr>
            <p:custDataLst>
              <p:tags r:id="rId3"/>
            </p:custDataLst>
          </p:nvPr>
        </p:nvSpPr>
        <p:spPr>
          <a:xfrm>
            <a:off x="7448677" y="2517013"/>
            <a:ext cx="829310" cy="260604"/>
          </a:xfrm>
          <a:prstGeom prst="roundRect">
            <a:avLst>
              <a:gd name="adj" fmla="val 50000"/>
            </a:avLst>
          </a:prstGeom>
          <a:solidFill>
            <a:srgbClr val="FCC800"/>
          </a:solidFill>
          <a:ln w="9525" cap="flat">
            <a:noFill/>
            <a:prstDash val="solid"/>
            <a:miter/>
          </a:ln>
        </p:spPr>
        <p:txBody>
          <a:bodyPr rot="0" spcFirstLastPara="0" vertOverflow="overflow" horzOverflow="overflow" vert="horz" wrap="none" lIns="71755" tIns="0" rIns="71755" bIns="0" numCol="1" spcCol="0" rtlCol="0" fromWordArt="0" anchor="ctr" anchorCtr="0" forceAA="0" compatLnSpc="1">
            <a:spAutoFit/>
          </a:bodyPr>
          <a:lstStyle/>
          <a:p>
            <a:pPr lvl="0" algn="ctr">
              <a:spcBef>
                <a:spcPts val="0"/>
              </a:spcBef>
              <a:spcAft>
                <a:spcPts val="0"/>
              </a:spcAft>
              <a:buClrTx/>
              <a:buSzTx/>
              <a:buFontTx/>
              <a:defRPr/>
            </a:pPr>
            <a:r>
              <a:rPr lang="zh-CN" altLang="en-US" sz="1200">
                <a:solidFill>
                  <a:schemeClr val="bg1"/>
                </a:solidFill>
                <a:latin typeface="微软雅黑" panose="020B0503020204020204" charset="-122"/>
                <a:ea typeface="微软雅黑" panose="020B0503020204020204" charset="-122"/>
                <a:sym typeface="+mn-ea"/>
              </a:rPr>
              <a:t>中药</a:t>
            </a:r>
            <a:r>
              <a:rPr lang="zh-CN" altLang="en-US" sz="1200">
                <a:solidFill>
                  <a:schemeClr val="bg1"/>
                </a:solidFill>
                <a:latin typeface="微软雅黑" panose="020B0503020204020204" charset="-122"/>
                <a:ea typeface="微软雅黑" panose="020B0503020204020204" charset="-122"/>
                <a:sym typeface="+mn-ea"/>
              </a:rPr>
              <a:t>粉末</a:t>
            </a:r>
            <a:endParaRPr lang="zh-CN" altLang="en-US" sz="1200">
              <a:solidFill>
                <a:schemeClr val="bg1"/>
              </a:solidFill>
              <a:latin typeface="微软雅黑" panose="020B0503020204020204" charset="-122"/>
              <a:ea typeface="微软雅黑" panose="020B0503020204020204" charset="-122"/>
              <a:sym typeface="+mn-ea"/>
            </a:endParaRPr>
          </a:p>
        </p:txBody>
      </p:sp>
      <p:sp>
        <p:nvSpPr>
          <p:cNvPr id="38" name="矩形: 圆角 14"/>
          <p:cNvSpPr/>
          <p:nvPr>
            <p:custDataLst>
              <p:tags r:id="rId4"/>
            </p:custDataLst>
          </p:nvPr>
        </p:nvSpPr>
        <p:spPr>
          <a:xfrm>
            <a:off x="5841873" y="2514791"/>
            <a:ext cx="677164" cy="260604"/>
          </a:xfrm>
          <a:prstGeom prst="roundRect">
            <a:avLst>
              <a:gd name="adj" fmla="val 50000"/>
            </a:avLst>
          </a:prstGeom>
          <a:solidFill>
            <a:srgbClr val="FCC800"/>
          </a:solidFill>
          <a:ln w="9525" cap="flat">
            <a:noFill/>
            <a:prstDash val="solid"/>
            <a:miter/>
          </a:ln>
        </p:spPr>
        <p:txBody>
          <a:bodyPr rot="0" spcFirstLastPara="0" vertOverflow="overflow" horzOverflow="overflow" vert="horz" wrap="none" lIns="71755" tIns="0" rIns="71755" bIns="0" numCol="1" spcCol="0" rtlCol="0" fromWordArt="0" anchor="ctr" anchorCtr="0" forceAA="0" compatLnSpc="1">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noProof="0" dirty="0">
                <a:ln>
                  <a:noFill/>
                </a:ln>
                <a:solidFill>
                  <a:schemeClr val="bg1"/>
                </a:solidFill>
                <a:effectLst/>
                <a:uLnTx/>
                <a:uFillTx/>
                <a:latin typeface="微软雅黑" panose="020B0503020204020204" charset="-122"/>
                <a:ea typeface="微软雅黑" panose="020B0503020204020204" charset="-122"/>
                <a:cs typeface="微软雅黑 Light" panose="020B0502040204020203" charset="-122"/>
                <a:sym typeface="+mn-ea"/>
              </a:rPr>
              <a:t>原料药</a:t>
            </a:r>
            <a:endParaRPr lang="zh-CN" altLang="en-US" sz="1200" noProof="0" dirty="0">
              <a:ln>
                <a:noFill/>
              </a:ln>
              <a:solidFill>
                <a:schemeClr val="bg1"/>
              </a:solidFill>
              <a:effectLst/>
              <a:uLnTx/>
              <a:uFillTx/>
              <a:latin typeface="微软雅黑" panose="020B0503020204020204" charset="-122"/>
              <a:ea typeface="微软雅黑" panose="020B0503020204020204" charset="-122"/>
              <a:cs typeface="微软雅黑 Light" panose="020B0502040204020203" charset="-122"/>
              <a:sym typeface="+mn-ea"/>
            </a:endParaRPr>
          </a:p>
        </p:txBody>
      </p:sp>
      <p:sp>
        <p:nvSpPr>
          <p:cNvPr id="2" name="矩形: 圆角 14"/>
          <p:cNvSpPr/>
          <p:nvPr>
            <p:custDataLst>
              <p:tags r:id="rId5"/>
            </p:custDataLst>
          </p:nvPr>
        </p:nvSpPr>
        <p:spPr>
          <a:xfrm>
            <a:off x="6721602" y="2514791"/>
            <a:ext cx="524510" cy="260604"/>
          </a:xfrm>
          <a:prstGeom prst="roundRect">
            <a:avLst>
              <a:gd name="adj" fmla="val 50000"/>
            </a:avLst>
          </a:prstGeom>
          <a:solidFill>
            <a:srgbClr val="FCC800"/>
          </a:solidFill>
          <a:ln w="9525" cap="flat">
            <a:noFill/>
            <a:prstDash val="solid"/>
            <a:miter/>
          </a:ln>
        </p:spPr>
        <p:txBody>
          <a:bodyPr rot="0" spcFirstLastPara="0" vertOverflow="overflow" horzOverflow="overflow" vert="horz" wrap="none" lIns="71755" tIns="0" rIns="71755" bIns="0" numCol="1" spcCol="0" rtlCol="0" fromWordArt="0" anchor="ctr" anchorCtr="0" forceAA="0" compatLnSpc="1">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noProof="0" dirty="0">
                <a:ln>
                  <a:noFill/>
                </a:ln>
                <a:solidFill>
                  <a:schemeClr val="bg1"/>
                </a:solidFill>
                <a:effectLst/>
                <a:uLnTx/>
                <a:uFillTx/>
                <a:latin typeface="微软雅黑" panose="020B0503020204020204" charset="-122"/>
                <a:ea typeface="微软雅黑" panose="020B0503020204020204" charset="-122"/>
                <a:cs typeface="微软雅黑 Light" panose="020B0502040204020203" charset="-122"/>
                <a:sym typeface="+mn-ea"/>
              </a:rPr>
              <a:t>辅料</a:t>
            </a:r>
            <a:endParaRPr lang="zh-CN" altLang="en-US" sz="1200" noProof="0" dirty="0">
              <a:ln>
                <a:noFill/>
              </a:ln>
              <a:solidFill>
                <a:schemeClr val="bg1"/>
              </a:solidFill>
              <a:effectLst/>
              <a:uLnTx/>
              <a:uFillTx/>
              <a:latin typeface="微软雅黑" panose="020B0503020204020204" charset="-122"/>
              <a:ea typeface="微软雅黑" panose="020B0503020204020204" charset="-122"/>
              <a:cs typeface="微软雅黑 Light" panose="020B0502040204020203" charset="-122"/>
              <a:sym typeface="+mn-ea"/>
            </a:endParaRPr>
          </a:p>
        </p:txBody>
      </p:sp>
    </p:spTree>
    <p:custDataLst>
      <p:tags r:id="rId6"/>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64" name="" descr="&lt;Slide style={{ position: 'relative', width: '1280px', height: '720px', overflow: 'hidden', background: '#ffffff', fontFamily: 'Microsoft YaHei, Arial, sans-serif', color: '#333333' }}&gt;&#10;  &lt;Box style={{ position: 'absolute', top: 0, left: 0, width: '100%', height: 110, background: 'linear-gradient(135deg, #1F4E79 0%, #2E74B5 100%)' }} /&gt;&#10;  &lt;Box style={{ position: 'absolute', top: 24, left: 60, right: 60, height: 64, display: 'flex', flexDirection: 'row', alignItems: 'center' }}&gt;&#10;    &lt;Text style={{ fontSize: 34, fontWeight: 'bold', color: '#ffffff' }}&gt;工作流程&lt;/Text&gt;&#10;    &lt;Text style={{ fontSize: 18, color: '#F5F7FA', marginLeft: 20, letterSpacing: 2 }}&gt;以炽灼残渣（0841）为例的全自动闭环&lt;/Text&gt;&#10;  &lt;/Box&gt;&#10;  &lt;Box style={{ position: 'absolute', top: 130, left: 60, right: 60, bottom: 60, display: 'flex', flexDirection: 'column', gap: 18 }}&gt;&#10;    &lt;Box style={{ display: 'flex', flexDirection: 'row', gap: 16, alignItems: 'stretch' }}&gt;&#10;      &lt;Box style={{ flex: 2, background: 'rgba(0,160,176,0.10)', borderRadius: 10, padding: 18, borderLeft: '4px solid #00A0B0' }}&gt;&#10;        &lt;Text style={{ fontSize: 19, fontWeight: 'bold', color: '#1F4E79', marginBottom: 6 }}&gt;空杯恒重阶段&lt;/Text&gt;&#10;        &lt;Text style={{ fontSize: 16, color: '#333333', lineHeight: 1.6 }}&gt;机械手自动完成「高温灼烧（700–800℃）→ 液冷降温 → 精密称重 → 重复灼烧称重 → 恒重判定（差 ≤ 0.3mg）」循环。&lt;/Text&gt;&#10;      &lt;/Box&gt;&#10;      &lt;Box style={{ flex: 2, background: 'rgba(46,116,181,0.10)', borderRadius: 10, padding: 18, borderLeft: '4px solid #2E74B5' }}&gt;&#10;        &lt;Text style={{ fontSize: 19, fontWeight: 'bold', color: '#1F4E79', marginBottom: 6 }}&gt;试样检测阶段&lt;/Text&gt;&#10;        &lt;Text style={{ fontSize: 16, color: '#333333', lineHeight: 1.6 }}&gt;加样称重 → 碳化 → 硫酸定量加注 → 低温赶酸 → 700–800℃ 灰化 → 干燥冷却 → 常温称重 → 自动计算并生成报告。&lt;/Text&gt;&#10;      &lt;/Box&gt;&#10;      &lt;Box style={{ flex: 1, background: 'linear-gradient(135deg, #1F4E79 0%, #2E74B5 100%)', borderRadius: 10, padding: 18, display: 'flex', flexDirection: 'column', justifyContent: 'center' }}&gt;&#10;        &lt;Text style={{ fontSize: 44, fontWeight: 'bold', color: '#00A0B0', lineHeight: 1 }}&gt;2&lt;/Text&gt;&#10;        &lt;Text style={{ fontSize: 15, color: '#ffffff', marginTop: 6 }}&gt;人工介入点&lt;/Text&gt;&#10;        &lt;Text style={{ fontSize: 13, color: '#F5F7FA' }}&gt;装样 · 取报告&lt;/Text&gt;&#10;      &lt;/Box&gt;&#10;    &lt;/Box&gt;&#10;    &lt;Box style={{ flex: 1, background: '#F5F7FA', borderRadius: 12, display: 'flex', alignItems: 'center', justifyContent: 'center' }}&gt;&#10;      &lt;svg width='1140' height='300' viewBox='0 0 1140 300'&gt;&#10;        &lt;defs&gt;&#10;          &lt;marker id='aw' markerWidth='10' markerHeight='10' refX='6' refY='5' orient='auto'&gt;&#10;            &lt;path d='M0,0 L10,5 L0,10 z' fill='#8899AA' /&gt;&#10;          &lt;/marker&gt;&#10;        &lt;/defs&gt;&#10;        &lt;text x='20' y='34' fontSize='16' fontWeight='bold' fill='#1F4E79'&gt;泳道一 · 设备 / 机械手动作&lt;/text&gt;&#10;        &lt;line x1='20' y1='52' x2='1120' y2='52' stroke='#2E74B5' strokeWidth='2' /&gt;&#10;        &lt;g&gt;&#10;          &lt;rect x='40' y='66' width='150' height='64' rx='10' fill='#1F4E79' /&gt;&#10;          &lt;text x='115' y='95' textAnchor='middle' fontSize='15' fontWeight='bold' fill='#ffffff'&gt;装样&lt;/text&gt;&#10;          &lt;text x='115' y='116' textAnchor='middle' fontSize='12' fill='#F5F7FA'&gt;人工介入①&lt;/text&gt;&#10;          &lt;rect x='250' y='66' width='150' height='64' rx='10' fill='#2E74B5' /&gt;&#10;          &lt;text x='325' y='95' textAnchor='middle' fontSize='15' fontWeight='bold' fill='#ffffff'&gt;高温灼烧&lt;/text&gt;&#10;          &lt;text x='325' y='116' textAnchor='middle' fontSize='12' fill='#F5F7FA'&gt;700–800℃&lt;/text&gt;&#10;          &lt;rect x='460' y='66' width='150' height='64' rx='10' fill='#2E74B5' /&gt;&#10;          &lt;text x='535' y='95' textAnchor='middle' fontSize='15' fontWeight='bold' fill='#ffffff'&gt;液冷降温&lt;/text&gt;&#10;          &lt;text x='535' y='116' textAnchor='middle' fontSize='12' fill='#F5F7FA'&gt;常温称重&lt;/text&gt;&#10;          &lt;rect x='670' y='66' width='150' height='64' rx='10' fill='#2E74B5' /&gt;&#10;          &lt;text x='745' y='95' textAnchor='middle' fontSize='15' fontWeight='bold' fill='#ffffff'&gt;精密称量&lt;/text&gt;&#10;          &lt;text x='745' y='116' textAnchor='middle' fontSize='12' fill='#F5F7FA'&gt;0.01mg&lt;/text&gt;&#10;          &lt;rect x='880' y='66' width='150' height='64' rx='10' fill='#00A0B0' /&gt;&#10;          &lt;text x='955' y='95' textAnchor='middle' fontSize='15' fontWeight='bold' fill='#ffffff'&gt;恒重判定&lt;/text&gt;&#10;          &lt;text x='955' y='116' textAnchor='middle' fontSize='12' fill='#F5F7FA'&gt;差 ≤ 0.3mg&lt;/text&gt;&#10;          &lt;rect x='1050' y='66' width='80' height='64' rx='10' fill='#1F4E79' /&gt;&#10;          &lt;text x='1090' y='104' textAnchor='middle' fontSize='14' fontWeight='bold' fill='#ffffff'&gt;报告&lt;/text&gt;&#10;        &lt;/g&gt;&#10;        &lt;line x1='190' y1='98' x2='248' y2='98' stroke='#8899AA' strokeWidth='2' markerEnd='url(#aw)' /&gt;&#10;        &lt;line x1='400' y1='98' x2='458' y2='98' stroke='#8899AA' strokeWidth='2' markerEnd='url(#aw)' /&gt;&#10;        &lt;line x1='610' y1='98' x2='668' y2='98' stroke='#8899AA' strokeWidth='2' markerEnd='url(#aw)' /&gt;&#10;        &lt;line x1='820' y1='98' x2='878' y2='98' stroke='#8899AA' strokeWidth='2' markerEnd='url(#aw)' /&gt;&#10;        &lt;line x1='1030' y1='98' x2='1048' y2='98' stroke='#8899AA' strokeWidth='2' markerEnd='url(#aw)' /&gt;&#10;        &lt;text x='20' y='180' fontSize='16' fontWeight='bold' fill='#1F4E79'&gt;泳道二 · 数据流（合规闭环）&lt;/text&gt;&#10;        &lt;line x1='20' y1='198' x2='1120' y2='198' stroke='#00A0B0' strokeWidth='2' /&gt;&#10;        &lt;rect x='40' y='210' width='1040' height='64' rx='10' fill='#F5F7FA' stroke='#00A0B0' strokeWidth='2' /&gt;&#10;        &lt;text x='80' y='248' fontSize='15' fill='#333333'&gt;天平原始读数&lt;/text&gt;&#10;        &lt;text x='300' y='248' fontSize='15' fill='#333333'&gt;→ 软件自动计算&lt;/text&gt;&#10;        &lt;text x='560' y='248' fontSize='15' fill='#333333'&gt;→ 审计追踪（Audit Trail）&lt;/text&gt;&#10;        &lt;text x='860' y='248' fontSize='15' fill='#333333'&gt;→ 报告自动生成&lt;/text&gt;&#10;        &lt;text x='20' y='292' fontSize='14' fill='#8899AA'&gt;恒重定义（2025版药典四部凡例第二十一条）：连续两次干燥或炽灼后称重差异在 0.3mg 以下。&lt;/text&gt;&#10;      &lt;/svg&gt;&#10;    &lt;/Box&gt;&#10;  &lt;/Box&gt;&#10;  &lt;Box style={{ position: 'absolute', bottom: 20, left: 60, right: 60, height: 20, display: 'flex', flexDirection: 'row', justifyContent: 'space-between', alignItems: 'center' }}&gt;&#10;    &lt;Text style={{ fontSize: 13, color: '#8899AA' }}&gt;兰光集成式检测系统解决方案&lt;/Text&gt;&#10;    &lt;Text style={{ fontSize: 13, color: '#8899AA' }}&gt;16 / 37&lt;/Text&gt;&#10;  &lt;/Box&gt;&#10;&lt;/Slide&gt;&#10;"/>
        <p:cNvGrpSpPr/>
        <p:nvPr/>
      </p:nvGrpSpPr>
      <p:grpSpPr>
        <a:xfrm>
          <a:off x="0" y="0"/>
          <a:ext cx="0" cy="0"/>
          <a:chOff x="0" y="0"/>
          <a:chExt cx="0" cy="0"/>
        </a:xfrm>
      </p:grpSpPr>
      <p:sp>
        <p:nvSpPr>
          <p:cNvPr id="9" name="矩形 8"/>
          <p:cNvSpPr/>
          <p:nvPr/>
        </p:nvSpPr>
        <p:spPr>
          <a:xfrm>
            <a:off x="450215" y="1547495"/>
            <a:ext cx="5562000" cy="4981575"/>
          </a:xfrm>
          <a:prstGeom prst="rect">
            <a:avLst/>
          </a:prstGeom>
          <a:solidFill>
            <a:schemeClr val="bg1"/>
          </a:solidFill>
          <a:ln>
            <a:solidFill>
              <a:srgbClr val="FCC8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矩形 48"/>
          <p:cNvSpPr/>
          <p:nvPr/>
        </p:nvSpPr>
        <p:spPr>
          <a:xfrm>
            <a:off x="6177280" y="1547495"/>
            <a:ext cx="5562000" cy="4981575"/>
          </a:xfrm>
          <a:prstGeom prst="rect">
            <a:avLst/>
          </a:prstGeom>
          <a:solidFill>
            <a:schemeClr val="bg1"/>
          </a:solidFill>
          <a:ln>
            <a:solidFill>
              <a:srgbClr val="FCC8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标题 3"/>
          <p:cNvSpPr>
            <a:spLocks noGrp="1"/>
          </p:cNvSpPr>
          <p:nvPr>
            <p:ph type="title"/>
          </p:nvPr>
        </p:nvSpPr>
        <p:spPr/>
        <p:txBody>
          <a:bodyPr/>
          <a:p>
            <a:pPr algn="l"/>
            <a:r>
              <a:rPr lang="zh-CN" altLang="en-US"/>
              <a:t>集成式干燥失重检测系统-</a:t>
            </a:r>
            <a:r>
              <a:rPr lang="en-US" altLang="zh-CN"/>
              <a:t>C870  </a:t>
            </a:r>
            <a:r>
              <a:rPr lang="zh-CN" altLang="en-US"/>
              <a:t>工作流程</a:t>
            </a:r>
            <a:br>
              <a:rPr lang="zh-CN" altLang="en-US"/>
            </a:br>
            <a:endParaRPr lang="zh-CN" altLang="en-US"/>
          </a:p>
        </p:txBody>
      </p:sp>
      <p:sp>
        <p:nvSpPr>
          <p:cNvPr id="171" name="文本框 170" descr="{&quot;isTemplate&quot;:true,&quot;type&quot;:&quot;text&quot;}"/>
          <p:cNvSpPr txBox="1"/>
          <p:nvPr/>
        </p:nvSpPr>
        <p:spPr>
          <a:xfrm>
            <a:off x="450215" y="1001395"/>
            <a:ext cx="5562600" cy="536575"/>
          </a:xfrm>
          <a:prstGeom prst="rect">
            <a:avLst/>
          </a:prstGeom>
          <a:solidFill>
            <a:srgbClr val="FCC800"/>
          </a:solidFill>
        </p:spPr>
        <p:txBody>
          <a:bodyPr vert="horz" wrap="none" lIns="0" tIns="0" rIns="0" bIns="0" anchor="ctr" anchorCtr="0">
            <a:noAutofit/>
          </a:bodyPr>
          <a:p>
            <a:pPr algn="ctr">
              <a:lnSpc>
                <a:spcPct val="100000"/>
              </a:lnSpc>
            </a:pPr>
            <a:r>
              <a:rPr lang="zh-CN" b="1">
                <a:solidFill>
                  <a:schemeClr val="tx1">
                    <a:lumMod val="75000"/>
                    <a:lumOff val="25000"/>
                  </a:schemeClr>
                </a:solidFill>
                <a:latin typeface="微软雅黑" panose="020B0503020204020204" charset="-122"/>
                <a:ea typeface="微软雅黑" panose="020B0503020204020204" charset="-122"/>
              </a:rPr>
              <a:t>空杯恒重</a:t>
            </a:r>
            <a:endParaRPr lang="zh-CN" b="1">
              <a:solidFill>
                <a:schemeClr val="tx1">
                  <a:lumMod val="75000"/>
                  <a:lumOff val="25000"/>
                </a:schemeClr>
              </a:solidFill>
              <a:latin typeface="微软雅黑" panose="020B0503020204020204" charset="-122"/>
              <a:ea typeface="微软雅黑" panose="020B0503020204020204" charset="-122"/>
            </a:endParaRPr>
          </a:p>
        </p:txBody>
      </p:sp>
      <p:sp>
        <p:nvSpPr>
          <p:cNvPr id="143" name="矩形: 圆角 142"/>
          <p:cNvSpPr/>
          <p:nvPr/>
        </p:nvSpPr>
        <p:spPr>
          <a:xfrm>
            <a:off x="2276475" y="1852930"/>
            <a:ext cx="1483360" cy="349250"/>
          </a:xfrm>
          <a:prstGeom prst="roundRect">
            <a:avLst>
              <a:gd name="adj" fmla="val 50000"/>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空杯</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48" name="矩形: 圆角 147"/>
          <p:cNvSpPr/>
          <p:nvPr/>
        </p:nvSpPr>
        <p:spPr>
          <a:xfrm>
            <a:off x="2276475" y="4392930"/>
            <a:ext cx="1483360" cy="349250"/>
          </a:xfrm>
          <a:prstGeom prst="roundRect">
            <a:avLst>
              <a:gd name="adj" fmla="val 50000"/>
            </a:avLst>
          </a:prstGeom>
          <a:solidFill>
            <a:srgbClr val="FCC800">
              <a:alpha val="5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液冷</a:t>
            </a: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降温</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9" name="矩形: 圆角 167"/>
          <p:cNvSpPr/>
          <p:nvPr/>
        </p:nvSpPr>
        <p:spPr>
          <a:xfrm>
            <a:off x="2276475" y="3122930"/>
            <a:ext cx="1483360" cy="349250"/>
          </a:xfrm>
          <a:prstGeom prst="roundRect">
            <a:avLst>
              <a:gd name="adj" fmla="val 50000"/>
            </a:avLst>
          </a:prstGeom>
          <a:solidFill>
            <a:schemeClr val="accent4"/>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电加热</a:t>
            </a: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烘干</a:t>
            </a:r>
            <a:endPar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endParaRPr>
          </a:p>
        </p:txBody>
      </p:sp>
      <p:cxnSp>
        <p:nvCxnSpPr>
          <p:cNvPr id="226" name="直接连接符 225"/>
          <p:cNvCxnSpPr>
            <a:stCxn id="143" idx="2"/>
            <a:endCxn id="19" idx="0"/>
          </p:cNvCxnSpPr>
          <p:nvPr/>
        </p:nvCxnSpPr>
        <p:spPr>
          <a:xfrm>
            <a:off x="3018155" y="2202180"/>
            <a:ext cx="0" cy="920750"/>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235" name="直接连接符 234"/>
          <p:cNvCxnSpPr>
            <a:stCxn id="19" idx="2"/>
            <a:endCxn id="148" idx="0"/>
          </p:cNvCxnSpPr>
          <p:nvPr/>
        </p:nvCxnSpPr>
        <p:spPr>
          <a:xfrm>
            <a:off x="3018155" y="3472180"/>
            <a:ext cx="0" cy="920750"/>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20" name="矩形: 圆角 147"/>
          <p:cNvSpPr/>
          <p:nvPr/>
        </p:nvSpPr>
        <p:spPr>
          <a:xfrm>
            <a:off x="2276475" y="5662930"/>
            <a:ext cx="1483360" cy="349250"/>
          </a:xfrm>
          <a:prstGeom prst="roundRect">
            <a:avLst>
              <a:gd name="adj" fmla="val 50000"/>
            </a:avLst>
          </a:prstGeom>
          <a:solidFill>
            <a:schemeClr val="bg1">
              <a:lumMod val="8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精密</a:t>
            </a: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称重</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21" name="直接连接符 20"/>
          <p:cNvCxnSpPr>
            <a:stCxn id="148" idx="2"/>
            <a:endCxn id="20" idx="0"/>
          </p:cNvCxnSpPr>
          <p:nvPr/>
        </p:nvCxnSpPr>
        <p:spPr>
          <a:xfrm>
            <a:off x="3018155" y="4742180"/>
            <a:ext cx="0" cy="920750"/>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23" name="肘形连接符 22"/>
          <p:cNvCxnSpPr>
            <a:stCxn id="20" idx="3"/>
            <a:endCxn id="19" idx="3"/>
          </p:cNvCxnSpPr>
          <p:nvPr/>
        </p:nvCxnSpPr>
        <p:spPr>
          <a:xfrm flipV="1">
            <a:off x="3759835" y="3297555"/>
            <a:ext cx="3175" cy="2540000"/>
          </a:xfrm>
          <a:prstGeom prst="bentConnector3">
            <a:avLst>
              <a:gd name="adj1" fmla="val 7500000"/>
            </a:avLst>
          </a:prstGeom>
          <a:ln w="12700" cap="flat" cmpd="sng" algn="ctr">
            <a:solidFill>
              <a:srgbClr val="FCC80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2" name="文本框 11"/>
          <p:cNvSpPr txBox="1"/>
          <p:nvPr/>
        </p:nvSpPr>
        <p:spPr>
          <a:xfrm>
            <a:off x="3819525" y="4203700"/>
            <a:ext cx="367030" cy="701040"/>
          </a:xfrm>
          <a:prstGeom prst="rect">
            <a:avLst/>
          </a:prstGeom>
          <a:solidFill>
            <a:schemeClr val="bg1"/>
          </a:solidFill>
        </p:spPr>
        <p:txBody>
          <a:bodyPr vert="mongolianVert" wrap="square" rtlCol="0" anchor="t">
            <a:spAutoFit/>
          </a:bodyPr>
          <a:p>
            <a:pPr algn="l"/>
            <a:r>
              <a:rPr lang="zh-CN" sz="1200">
                <a:solidFill>
                  <a:srgbClr val="333333"/>
                </a:solidFill>
                <a:latin typeface="微软雅黑" panose="020B0503020204020204" charset="-122"/>
                <a:ea typeface="微软雅黑" panose="020B0503020204020204" charset="-122"/>
                <a:sym typeface="+mn-ea"/>
              </a:rPr>
              <a:t>重复</a:t>
            </a:r>
            <a:r>
              <a:rPr lang="zh-CN" sz="1200">
                <a:solidFill>
                  <a:srgbClr val="333333"/>
                </a:solidFill>
                <a:latin typeface="微软雅黑" panose="020B0503020204020204" charset="-122"/>
                <a:ea typeface="微软雅黑" panose="020B0503020204020204" charset="-122"/>
                <a:sym typeface="+mn-ea"/>
              </a:rPr>
              <a:t>烘干</a:t>
            </a:r>
            <a:endParaRPr lang="zh-CN" sz="1200">
              <a:solidFill>
                <a:srgbClr val="333333"/>
              </a:solidFill>
              <a:latin typeface="微软雅黑" panose="020B0503020204020204" charset="-122"/>
              <a:ea typeface="微软雅黑" panose="020B0503020204020204" charset="-122"/>
              <a:sym typeface="+mn-ea"/>
            </a:endParaRPr>
          </a:p>
        </p:txBody>
      </p:sp>
      <p:sp>
        <p:nvSpPr>
          <p:cNvPr id="17" name="文本框 16" descr="{&quot;isTemplate&quot;:true,&quot;type&quot;:&quot;text&quot;}"/>
          <p:cNvSpPr txBox="1"/>
          <p:nvPr/>
        </p:nvSpPr>
        <p:spPr>
          <a:xfrm>
            <a:off x="6177280" y="1001395"/>
            <a:ext cx="5571490" cy="536575"/>
          </a:xfrm>
          <a:prstGeom prst="rect">
            <a:avLst/>
          </a:prstGeom>
          <a:solidFill>
            <a:srgbClr val="FCC800"/>
          </a:solidFill>
        </p:spPr>
        <p:txBody>
          <a:bodyPr vert="horz" wrap="none" lIns="0" tIns="0" rIns="0" bIns="0" anchor="ctr" anchorCtr="0">
            <a:noAutofit/>
          </a:bodyPr>
          <a:p>
            <a:pPr lvl="0" algn="ctr">
              <a:buClrTx/>
              <a:buSzTx/>
              <a:buFontTx/>
            </a:pPr>
            <a:r>
              <a:rPr lang="zh-CN" b="1">
                <a:solidFill>
                  <a:schemeClr val="tx1">
                    <a:lumMod val="75000"/>
                    <a:lumOff val="25000"/>
                  </a:schemeClr>
                </a:solidFill>
                <a:latin typeface="微软雅黑" panose="020B0503020204020204" charset="-122"/>
                <a:ea typeface="微软雅黑" panose="020B0503020204020204" charset="-122"/>
                <a:sym typeface="+mn-ea"/>
              </a:rPr>
              <a:t>干燥</a:t>
            </a:r>
            <a:r>
              <a:rPr lang="zh-CN" b="1">
                <a:solidFill>
                  <a:schemeClr val="tx1">
                    <a:lumMod val="75000"/>
                    <a:lumOff val="25000"/>
                  </a:schemeClr>
                </a:solidFill>
                <a:latin typeface="微软雅黑" panose="020B0503020204020204" charset="-122"/>
                <a:ea typeface="微软雅黑" panose="020B0503020204020204" charset="-122"/>
                <a:sym typeface="+mn-ea"/>
              </a:rPr>
              <a:t>失重检测</a:t>
            </a:r>
            <a:endParaRPr lang="zh-CN" b="1">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30" name="矩形: 圆角 142"/>
          <p:cNvSpPr/>
          <p:nvPr/>
        </p:nvSpPr>
        <p:spPr>
          <a:xfrm>
            <a:off x="8216600" y="2804795"/>
            <a:ext cx="1483360" cy="349250"/>
          </a:xfrm>
          <a:prstGeom prst="roundRect">
            <a:avLst>
              <a:gd name="adj" fmla="val 50000"/>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自动取样</a:t>
            </a: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称重</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3" name="矩形: 圆角 147"/>
          <p:cNvSpPr/>
          <p:nvPr/>
        </p:nvSpPr>
        <p:spPr>
          <a:xfrm>
            <a:off x="8216900" y="4709795"/>
            <a:ext cx="1483360" cy="349250"/>
          </a:xfrm>
          <a:prstGeom prst="roundRect">
            <a:avLst>
              <a:gd name="adj" fmla="val 50000"/>
            </a:avLst>
          </a:prstGeom>
          <a:solidFill>
            <a:srgbClr val="FCC800">
              <a:alpha val="50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200" noProof="0">
                <a:ln>
                  <a:noFill/>
                </a:ln>
                <a:solidFill>
                  <a:prstClr val="black"/>
                </a:solidFill>
                <a:effectLst/>
                <a:uLnTx/>
                <a:uFillTx/>
                <a:latin typeface="微软雅黑" panose="020B0503020204020204" charset="-122"/>
                <a:ea typeface="微软雅黑" panose="020B0503020204020204" charset="-122"/>
                <a:sym typeface="+mn-ea"/>
              </a:rPr>
              <a:t>干燥</a:t>
            </a:r>
            <a:r>
              <a:rPr lang="zh-CN" altLang="en-US" sz="1200" noProof="0">
                <a:ln>
                  <a:noFill/>
                </a:ln>
                <a:solidFill>
                  <a:prstClr val="black"/>
                </a:solidFill>
                <a:effectLst/>
                <a:uLnTx/>
                <a:uFillTx/>
                <a:latin typeface="微软雅黑" panose="020B0503020204020204" charset="-122"/>
                <a:ea typeface="微软雅黑" panose="020B0503020204020204" charset="-122"/>
                <a:sym typeface="+mn-ea"/>
              </a:rPr>
              <a:t>冷却</a:t>
            </a:r>
            <a:endParaRPr lang="zh-CN" altLang="en-US" sz="1200" noProof="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39" name="矩形: 圆角 147"/>
          <p:cNvSpPr/>
          <p:nvPr/>
        </p:nvSpPr>
        <p:spPr>
          <a:xfrm>
            <a:off x="8216900" y="5662295"/>
            <a:ext cx="1483360" cy="349250"/>
          </a:xfrm>
          <a:prstGeom prst="roundRect">
            <a:avLst>
              <a:gd name="adj" fmla="val 50000"/>
            </a:avLst>
          </a:prstGeom>
          <a:solidFill>
            <a:schemeClr val="bg1">
              <a:lumMod val="8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常温</a:t>
            </a:r>
            <a:r>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称重</a:t>
            </a: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41" name="直接连接符 40"/>
          <p:cNvCxnSpPr>
            <a:stCxn id="1" idx="2"/>
            <a:endCxn id="33" idx="0"/>
          </p:cNvCxnSpPr>
          <p:nvPr/>
        </p:nvCxnSpPr>
        <p:spPr>
          <a:xfrm>
            <a:off x="8958580" y="4216400"/>
            <a:ext cx="0" cy="49339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52" name="文本框 51" descr="{&quot;isTemplate&quot;:true,&quot;type&quot;:&quot;text&quot;}"/>
          <p:cNvSpPr txBox="1"/>
          <p:nvPr/>
        </p:nvSpPr>
        <p:spPr>
          <a:xfrm>
            <a:off x="449580" y="6240780"/>
            <a:ext cx="5562600" cy="288000"/>
          </a:xfrm>
          <a:prstGeom prst="rect">
            <a:avLst/>
          </a:prstGeom>
          <a:solidFill>
            <a:srgbClr val="FCC800">
              <a:alpha val="15000"/>
            </a:srgbClr>
          </a:solidFill>
        </p:spPr>
        <p:txBody>
          <a:bodyPr vert="horz" wrap="none" lIns="0" tIns="0" rIns="0" bIns="0" anchor="ctr" anchorCtr="0">
            <a:noAutofit/>
          </a:bodyPr>
          <a:p>
            <a:pPr lvl="0" algn="ctr">
              <a:buClrTx/>
              <a:buSzTx/>
              <a:buFontTx/>
            </a:pPr>
            <a:r>
              <a:rPr lang="zh-CN" sz="1400">
                <a:solidFill>
                  <a:schemeClr val="tx1">
                    <a:lumMod val="75000"/>
                    <a:lumOff val="25000"/>
                  </a:schemeClr>
                </a:solidFill>
                <a:latin typeface="微软雅黑" panose="020B0503020204020204" charset="-122"/>
                <a:ea typeface="微软雅黑" panose="020B0503020204020204" charset="-122"/>
                <a:sym typeface="+mn-ea"/>
              </a:rPr>
              <a:t>恒重差＜0.3mg</a:t>
            </a:r>
            <a:endParaRPr lang="zh-CN" sz="1400">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3" name="矩形: 圆角 167"/>
          <p:cNvSpPr/>
          <p:nvPr/>
        </p:nvSpPr>
        <p:spPr>
          <a:xfrm>
            <a:off x="8216900" y="3757295"/>
            <a:ext cx="1483360" cy="349250"/>
          </a:xfrm>
          <a:prstGeom prst="roundRect">
            <a:avLst>
              <a:gd name="adj" fmla="val 50000"/>
            </a:avLst>
          </a:prstGeom>
          <a:solidFill>
            <a:schemeClr val="accent4"/>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高温</a:t>
            </a:r>
            <a:r>
              <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rPr>
              <a:t>干燥</a:t>
            </a:r>
            <a:endParaRPr lang="zh-CN" altLang="en-US" sz="1200" noProof="0" dirty="0">
              <a:ln>
                <a:noFill/>
              </a:ln>
              <a:solidFill>
                <a:prstClr val="white"/>
              </a:solidFill>
              <a:effectLst/>
              <a:uLnTx/>
              <a:uFillTx/>
              <a:latin typeface="微软雅黑" panose="020B0503020204020204" charset="-122"/>
              <a:ea typeface="微软雅黑" panose="020B0503020204020204" charset="-122"/>
              <a:sym typeface="+mn-ea"/>
            </a:endParaRPr>
          </a:p>
        </p:txBody>
      </p:sp>
      <p:cxnSp>
        <p:nvCxnSpPr>
          <p:cNvPr id="5" name="直接连接符 4"/>
          <p:cNvCxnSpPr>
            <a:stCxn id="33" idx="2"/>
            <a:endCxn id="39" idx="0"/>
          </p:cNvCxnSpPr>
          <p:nvPr/>
        </p:nvCxnSpPr>
        <p:spPr>
          <a:xfrm>
            <a:off x="8958580" y="5059045"/>
            <a:ext cx="0" cy="603250"/>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6" name="直接连接符 5"/>
          <p:cNvCxnSpPr>
            <a:stCxn id="30" idx="2"/>
            <a:endCxn id="1" idx="0"/>
          </p:cNvCxnSpPr>
          <p:nvPr/>
        </p:nvCxnSpPr>
        <p:spPr>
          <a:xfrm>
            <a:off x="8958580" y="3154045"/>
            <a:ext cx="0" cy="497205"/>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7" name="矩形: 圆角 142"/>
          <p:cNvSpPr/>
          <p:nvPr/>
        </p:nvSpPr>
        <p:spPr>
          <a:xfrm>
            <a:off x="8216900" y="1852295"/>
            <a:ext cx="1483360" cy="349250"/>
          </a:xfrm>
          <a:prstGeom prst="roundRect">
            <a:avLst>
              <a:gd name="adj" fmla="val 50000"/>
            </a:avLst>
          </a:prstGeom>
          <a:solidFill>
            <a:schemeClr val="bg1">
              <a:lumMod val="8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200" noProof="0">
                <a:ln>
                  <a:noFill/>
                </a:ln>
                <a:solidFill>
                  <a:prstClr val="black"/>
                </a:solidFill>
                <a:effectLst/>
                <a:uLnTx/>
                <a:uFillTx/>
                <a:latin typeface="微软雅黑" panose="020B0503020204020204" charset="-122"/>
                <a:ea typeface="微软雅黑" panose="020B0503020204020204" charset="-122"/>
                <a:sym typeface="+mn-ea"/>
              </a:rPr>
              <a:t>人工</a:t>
            </a:r>
            <a:endParaRPr lang="zh-CN" altLang="en-US" sz="1200" noProof="0">
              <a:ln>
                <a:noFill/>
              </a:ln>
              <a:solidFill>
                <a:prstClr val="black"/>
              </a:solidFill>
              <a:effectLst/>
              <a:uLnTx/>
              <a:uFillTx/>
              <a:latin typeface="微软雅黑" panose="020B0503020204020204" charset="-122"/>
              <a:ea typeface="微软雅黑" panose="020B0503020204020204" charset="-122"/>
              <a:sym typeface="+mn-ea"/>
            </a:endParaRPr>
          </a:p>
        </p:txBody>
      </p:sp>
      <p:cxnSp>
        <p:nvCxnSpPr>
          <p:cNvPr id="8" name="直接连接符 7"/>
          <p:cNvCxnSpPr>
            <a:stCxn id="7" idx="2"/>
            <a:endCxn id="30" idx="0"/>
          </p:cNvCxnSpPr>
          <p:nvPr/>
        </p:nvCxnSpPr>
        <p:spPr>
          <a:xfrm>
            <a:off x="8958580" y="2201545"/>
            <a:ext cx="0" cy="603250"/>
          </a:xfrm>
          <a:prstGeom prst="line">
            <a:avLst/>
          </a:prstGeom>
          <a:ln w="12700">
            <a:solidFill>
              <a:schemeClr val="accent4"/>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10" name="文本框 9"/>
          <p:cNvSpPr txBox="1"/>
          <p:nvPr/>
        </p:nvSpPr>
        <p:spPr>
          <a:xfrm>
            <a:off x="7027245" y="3768090"/>
            <a:ext cx="792480" cy="275590"/>
          </a:xfrm>
          <a:prstGeom prst="rect">
            <a:avLst/>
          </a:prstGeom>
          <a:solidFill>
            <a:schemeClr val="bg1"/>
          </a:solidFill>
        </p:spPr>
        <p:txBody>
          <a:bodyPr vert="horz" wrap="square" rtlCol="0" anchor="t">
            <a:spAutoFit/>
          </a:bodyPr>
          <a:p>
            <a:pPr algn="l"/>
            <a:r>
              <a:rPr lang="zh-CN" altLang="en-US" sz="1200">
                <a:solidFill>
                  <a:srgbClr val="333333"/>
                </a:solidFill>
                <a:latin typeface="微软雅黑" panose="020B0503020204020204" charset="-122"/>
                <a:ea typeface="微软雅黑" panose="020B0503020204020204" charset="-122"/>
                <a:sym typeface="+mn-ea"/>
              </a:rPr>
              <a:t>取下</a:t>
            </a:r>
            <a:r>
              <a:rPr lang="zh-CN" altLang="en-US" sz="1200">
                <a:solidFill>
                  <a:srgbClr val="333333"/>
                </a:solidFill>
                <a:latin typeface="微软雅黑" panose="020B0503020204020204" charset="-122"/>
                <a:ea typeface="微软雅黑" panose="020B0503020204020204" charset="-122"/>
                <a:sym typeface="+mn-ea"/>
              </a:rPr>
              <a:t>瓶盖</a:t>
            </a:r>
            <a:endParaRPr lang="zh-CN" altLang="en-US" sz="1200">
              <a:solidFill>
                <a:srgbClr val="333333"/>
              </a:solidFill>
              <a:latin typeface="微软雅黑" panose="020B0503020204020204" charset="-122"/>
              <a:ea typeface="微软雅黑" panose="020B0503020204020204" charset="-122"/>
              <a:sym typeface="+mn-ea"/>
            </a:endParaRPr>
          </a:p>
        </p:txBody>
      </p:sp>
      <p:cxnSp>
        <p:nvCxnSpPr>
          <p:cNvPr id="11" name="直接连接符 10"/>
          <p:cNvCxnSpPr/>
          <p:nvPr/>
        </p:nvCxnSpPr>
        <p:spPr>
          <a:xfrm flipH="1">
            <a:off x="7820025" y="3931920"/>
            <a:ext cx="396875" cy="0"/>
          </a:xfrm>
          <a:prstGeom prst="line">
            <a:avLst/>
          </a:prstGeom>
          <a:ln>
            <a:solidFill>
              <a:srgbClr val="FCC800"/>
            </a:solidFill>
            <a:prstDash val="sysDash"/>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7027245" y="4738370"/>
            <a:ext cx="792480" cy="275590"/>
          </a:xfrm>
          <a:prstGeom prst="rect">
            <a:avLst/>
          </a:prstGeom>
          <a:solidFill>
            <a:schemeClr val="bg1"/>
          </a:solidFill>
        </p:spPr>
        <p:txBody>
          <a:bodyPr vert="horz" wrap="square" rtlCol="0" anchor="t">
            <a:spAutoFit/>
          </a:bodyPr>
          <a:p>
            <a:pPr algn="l"/>
            <a:r>
              <a:rPr lang="zh-CN" altLang="en-US" sz="1200">
                <a:solidFill>
                  <a:srgbClr val="333333"/>
                </a:solidFill>
                <a:latin typeface="微软雅黑" panose="020B0503020204020204" charset="-122"/>
                <a:ea typeface="微软雅黑" panose="020B0503020204020204" charset="-122"/>
                <a:sym typeface="+mn-ea"/>
              </a:rPr>
              <a:t>盖上瓶盖</a:t>
            </a:r>
            <a:endParaRPr lang="zh-CN" altLang="en-US" sz="1200">
              <a:solidFill>
                <a:srgbClr val="333333"/>
              </a:solidFill>
              <a:latin typeface="微软雅黑" panose="020B0503020204020204" charset="-122"/>
              <a:ea typeface="微软雅黑" panose="020B0503020204020204" charset="-122"/>
              <a:sym typeface="+mn-ea"/>
            </a:endParaRPr>
          </a:p>
        </p:txBody>
      </p:sp>
      <p:cxnSp>
        <p:nvCxnSpPr>
          <p:cNvPr id="14" name="直接连接符 13"/>
          <p:cNvCxnSpPr>
            <a:stCxn id="33" idx="1"/>
            <a:endCxn id="13" idx="3"/>
          </p:cNvCxnSpPr>
          <p:nvPr/>
        </p:nvCxnSpPr>
        <p:spPr>
          <a:xfrm flipH="1" flipV="1">
            <a:off x="7820025" y="4876165"/>
            <a:ext cx="396875" cy="8255"/>
          </a:xfrm>
          <a:prstGeom prst="line">
            <a:avLst/>
          </a:prstGeom>
          <a:ln>
            <a:solidFill>
              <a:srgbClr val="FCC800"/>
            </a:solidFill>
            <a:prstDash val="sysDash"/>
          </a:ln>
        </p:spPr>
        <p:style>
          <a:lnRef idx="2">
            <a:schemeClr val="accent1"/>
          </a:lnRef>
          <a:fillRef idx="0">
            <a:srgbClr val="FFFFFF"/>
          </a:fillRef>
          <a:effectRef idx="0">
            <a:srgbClr val="FFFFFF"/>
          </a:effectRef>
          <a:fontRef idx="minor">
            <a:schemeClr val="tx1"/>
          </a:fontRef>
        </p:style>
      </p:cxnSp>
      <p:cxnSp>
        <p:nvCxnSpPr>
          <p:cNvPr id="15" name="肘形连接符 14"/>
          <p:cNvCxnSpPr>
            <a:stCxn id="39" idx="3"/>
            <a:endCxn id="3" idx="3"/>
          </p:cNvCxnSpPr>
          <p:nvPr/>
        </p:nvCxnSpPr>
        <p:spPr>
          <a:xfrm flipV="1">
            <a:off x="9700260" y="3931920"/>
            <a:ext cx="3175" cy="1905000"/>
          </a:xfrm>
          <a:prstGeom prst="bentConnector3">
            <a:avLst>
              <a:gd name="adj1" fmla="val 7500000"/>
            </a:avLst>
          </a:prstGeom>
          <a:ln w="12700" cap="flat" cmpd="sng" algn="ctr">
            <a:solidFill>
              <a:srgbClr val="FCC80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6" name="文本框 15"/>
          <p:cNvSpPr txBox="1"/>
          <p:nvPr/>
        </p:nvSpPr>
        <p:spPr>
          <a:xfrm>
            <a:off x="9732345" y="4545965"/>
            <a:ext cx="367030" cy="701040"/>
          </a:xfrm>
          <a:prstGeom prst="rect">
            <a:avLst/>
          </a:prstGeom>
          <a:solidFill>
            <a:schemeClr val="bg1"/>
          </a:solidFill>
        </p:spPr>
        <p:txBody>
          <a:bodyPr vert="mongolianVert" wrap="square" rtlCol="0" anchor="t">
            <a:spAutoFit/>
          </a:bodyPr>
          <a:p>
            <a:pPr algn="l"/>
            <a:r>
              <a:rPr lang="zh-CN" sz="1200">
                <a:solidFill>
                  <a:srgbClr val="333333"/>
                </a:solidFill>
                <a:latin typeface="微软雅黑" panose="020B0503020204020204" charset="-122"/>
                <a:ea typeface="微软雅黑" panose="020B0503020204020204" charset="-122"/>
                <a:sym typeface="+mn-ea"/>
              </a:rPr>
              <a:t>重复</a:t>
            </a:r>
            <a:r>
              <a:rPr lang="zh-CN" sz="1200">
                <a:solidFill>
                  <a:srgbClr val="333333"/>
                </a:solidFill>
                <a:latin typeface="微软雅黑" panose="020B0503020204020204" charset="-122"/>
                <a:ea typeface="微软雅黑" panose="020B0503020204020204" charset="-122"/>
                <a:sym typeface="+mn-ea"/>
              </a:rPr>
              <a:t>干燥</a:t>
            </a:r>
            <a:endParaRPr lang="zh-CN" sz="1200">
              <a:solidFill>
                <a:srgbClr val="333333"/>
              </a:solidFill>
              <a:latin typeface="微软雅黑" panose="020B0503020204020204" charset="-122"/>
              <a:ea typeface="微软雅黑" panose="020B0503020204020204" charset="-122"/>
              <a:sym typeface="+mn-ea"/>
            </a:endParaRPr>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434" name="" descr="&lt;Slide style={{ position: 'relative', width: '1280px', height: '720px', overflow: 'hidden', background: '#ffffff', fontFamily: 'Microsoft YaHei, Arial, sans-serif', color: '#333333' }}&gt;&#10;  &lt;Box style={{ position: 'absolute', top: 20, left: 60, right: 60, height: 80, display: 'flex', flexDirection: 'row', alignItems: 'center', borderBottom: '2px solid #1F4E79' }}&gt;&#10;    &lt;Text style={{ fontSize: 34, fontWeight: 'bold', color: '#1F4E79' }}&gt;测量精准&lt;/Text&gt;&#10;    &lt;Text style={{ fontSize: 18, color: '#8899AA', marginLeft: 20, letterSpacing: 2 }}&gt;为什么称量结果值得信任&lt;/Text&gt;&#10;  &lt;/Box&gt;&#10;  &lt;Box style={{ position: 'absolute', top: 120, left: 60, right: 60, bottom: 60, display: 'flex', flexDirection: 'row', gap: 32, alignItems: 'center' }}&gt;&#10;    &lt;Box style={{ width: 540, display: 'flex', justifyContent: 'center' }}&gt;&#10;      &lt;svg width='520' height='440' viewBox='0 0 520 440'&gt;&#10;        &lt;rect x='10' y='30' width='230' height='340' rx='10' fill='#F5F7FA' stroke='#C9D2DC' strokeWidth='2' /&gt;&#10;        &lt;text x='125' y='56' textAnchor='middle' fontSize='16' fontWeight='bold' fill='#8899AA'&gt;传统方案 · 共用腔体&lt;/text&gt;&#10;        &lt;rect x='60' y='250' width='130' height='90' rx='6' fill='#E8743B' /&gt;&#10;        &lt;text x='125' y='290' textAnchor='middle' fontSize='14' fontWeight='bold' fill='#fff'&gt;马弗炉&lt;/text&gt;&#10;        &lt;text x='125' y='312' textAnchor='middle' fontSize='12' fill='#fff'&gt;700–800℃&lt;/text&gt;&#10;        &lt;path d='M80,250 q15,-20 30,0 q15,-20 30,0 q15,-20 30,0' fill='none' stroke='#E8743B' strokeWidth='2' opacity='0.7' /&gt;&#10;        &lt;path d='M100,250 q15,-20 30,0 q15,-20 30,0' fill='none' stroke='#E8743B' strokeWidth='2' opacity='0.7' /&gt;&#10;        &lt;rect x='80' y='110' width='90' height='56' rx='6' fill='#2E74B5' /&gt;&#10;        &lt;text x='125' y='142' textAnchor='middle' fontSize='15' fontWeight='bold' fill='#fff'&gt;天平&lt;/text&gt;&#10;        &lt;text x='200' y='140' fontSize='13' fill='#E8743B' fontWeight='bold'&gt;热影响!&lt;/text&gt;&#10;        &lt;rect x='280' y='30' width='230' height='340' rx='10' fill='#F5F7FA' stroke='#00A0B0' strokeWidth='2' /&gt;&#10;        &lt;text x='395' y='56' textAnchor='middle' fontSize='16' fontWeight='bold' fill='#00A0B0'&gt;Labthink · 双仓隔离&lt;/text&gt;&#10;        &lt;rect x='300' y='220' width='90' height='120' rx='6' fill='#E8743B' /&gt;&#10;        &lt;text x='345' y='278' textAnchor='middle' fontSize='13' fontWeight='bold' fill='#fff'&gt;灼烧仓&lt;/text&gt;&#10;        &lt;text x='345' y='298' textAnchor='middle' fontSize='11' fill='#fff'&gt;高温高湿&lt;/text&gt;&#10;        &lt;rect x='384' y='90' width='10' height='250' fill='#1F4E79' /&gt;&#10;        &lt;rect x='410' y='120' width='80' height='64' rx='6' fill='#2E74B5' /&gt;&#10;        &lt;text x='450' y='150' textAnchor='middle' fontSize='14' fontWeight='bold' fill='#fff'&gt;称量仓&lt;/text&gt;&#10;        &lt;text x='450' y='172' textAnchor='middle' fontSize='11' fill='#F5F7FA'&gt;恒温恒湿&lt;/text&gt;&#10;        &lt;text x='450' y='210' textAnchor='middle' fontSize='12' fill='#1F4E79' fontWeight='bold'&gt;天平理想环境&lt;/text&gt;&#10;      &lt;/svg&gt;&#10;    &lt;/Box&gt;&#10;    &lt;Box style={{ flex: 1, display: 'flex', flexDirection: 'column', gap: 14 }}&gt;&#10;      &lt;Box style={{ background: '#F5F7FA', borderRadius: 8, padding: 15, borderLeft: '4px solid #1F4E79' }}&gt;&#10;        &lt;Text style={{ fontSize: 19, fontWeight: 'bold', color: '#1F4E79', marginBottom: 4 }}&gt;双仓独立设计&lt;/Text&gt;&#10;        &lt;Text style={{ fontSize: 16, color: '#333333', lineHeight: 1.6 }}&gt;蒸发/烘干/灼烧仓与称量仓完全物理分离，高温高湿被隔离在称量区之外，天平始终工作于恒温恒湿理想环境。&lt;/Text&gt;&#10;      &lt;/Box&gt;&#10;      &lt;Box style={{ background: '#F5F7FA', borderRadius: 8, padding: 15, borderLeft: '4px solid #2E74B5' }}&gt;&#10;        &lt;Text style={{ fontSize: 19, fontWeight: 'bold', color: '#1F4E79', marginBottom: 4 }}&gt;德国进口天平&lt;/Text&gt;&#10;        &lt;Text style={{ fontSize: 16, color: '#333333', lineHeight: 1.6 }}&gt;可读性最高 0.01mg（十万分之一），重复性 ±0.05mg；内校式设计，每次称重前自动内校＋去皮。&lt;/Text&gt;&#10;      &lt;/Box&gt;&#10;      &lt;Box style={{ background: '#F5F7FA', borderRadius: 8, padding: 15, borderLeft: '4px solid #00A0B0' }}&gt;&#10;        &lt;Text style={{ fontSize: 19, fontWeight: 'bold', color: '#1F4E79', marginBottom: 4 }}&gt;可视可溯 · 原始直传&lt;/Text&gt;&#10;        &lt;Text style={{ fontSize: 16, color: '#333333', lineHeight: 1.6 }}&gt;可视化天平窗实时监控读数与水平泡；软件直接读取天平原始数据，不经二次汇总，从源头杜绝失真。&lt;/Text&gt;&#10;      &lt;/Box&gt;&#10;      &lt;Box style={{ padding: 14, background: 'linear-gradient(135deg, #1F4E79 0%, #2E74B5 100%)', borderRadius: 8, display: 'flex', flexDirection: 'row', alignItems: 'center', gap: 16 }}&gt;&#10;        &lt;Text style={{ fontSize: 34, fontWeight: 'bold', color: '#00A0B0' }}&gt;0.01mg&lt;/Text&gt;&#10;        &lt;Text style={{ fontSize: 15, color: '#fff' }}&gt;／ 重复性 ±0.05mg，便捷计量，天平仓门可完全打开快速校验。&lt;/Text&gt;&#10;      &lt;/Box&gt;&#10;    &lt;/Box&gt;&#10;  &lt;/Box&gt;&#10;  &lt;Box style={{ position: 'absolute', bottom: 20, left: 60, right: 60, height: 20, display: 'flex', flexDirection: 'row', justifyContent: 'space-between', alignItems: 'center' }}&gt;&#10;    &lt;Text style={{ fontSize: 13, color: '#8899AA' }}&gt;兰光集成式检测系统解决方案&lt;/Text&gt;&#10;    &lt;Text style={{ fontSize: 13, color: '#8899AA' }}&gt;24 / 37&lt;/Text&gt;&#10;  &lt;/Box&gt;&#10;&lt;/Slide&gt;&#10;"/>
        <p:cNvGrpSpPr/>
        <p:nvPr/>
      </p:nvGrpSpPr>
      <p:grpSpPr>
        <a:xfrm>
          <a:off x="0" y="0"/>
          <a:ext cx="0" cy="0"/>
          <a:chOff x="0" y="0"/>
          <a:chExt cx="0" cy="0"/>
        </a:xfrm>
      </p:grpSpPr>
      <p:sp>
        <p:nvSpPr>
          <p:cNvPr id="16" name="椭圆 15"/>
          <p:cNvSpPr/>
          <p:nvPr/>
        </p:nvSpPr>
        <p:spPr>
          <a:xfrm>
            <a:off x="3116661" y="-1686100"/>
            <a:ext cx="10862660" cy="10862660"/>
          </a:xfrm>
          <a:prstGeom prst="ellipse">
            <a:avLst/>
          </a:prstGeom>
          <a:gradFill flip="none" rotWithShape="1">
            <a:gsLst>
              <a:gs pos="0">
                <a:srgbClr val="FCC800">
                  <a:alpha val="5000"/>
                </a:srgbClr>
              </a:gs>
              <a:gs pos="75000">
                <a:srgbClr val="FCC800">
                  <a:alpha val="0"/>
                </a:srgbClr>
              </a:gs>
              <a:gs pos="25000">
                <a:srgbClr val="FCC800">
                  <a:alpha val="0"/>
                </a:srgbClr>
              </a:gs>
              <a:gs pos="100000">
                <a:srgbClr val="FCC800">
                  <a:alpha val="5000"/>
                </a:srgbClr>
              </a:gs>
            </a:gsLst>
            <a:lin ang="0" scaled="1"/>
            <a:tileRect/>
          </a:gradFill>
          <a:ln w="6350" cap="rnd">
            <a:gradFill>
              <a:gsLst>
                <a:gs pos="7000">
                  <a:srgbClr val="FCC800">
                    <a:alpha val="0"/>
                  </a:srgbClr>
                </a:gs>
                <a:gs pos="97000">
                  <a:schemeClr val="accent1">
                    <a:alpha val="0"/>
                  </a:schemeClr>
                </a:gs>
                <a:gs pos="48700">
                  <a:srgbClr val="FCC800"/>
                </a:gs>
              </a:gsLst>
              <a:lin ang="5400000" scaled="1"/>
            </a:gra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panose="020B0503020204020204" charset="-122"/>
              <a:cs typeface="+mn-cs"/>
            </a:endParaRPr>
          </a:p>
        </p:txBody>
      </p:sp>
      <p:sp>
        <p:nvSpPr>
          <p:cNvPr id="4" name="标题 3"/>
          <p:cNvSpPr>
            <a:spLocks noGrp="1"/>
          </p:cNvSpPr>
          <p:nvPr>
            <p:ph type="title"/>
          </p:nvPr>
        </p:nvSpPr>
        <p:spPr/>
        <p:txBody>
          <a:bodyPr/>
          <a:p>
            <a:pPr algn="l"/>
            <a:r>
              <a:rPr lang="zh-CN" altLang="en-US"/>
              <a:t>全系列产品的四大共性特点——精准 · 高效 · 合规 · 安全</a:t>
            </a:r>
            <a:br>
              <a:rPr lang="zh-CN" altLang="en-US"/>
            </a:br>
            <a:endParaRPr lang="zh-CN" altLang="en-US"/>
          </a:p>
        </p:txBody>
      </p:sp>
      <p:sp>
        <p:nvSpPr>
          <p:cNvPr id="11" name="矩形 10"/>
          <p:cNvSpPr/>
          <p:nvPr/>
        </p:nvSpPr>
        <p:spPr>
          <a:xfrm>
            <a:off x="438785" y="981075"/>
            <a:ext cx="1934845" cy="5526405"/>
          </a:xfrm>
          <a:prstGeom prst="rect">
            <a:avLst/>
          </a:prstGeom>
          <a:gradFill>
            <a:gsLst>
              <a:gs pos="0">
                <a:srgbClr val="FF9E3F"/>
              </a:gs>
              <a:gs pos="100000">
                <a:srgbClr val="FFC20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2" name="矩形 11"/>
          <p:cNvSpPr/>
          <p:nvPr/>
        </p:nvSpPr>
        <p:spPr>
          <a:xfrm>
            <a:off x="438150" y="1276668"/>
            <a:ext cx="1935480" cy="756285"/>
          </a:xfrm>
          <a:prstGeom prst="rect">
            <a:avLst/>
          </a:prstGeom>
          <a:solidFill>
            <a:srgbClr val="F3EBC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b="1" noProof="0">
                <a:ln>
                  <a:noFill/>
                </a:ln>
                <a:solidFill>
                  <a:srgbClr val="FCC800"/>
                </a:solidFill>
                <a:effectLst/>
                <a:uLnTx/>
                <a:uFillTx/>
                <a:latin typeface="微软雅黑" panose="020B0503020204020204" charset="-122"/>
                <a:ea typeface="微软雅黑" panose="020B0503020204020204" charset="-122"/>
                <a:sym typeface="+mn-ea"/>
              </a:rPr>
              <a:t>    </a:t>
            </a:r>
            <a:r>
              <a:rPr lang="zh-CN" altLang="en-US" sz="2200" b="1" noProof="0">
                <a:ln>
                  <a:noFill/>
                </a:ln>
                <a:solidFill>
                  <a:srgbClr val="FCC800"/>
                </a:solidFill>
                <a:effectLst/>
                <a:uLnTx/>
                <a:uFillTx/>
                <a:latin typeface="微软雅黑" panose="020B0503020204020204" charset="-122"/>
                <a:ea typeface="微软雅黑" panose="020B0503020204020204" charset="-122"/>
                <a:sym typeface="+mn-ea"/>
              </a:rPr>
              <a:t>测量精准</a:t>
            </a:r>
            <a:endParaRPr lang="zh-CN" altLang="en-US" sz="2200" b="1" noProof="0">
              <a:ln>
                <a:noFill/>
              </a:ln>
              <a:solidFill>
                <a:srgbClr val="FCC800"/>
              </a:solidFill>
              <a:effectLst/>
              <a:uLnTx/>
              <a:uFillTx/>
              <a:latin typeface="微软雅黑" panose="020B0503020204020204" charset="-122"/>
              <a:ea typeface="微软雅黑" panose="020B0503020204020204" charset="-122"/>
              <a:sym typeface="+mn-ea"/>
            </a:endParaRPr>
          </a:p>
        </p:txBody>
      </p:sp>
      <p:pic>
        <p:nvPicPr>
          <p:cNvPr id="2" name="图片 1" descr="天平,公平,天平秤"/>
          <p:cNvPicPr>
            <a:picLocks noChangeAspect="1"/>
          </p:cNvPicPr>
          <p:nvPr>
            <p:custDataLst>
              <p:tags r:id="rId1"/>
            </p:custDataLst>
          </p:nvPr>
        </p:nvPicPr>
        <p:blipFill>
          <a:blip r:embed="rId2">
            <a:extLst>
              <a:ext uri="{96DAC541-7B7A-43D3-8B79-37D633B846F1}">
                <asvg:svgBlip xmlns:asvg="http://schemas.microsoft.com/office/drawing/2016/SVG/main" r:embed="rId3"/>
              </a:ext>
            </a:extLst>
          </a:blip>
          <a:stretch>
            <a:fillRect/>
          </a:stretch>
        </p:blipFill>
        <p:spPr>
          <a:xfrm>
            <a:off x="535010" y="1474810"/>
            <a:ext cx="360000" cy="360000"/>
          </a:xfrm>
          <a:prstGeom prst="rect">
            <a:avLst/>
          </a:prstGeom>
        </p:spPr>
      </p:pic>
      <p:sp>
        <p:nvSpPr>
          <p:cNvPr id="13" name="矩形 12"/>
          <p:cNvSpPr/>
          <p:nvPr/>
        </p:nvSpPr>
        <p:spPr>
          <a:xfrm>
            <a:off x="438150" y="2675573"/>
            <a:ext cx="1935480" cy="756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    </a:t>
            </a:r>
            <a:r>
              <a:rPr lang="zh-CN" altLang="en-US" sz="2200" noProof="0">
                <a:ln>
                  <a:noFill/>
                </a:ln>
                <a:solidFill>
                  <a:schemeClr val="bg1"/>
                </a:solidFill>
                <a:effectLst/>
                <a:uLnTx/>
                <a:uFillTx/>
                <a:latin typeface="微软雅黑" panose="020B0503020204020204" charset="-122"/>
                <a:ea typeface="微软雅黑" panose="020B0503020204020204" charset="-122"/>
                <a:sym typeface="+mn-ea"/>
              </a:rPr>
              <a:t>流程高效</a:t>
            </a:r>
            <a:endParaRPr lang="zh-CN" altLang="en-US" sz="2200" noProof="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14" name="矩形 13"/>
          <p:cNvSpPr/>
          <p:nvPr/>
        </p:nvSpPr>
        <p:spPr>
          <a:xfrm>
            <a:off x="438150" y="4074478"/>
            <a:ext cx="1935480" cy="756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    </a:t>
            </a:r>
            <a:r>
              <a:rPr lang="zh-CN" altLang="en-US" sz="2200" noProof="0">
                <a:ln>
                  <a:noFill/>
                </a:ln>
                <a:solidFill>
                  <a:schemeClr val="bg1"/>
                </a:solidFill>
                <a:effectLst/>
                <a:uLnTx/>
                <a:uFillTx/>
                <a:latin typeface="微软雅黑" panose="020B0503020204020204" charset="-122"/>
                <a:ea typeface="微软雅黑" panose="020B0503020204020204" charset="-122"/>
                <a:sym typeface="+mn-ea"/>
              </a:rPr>
              <a:t>数据合规</a:t>
            </a:r>
            <a:endParaRPr lang="zh-CN" altLang="en-US" sz="2200" noProof="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15" name="矩形 14"/>
          <p:cNvSpPr/>
          <p:nvPr/>
        </p:nvSpPr>
        <p:spPr>
          <a:xfrm>
            <a:off x="438150" y="5472748"/>
            <a:ext cx="1935480" cy="756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    </a:t>
            </a:r>
            <a:r>
              <a:rPr lang="zh-CN" altLang="en-US" sz="2200" noProof="0">
                <a:ln>
                  <a:noFill/>
                </a:ln>
                <a:solidFill>
                  <a:schemeClr val="bg1"/>
                </a:solidFill>
                <a:effectLst/>
                <a:uLnTx/>
                <a:uFillTx/>
                <a:latin typeface="微软雅黑" panose="020B0503020204020204" charset="-122"/>
                <a:ea typeface="微软雅黑" panose="020B0503020204020204" charset="-122"/>
                <a:sym typeface="+mn-ea"/>
              </a:rPr>
              <a:t>安全防护</a:t>
            </a:r>
            <a:endParaRPr lang="zh-CN" altLang="en-US" sz="2200" noProof="0">
              <a:ln>
                <a:noFill/>
              </a:ln>
              <a:solidFill>
                <a:schemeClr val="bg1"/>
              </a:solidFill>
              <a:effectLst/>
              <a:uLnTx/>
              <a:uFillTx/>
              <a:latin typeface="微软雅黑" panose="020B0503020204020204" charset="-122"/>
              <a:ea typeface="微软雅黑" panose="020B0503020204020204" charset="-122"/>
              <a:sym typeface="+mn-ea"/>
            </a:endParaRPr>
          </a:p>
        </p:txBody>
      </p:sp>
      <p:pic>
        <p:nvPicPr>
          <p:cNvPr id="3" name="图片 2" descr="流程管理"/>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3010" y="2861945"/>
            <a:ext cx="324000" cy="324000"/>
          </a:xfrm>
          <a:prstGeom prst="rect">
            <a:avLst/>
          </a:prstGeom>
        </p:spPr>
      </p:pic>
      <p:pic>
        <p:nvPicPr>
          <p:cNvPr id="10" name="图片 9" descr="数据_数据库节点_database-poi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9010" y="4224555"/>
            <a:ext cx="432000" cy="432000"/>
          </a:xfrm>
          <a:prstGeom prst="rect">
            <a:avLst/>
          </a:prstGeom>
        </p:spPr>
      </p:pic>
      <p:pic>
        <p:nvPicPr>
          <p:cNvPr id="112" name="图片 111" descr="安全"/>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516894" y="5640825"/>
            <a:ext cx="396231" cy="396000"/>
          </a:xfrm>
          <a:prstGeom prst="rect">
            <a:avLst/>
          </a:prstGeom>
        </p:spPr>
      </p:pic>
      <p:grpSp>
        <p:nvGrpSpPr>
          <p:cNvPr id="9" name="组合 8"/>
          <p:cNvGrpSpPr/>
          <p:nvPr/>
        </p:nvGrpSpPr>
        <p:grpSpPr>
          <a:xfrm>
            <a:off x="3395345" y="1002665"/>
            <a:ext cx="8352155" cy="1014730"/>
            <a:chOff x="5347" y="1579"/>
            <a:chExt cx="13153" cy="1598"/>
          </a:xfrm>
        </p:grpSpPr>
        <p:grpSp>
          <p:nvGrpSpPr>
            <p:cNvPr id="37" name="组合 36"/>
            <p:cNvGrpSpPr/>
            <p:nvPr/>
          </p:nvGrpSpPr>
          <p:grpSpPr>
            <a:xfrm>
              <a:off x="6382" y="1579"/>
              <a:ext cx="12119" cy="1599"/>
              <a:chOff x="8082" y="1608"/>
              <a:chExt cx="12119" cy="1599"/>
            </a:xfrm>
          </p:grpSpPr>
          <p:sp>
            <p:nvSpPr>
              <p:cNvPr id="20" name="矩形 19"/>
              <p:cNvSpPr/>
              <p:nvPr/>
            </p:nvSpPr>
            <p:spPr>
              <a:xfrm>
                <a:off x="8082" y="1608"/>
                <a:ext cx="2688" cy="628"/>
              </a:xfrm>
              <a:prstGeom prst="rect">
                <a:avLst/>
              </a:prstGeom>
            </p:spPr>
            <p:txBody>
              <a:bodyPr wrap="none">
                <a:spAutoFit/>
              </a:bodyPr>
              <a:lstStyle/>
              <a:p>
                <a:pPr algn="l"/>
                <a:r>
                  <a:rPr lang="zh-CN" altLang="en-US" sz="2000" b="1" dirty="0">
                    <a:solidFill>
                      <a:srgbClr val="FCC800"/>
                    </a:solidFill>
                    <a:effectLst/>
                    <a:latin typeface="微软雅黑" panose="020B0503020204020204" charset="-122"/>
                    <a:ea typeface="微软雅黑" panose="020B0503020204020204" charset="-122"/>
                  </a:rPr>
                  <a:t>双仓独立设计</a:t>
                </a:r>
                <a:endParaRPr lang="zh-CN" altLang="en-US" sz="2000" b="1" dirty="0">
                  <a:solidFill>
                    <a:srgbClr val="FCC800"/>
                  </a:solidFill>
                  <a:effectLst/>
                  <a:latin typeface="微软雅黑" panose="020B0503020204020204" charset="-122"/>
                  <a:ea typeface="微软雅黑" panose="020B0503020204020204" charset="-122"/>
                </a:endParaRPr>
              </a:p>
            </p:txBody>
          </p:sp>
          <p:sp>
            <p:nvSpPr>
              <p:cNvPr id="21" name="矩形 20"/>
              <p:cNvSpPr/>
              <p:nvPr/>
            </p:nvSpPr>
            <p:spPr>
              <a:xfrm>
                <a:off x="8093" y="2250"/>
                <a:ext cx="12108" cy="957"/>
              </a:xfrm>
              <a:prstGeom prst="rect">
                <a:avLst/>
              </a:prstGeom>
            </p:spPr>
            <p:txBody>
              <a:bodyPr wrap="square">
                <a:spAutoFit/>
              </a:bodyPr>
              <a:lstStyle/>
              <a:p>
                <a:pPr>
                  <a:lnSpc>
                    <a:spcPct val="120000"/>
                  </a:lnSpc>
                </a:pPr>
                <a:r>
                  <a:rPr lang="zh-CN" altLang="en-US" sz="1400" dirty="0">
                    <a:solidFill>
                      <a:schemeClr val="tx1">
                        <a:lumMod val="75000"/>
                        <a:lumOff val="25000"/>
                      </a:schemeClr>
                    </a:solidFill>
                  </a:rPr>
                  <a:t>蒸发/烘干/灼烧仓与称重仓完全物理分离——高温高湿环境被隔离在称量区之外，天平始终工作在恒温恒湿的理想环境</a:t>
                </a:r>
                <a:endParaRPr lang="zh-CN" altLang="en-US" sz="1400" dirty="0">
                  <a:solidFill>
                    <a:schemeClr val="tx1">
                      <a:lumMod val="75000"/>
                      <a:lumOff val="25000"/>
                    </a:schemeClr>
                  </a:solidFill>
                </a:endParaRPr>
              </a:p>
            </p:txBody>
          </p:sp>
        </p:grpSp>
        <p:sp>
          <p:nvSpPr>
            <p:cNvPr id="24" name="椭圆 23"/>
            <p:cNvSpPr/>
            <p:nvPr/>
          </p:nvSpPr>
          <p:spPr>
            <a:xfrm>
              <a:off x="5347" y="2082"/>
              <a:ext cx="594" cy="594"/>
            </a:xfrm>
            <a:prstGeom prst="ellipse">
              <a:avLst/>
            </a:prstGeom>
            <a:solidFill>
              <a:schemeClr val="bg1"/>
            </a:solidFill>
            <a:ln>
              <a:solidFill>
                <a:srgbClr val="FCC800"/>
              </a:solidFill>
            </a:ln>
            <a:effectLst>
              <a:outerShdw blurRad="381000" sx="102000" sy="102000" algn="ctr" rotWithShape="0">
                <a:srgbClr val="E692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nvGrpSpPr>
          <p:cNvPr id="8" name="组合 7"/>
          <p:cNvGrpSpPr/>
          <p:nvPr/>
        </p:nvGrpSpPr>
        <p:grpSpPr>
          <a:xfrm>
            <a:off x="3395345" y="5629275"/>
            <a:ext cx="8352155" cy="756920"/>
            <a:chOff x="5347" y="8865"/>
            <a:chExt cx="13153" cy="1192"/>
          </a:xfrm>
        </p:grpSpPr>
        <p:sp>
          <p:nvSpPr>
            <p:cNvPr id="36" name="椭圆 35"/>
            <p:cNvSpPr/>
            <p:nvPr/>
          </p:nvSpPr>
          <p:spPr>
            <a:xfrm>
              <a:off x="5347" y="9153"/>
              <a:ext cx="594" cy="594"/>
            </a:xfrm>
            <a:prstGeom prst="ellipse">
              <a:avLst/>
            </a:prstGeom>
            <a:solidFill>
              <a:schemeClr val="bg1"/>
            </a:solidFill>
            <a:ln>
              <a:solidFill>
                <a:srgbClr val="FCC800"/>
              </a:solidFill>
            </a:ln>
            <a:effectLst>
              <a:outerShdw blurRad="381000" sx="102000" sy="102000" algn="ctr" rotWithShape="0">
                <a:srgbClr val="E692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41" name="组合 40"/>
            <p:cNvGrpSpPr/>
            <p:nvPr/>
          </p:nvGrpSpPr>
          <p:grpSpPr>
            <a:xfrm>
              <a:off x="6382" y="8865"/>
              <a:ext cx="12119" cy="1192"/>
              <a:chOff x="8082" y="1608"/>
              <a:chExt cx="12119" cy="1192"/>
            </a:xfrm>
          </p:grpSpPr>
          <p:sp>
            <p:nvSpPr>
              <p:cNvPr id="42" name="矩形 41"/>
              <p:cNvSpPr/>
              <p:nvPr/>
            </p:nvSpPr>
            <p:spPr>
              <a:xfrm>
                <a:off x="8082" y="1608"/>
                <a:ext cx="1888" cy="628"/>
              </a:xfrm>
              <a:prstGeom prst="rect">
                <a:avLst/>
              </a:prstGeom>
            </p:spPr>
            <p:txBody>
              <a:bodyPr wrap="none">
                <a:spAutoFit/>
              </a:bodyPr>
              <a:lstStyle/>
              <a:p>
                <a:pPr algn="l"/>
                <a:r>
                  <a:rPr lang="zh-CN" altLang="en-US" sz="2000" b="1" dirty="0">
                    <a:solidFill>
                      <a:srgbClr val="FCC800"/>
                    </a:solidFill>
                    <a:latin typeface="微软雅黑" panose="020B0503020204020204" charset="-122"/>
                    <a:ea typeface="微软雅黑" panose="020B0503020204020204" charset="-122"/>
                  </a:rPr>
                  <a:t>便捷计量</a:t>
                </a:r>
                <a:endParaRPr lang="zh-CN" altLang="en-US" sz="2000" b="1" dirty="0">
                  <a:solidFill>
                    <a:srgbClr val="FCC800"/>
                  </a:solidFill>
                  <a:latin typeface="微软雅黑" panose="020B0503020204020204" charset="-122"/>
                  <a:ea typeface="微软雅黑" panose="020B0503020204020204" charset="-122"/>
                </a:endParaRPr>
              </a:p>
            </p:txBody>
          </p:sp>
          <p:sp>
            <p:nvSpPr>
              <p:cNvPr id="43" name="矩形 42"/>
              <p:cNvSpPr/>
              <p:nvPr/>
            </p:nvSpPr>
            <p:spPr>
              <a:xfrm>
                <a:off x="8093" y="2250"/>
                <a:ext cx="12108" cy="550"/>
              </a:xfrm>
              <a:prstGeom prst="rect">
                <a:avLst/>
              </a:prstGeom>
            </p:spPr>
            <p:txBody>
              <a:bodyPr wrap="square">
                <a:spAutoFit/>
              </a:bodyPr>
              <a:lstStyle/>
              <a:p>
                <a:pPr>
                  <a:lnSpc>
                    <a:spcPct val="120000"/>
                  </a:lnSpc>
                </a:pPr>
                <a:r>
                  <a:rPr lang="zh-CN" altLang="en-US" sz="1400" dirty="0">
                    <a:solidFill>
                      <a:schemeClr val="tx1">
                        <a:lumMod val="75000"/>
                        <a:lumOff val="25000"/>
                      </a:schemeClr>
                    </a:solidFill>
                  </a:rPr>
                  <a:t>天平仓门可完全打开，内校式天平可快速拆卸，校验维护无需拆整机</a:t>
                </a:r>
                <a:endParaRPr lang="zh-CN" altLang="en-US" sz="1400" dirty="0">
                  <a:solidFill>
                    <a:schemeClr val="tx1">
                      <a:lumMod val="75000"/>
                      <a:lumOff val="25000"/>
                    </a:schemeClr>
                  </a:solidFill>
                </a:endParaRPr>
              </a:p>
            </p:txBody>
          </p:sp>
        </p:grpSp>
      </p:grpSp>
      <p:grpSp>
        <p:nvGrpSpPr>
          <p:cNvPr id="5" name="组合 4"/>
          <p:cNvGrpSpPr/>
          <p:nvPr/>
        </p:nvGrpSpPr>
        <p:grpSpPr>
          <a:xfrm>
            <a:off x="3061970" y="2280920"/>
            <a:ext cx="8461375" cy="1014730"/>
            <a:chOff x="4822" y="3592"/>
            <a:chExt cx="13325" cy="1598"/>
          </a:xfrm>
        </p:grpSpPr>
        <p:sp>
          <p:nvSpPr>
            <p:cNvPr id="31" name="椭圆 30"/>
            <p:cNvSpPr/>
            <p:nvPr/>
          </p:nvSpPr>
          <p:spPr>
            <a:xfrm>
              <a:off x="4822" y="3850"/>
              <a:ext cx="594" cy="593"/>
            </a:xfrm>
            <a:prstGeom prst="ellipse">
              <a:avLst/>
            </a:prstGeom>
            <a:solidFill>
              <a:schemeClr val="bg1"/>
            </a:solidFill>
            <a:ln>
              <a:solidFill>
                <a:srgbClr val="FCC800"/>
              </a:solidFill>
            </a:ln>
            <a:effectLst>
              <a:outerShdw blurRad="381000" sx="102000" sy="102000" algn="ctr" rotWithShape="0">
                <a:srgbClr val="E692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45" name="组合 44"/>
            <p:cNvGrpSpPr/>
            <p:nvPr/>
          </p:nvGrpSpPr>
          <p:grpSpPr>
            <a:xfrm>
              <a:off x="6029" y="3592"/>
              <a:ext cx="12119" cy="1599"/>
              <a:chOff x="8082" y="1608"/>
              <a:chExt cx="12119" cy="1599"/>
            </a:xfrm>
          </p:grpSpPr>
          <p:sp>
            <p:nvSpPr>
              <p:cNvPr id="70" name="矩形 69"/>
              <p:cNvSpPr/>
              <p:nvPr/>
            </p:nvSpPr>
            <p:spPr>
              <a:xfrm>
                <a:off x="8082" y="1608"/>
                <a:ext cx="2688" cy="628"/>
              </a:xfrm>
              <a:prstGeom prst="rect">
                <a:avLst/>
              </a:prstGeom>
            </p:spPr>
            <p:txBody>
              <a:bodyPr wrap="none">
                <a:spAutoFit/>
              </a:bodyPr>
              <a:lstStyle/>
              <a:p>
                <a:pPr algn="l"/>
                <a:r>
                  <a:rPr lang="zh-CN" altLang="en-US" sz="2000" b="1" dirty="0">
                    <a:solidFill>
                      <a:srgbClr val="FCC800"/>
                    </a:solidFill>
                    <a:latin typeface="微软雅黑" panose="020B0503020204020204" charset="-122"/>
                    <a:ea typeface="微软雅黑" panose="020B0503020204020204" charset="-122"/>
                  </a:rPr>
                  <a:t>德国进口天平</a:t>
                </a:r>
                <a:endParaRPr lang="zh-CN" altLang="en-US" sz="2000" b="1" dirty="0">
                  <a:solidFill>
                    <a:srgbClr val="FCC800"/>
                  </a:solidFill>
                  <a:latin typeface="微软雅黑" panose="020B0503020204020204" charset="-122"/>
                  <a:ea typeface="微软雅黑" panose="020B0503020204020204" charset="-122"/>
                </a:endParaRPr>
              </a:p>
            </p:txBody>
          </p:sp>
          <p:sp>
            <p:nvSpPr>
              <p:cNvPr id="71" name="矩形 70"/>
              <p:cNvSpPr/>
              <p:nvPr/>
            </p:nvSpPr>
            <p:spPr>
              <a:xfrm>
                <a:off x="8093" y="2250"/>
                <a:ext cx="12108" cy="957"/>
              </a:xfrm>
              <a:prstGeom prst="rect">
                <a:avLst/>
              </a:prstGeom>
            </p:spPr>
            <p:txBody>
              <a:bodyPr wrap="square">
                <a:spAutoFit/>
              </a:bodyPr>
              <a:lstStyle/>
              <a:p>
                <a:pPr>
                  <a:lnSpc>
                    <a:spcPct val="120000"/>
                  </a:lnSpc>
                </a:pPr>
                <a:r>
                  <a:rPr lang="zh-CN" altLang="en-US" sz="1400" dirty="0">
                    <a:solidFill>
                      <a:schemeClr val="tx1">
                        <a:lumMod val="75000"/>
                        <a:lumOff val="25000"/>
                      </a:schemeClr>
                    </a:solidFill>
                  </a:rPr>
                  <a:t>可读性最高0.01</a:t>
                </a:r>
                <a:r>
                  <a:rPr lang="en-US" altLang="zh-CN" sz="1400" dirty="0">
                    <a:solidFill>
                      <a:schemeClr val="tx1">
                        <a:lumMod val="75000"/>
                        <a:lumOff val="25000"/>
                      </a:schemeClr>
                    </a:solidFill>
                  </a:rPr>
                  <a:t>mg（</a:t>
                </a:r>
                <a:r>
                  <a:rPr lang="zh-CN" altLang="en-US" sz="1400" dirty="0">
                    <a:solidFill>
                      <a:schemeClr val="tx1">
                        <a:lumMod val="75000"/>
                        <a:lumOff val="25000"/>
                      </a:schemeClr>
                    </a:solidFill>
                  </a:rPr>
                  <a:t>十万分之一），重复性±0.05</a:t>
                </a:r>
                <a:r>
                  <a:rPr lang="en-US" altLang="zh-CN" sz="1400" dirty="0">
                    <a:solidFill>
                      <a:schemeClr val="tx1">
                        <a:lumMod val="75000"/>
                        <a:lumOff val="25000"/>
                      </a:schemeClr>
                    </a:solidFill>
                  </a:rPr>
                  <a:t>mg；</a:t>
                </a:r>
                <a:endParaRPr lang="en-US" altLang="zh-CN" sz="1400" dirty="0">
                  <a:solidFill>
                    <a:schemeClr val="tx1">
                      <a:lumMod val="75000"/>
                      <a:lumOff val="25000"/>
                    </a:schemeClr>
                  </a:solidFill>
                </a:endParaRPr>
              </a:p>
              <a:p>
                <a:pPr>
                  <a:lnSpc>
                    <a:spcPct val="120000"/>
                  </a:lnSpc>
                </a:pPr>
                <a:r>
                  <a:rPr lang="zh-CN" altLang="en-US" sz="1400" dirty="0">
                    <a:solidFill>
                      <a:schemeClr val="tx1">
                        <a:lumMod val="75000"/>
                        <a:lumOff val="25000"/>
                      </a:schemeClr>
                    </a:solidFill>
                  </a:rPr>
                  <a:t>内校式设计，每次称重前自动内校+去皮，消除环境与设备漂移</a:t>
                </a:r>
                <a:endParaRPr lang="zh-CN" altLang="en-US" sz="1400" dirty="0">
                  <a:solidFill>
                    <a:schemeClr val="tx1">
                      <a:lumMod val="75000"/>
                      <a:lumOff val="25000"/>
                    </a:schemeClr>
                  </a:solidFill>
                </a:endParaRPr>
              </a:p>
            </p:txBody>
          </p:sp>
        </p:grpSp>
      </p:grpSp>
      <p:grpSp>
        <p:nvGrpSpPr>
          <p:cNvPr id="6" name="组合 5"/>
          <p:cNvGrpSpPr/>
          <p:nvPr/>
        </p:nvGrpSpPr>
        <p:grpSpPr>
          <a:xfrm>
            <a:off x="2905125" y="3444875"/>
            <a:ext cx="8382000" cy="756920"/>
            <a:chOff x="4575" y="5425"/>
            <a:chExt cx="13200" cy="1192"/>
          </a:xfrm>
        </p:grpSpPr>
        <p:sp>
          <p:nvSpPr>
            <p:cNvPr id="34" name="椭圆 33"/>
            <p:cNvSpPr/>
            <p:nvPr/>
          </p:nvSpPr>
          <p:spPr>
            <a:xfrm>
              <a:off x="4575" y="5617"/>
              <a:ext cx="594" cy="594"/>
            </a:xfrm>
            <a:prstGeom prst="ellipse">
              <a:avLst/>
            </a:prstGeom>
            <a:solidFill>
              <a:schemeClr val="bg1"/>
            </a:solidFill>
            <a:ln>
              <a:solidFill>
                <a:srgbClr val="FCC800"/>
              </a:solidFill>
            </a:ln>
            <a:effectLst>
              <a:outerShdw blurRad="381000" sx="102000" sy="102000" algn="ctr" rotWithShape="0">
                <a:srgbClr val="E692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72" name="组合 71"/>
            <p:cNvGrpSpPr/>
            <p:nvPr/>
          </p:nvGrpSpPr>
          <p:grpSpPr>
            <a:xfrm>
              <a:off x="5657" y="5425"/>
              <a:ext cx="12119" cy="1192"/>
              <a:chOff x="8082" y="1608"/>
              <a:chExt cx="12119" cy="1192"/>
            </a:xfrm>
          </p:grpSpPr>
          <p:sp>
            <p:nvSpPr>
              <p:cNvPr id="73" name="矩形 72"/>
              <p:cNvSpPr/>
              <p:nvPr/>
            </p:nvSpPr>
            <p:spPr>
              <a:xfrm>
                <a:off x="8082" y="1608"/>
                <a:ext cx="1888" cy="628"/>
              </a:xfrm>
              <a:prstGeom prst="rect">
                <a:avLst/>
              </a:prstGeom>
            </p:spPr>
            <p:txBody>
              <a:bodyPr wrap="none">
                <a:spAutoFit/>
              </a:bodyPr>
              <a:lstStyle/>
              <a:p>
                <a:pPr algn="l"/>
                <a:r>
                  <a:rPr lang="zh-CN" altLang="en-US" sz="2000" b="1" dirty="0">
                    <a:solidFill>
                      <a:srgbClr val="FCC800"/>
                    </a:solidFill>
                    <a:latin typeface="微软雅黑" panose="020B0503020204020204" charset="-122"/>
                    <a:ea typeface="微软雅黑" panose="020B0503020204020204" charset="-122"/>
                  </a:rPr>
                  <a:t>可视可溯</a:t>
                </a:r>
                <a:endParaRPr lang="zh-CN" altLang="en-US" sz="2000" b="1" dirty="0">
                  <a:solidFill>
                    <a:srgbClr val="FCC800"/>
                  </a:solidFill>
                  <a:latin typeface="微软雅黑" panose="020B0503020204020204" charset="-122"/>
                  <a:ea typeface="微软雅黑" panose="020B0503020204020204" charset="-122"/>
                </a:endParaRPr>
              </a:p>
            </p:txBody>
          </p:sp>
          <p:sp>
            <p:nvSpPr>
              <p:cNvPr id="74" name="矩形 73"/>
              <p:cNvSpPr/>
              <p:nvPr/>
            </p:nvSpPr>
            <p:spPr>
              <a:xfrm>
                <a:off x="8093" y="2250"/>
                <a:ext cx="12108" cy="550"/>
              </a:xfrm>
              <a:prstGeom prst="rect">
                <a:avLst/>
              </a:prstGeom>
            </p:spPr>
            <p:txBody>
              <a:bodyPr wrap="square">
                <a:spAutoFit/>
              </a:bodyPr>
              <a:lstStyle/>
              <a:p>
                <a:pPr>
                  <a:lnSpc>
                    <a:spcPct val="120000"/>
                  </a:lnSpc>
                </a:pPr>
                <a:r>
                  <a:rPr lang="zh-CN" altLang="en-US" sz="1400" dirty="0">
                    <a:solidFill>
                      <a:schemeClr val="tx1">
                        <a:lumMod val="75000"/>
                        <a:lumOff val="25000"/>
                      </a:schemeClr>
                    </a:solidFill>
                  </a:rPr>
                  <a:t>可视化天平窗，实时监控读数与水平泡状态，异常即时干预</a:t>
                </a:r>
                <a:endParaRPr lang="zh-CN" altLang="en-US" sz="1400" dirty="0">
                  <a:solidFill>
                    <a:schemeClr val="tx1">
                      <a:lumMod val="75000"/>
                      <a:lumOff val="25000"/>
                    </a:schemeClr>
                  </a:solidFill>
                </a:endParaRPr>
              </a:p>
            </p:txBody>
          </p:sp>
        </p:grpSp>
      </p:grpSp>
      <p:grpSp>
        <p:nvGrpSpPr>
          <p:cNvPr id="7" name="组合 6"/>
          <p:cNvGrpSpPr/>
          <p:nvPr/>
        </p:nvGrpSpPr>
        <p:grpSpPr>
          <a:xfrm>
            <a:off x="3061970" y="4537075"/>
            <a:ext cx="8461375" cy="756920"/>
            <a:chOff x="4822" y="7145"/>
            <a:chExt cx="13325" cy="1192"/>
          </a:xfrm>
        </p:grpSpPr>
        <p:sp>
          <p:nvSpPr>
            <p:cNvPr id="35" name="椭圆 34"/>
            <p:cNvSpPr/>
            <p:nvPr/>
          </p:nvSpPr>
          <p:spPr>
            <a:xfrm>
              <a:off x="4822" y="7385"/>
              <a:ext cx="594" cy="594"/>
            </a:xfrm>
            <a:prstGeom prst="ellipse">
              <a:avLst/>
            </a:prstGeom>
            <a:solidFill>
              <a:schemeClr val="bg1"/>
            </a:solidFill>
            <a:ln>
              <a:solidFill>
                <a:srgbClr val="FCC800"/>
              </a:solidFill>
            </a:ln>
            <a:effectLst>
              <a:outerShdw blurRad="381000" sx="102000" sy="102000" algn="ctr" rotWithShape="0">
                <a:srgbClr val="E692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75" name="组合 74"/>
            <p:cNvGrpSpPr/>
            <p:nvPr/>
          </p:nvGrpSpPr>
          <p:grpSpPr>
            <a:xfrm>
              <a:off x="6029" y="7145"/>
              <a:ext cx="12119" cy="1192"/>
              <a:chOff x="8082" y="1608"/>
              <a:chExt cx="12119" cy="1192"/>
            </a:xfrm>
          </p:grpSpPr>
          <p:sp>
            <p:nvSpPr>
              <p:cNvPr id="76" name="矩形 75"/>
              <p:cNvSpPr/>
              <p:nvPr/>
            </p:nvSpPr>
            <p:spPr>
              <a:xfrm>
                <a:off x="8082" y="1608"/>
                <a:ext cx="2688" cy="628"/>
              </a:xfrm>
              <a:prstGeom prst="rect">
                <a:avLst/>
              </a:prstGeom>
            </p:spPr>
            <p:txBody>
              <a:bodyPr wrap="none">
                <a:spAutoFit/>
              </a:bodyPr>
              <a:lstStyle/>
              <a:p>
                <a:pPr algn="l"/>
                <a:r>
                  <a:rPr lang="zh-CN" altLang="en-US" sz="2000" b="1" dirty="0">
                    <a:solidFill>
                      <a:srgbClr val="FCC800"/>
                    </a:solidFill>
                    <a:latin typeface="微软雅黑" panose="020B0503020204020204" charset="-122"/>
                    <a:ea typeface="微软雅黑" panose="020B0503020204020204" charset="-122"/>
                  </a:rPr>
                  <a:t>原始数据直传</a:t>
                </a:r>
                <a:endParaRPr lang="zh-CN" altLang="en-US" sz="2000" b="1" dirty="0">
                  <a:solidFill>
                    <a:srgbClr val="FCC800"/>
                  </a:solidFill>
                  <a:latin typeface="微软雅黑" panose="020B0503020204020204" charset="-122"/>
                  <a:ea typeface="微软雅黑" panose="020B0503020204020204" charset="-122"/>
                </a:endParaRPr>
              </a:p>
            </p:txBody>
          </p:sp>
          <p:sp>
            <p:nvSpPr>
              <p:cNvPr id="77" name="矩形 76"/>
              <p:cNvSpPr/>
              <p:nvPr/>
            </p:nvSpPr>
            <p:spPr>
              <a:xfrm>
                <a:off x="8093" y="2250"/>
                <a:ext cx="12108" cy="550"/>
              </a:xfrm>
              <a:prstGeom prst="rect">
                <a:avLst/>
              </a:prstGeom>
            </p:spPr>
            <p:txBody>
              <a:bodyPr wrap="square">
                <a:spAutoFit/>
              </a:bodyPr>
              <a:lstStyle/>
              <a:p>
                <a:pPr>
                  <a:lnSpc>
                    <a:spcPct val="120000"/>
                  </a:lnSpc>
                </a:pPr>
                <a:r>
                  <a:rPr lang="zh-CN" altLang="en-US" sz="1400" dirty="0">
                    <a:solidFill>
                      <a:schemeClr val="tx1">
                        <a:lumMod val="75000"/>
                        <a:lumOff val="25000"/>
                      </a:schemeClr>
                    </a:solidFill>
                  </a:rPr>
                  <a:t>软件直接读取天平输出原始数据，不经二次汇总处理，从源头杜绝数据失真</a:t>
                </a:r>
                <a:endParaRPr lang="zh-CN" altLang="en-US" sz="1400" dirty="0">
                  <a:solidFill>
                    <a:schemeClr val="tx1">
                      <a:lumMod val="75000"/>
                      <a:lumOff val="25000"/>
                    </a:schemeClr>
                  </a:solidFill>
                </a:endParaRPr>
              </a:p>
            </p:txBody>
          </p:sp>
        </p:grpSp>
      </p:grpSp>
    </p:spTree>
    <p:custDataLst>
      <p:tags r:id="rId1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434" name="" descr="&lt;Slide style={{ position: 'relative', width: '1280px', height: '720px', overflow: 'hidden', background: '#ffffff', fontFamily: 'Microsoft YaHei, Arial, sans-serif', color: '#333333' }}&gt;&#10;  &lt;Box style={{ position: 'absolute', top: 20, left: 60, right: 60, height: 80, display: 'flex', flexDirection: 'row', alignItems: 'center', borderBottom: '2px solid #1F4E79' }}&gt;&#10;    &lt;Text style={{ fontSize: 34, fontWeight: 'bold', color: '#1F4E79' }}&gt;测量精准&lt;/Text&gt;&#10;    &lt;Text style={{ fontSize: 18, color: '#8899AA', marginLeft: 20, letterSpacing: 2 }}&gt;为什么称量结果值得信任&lt;/Text&gt;&#10;  &lt;/Box&gt;&#10;  &lt;Box style={{ position: 'absolute', top: 120, left: 60, right: 60, bottom: 60, display: 'flex', flexDirection: 'row', gap: 32, alignItems: 'center' }}&gt;&#10;    &lt;Box style={{ width: 540, display: 'flex', justifyContent: 'center' }}&gt;&#10;      &lt;svg width='520' height='440' viewBox='0 0 520 440'&gt;&#10;        &lt;rect x='10' y='30' width='230' height='340' rx='10' fill='#F5F7FA' stroke='#C9D2DC' strokeWidth='2' /&gt;&#10;        &lt;text x='125' y='56' textAnchor='middle' fontSize='16' fontWeight='bold' fill='#8899AA'&gt;传统方案 · 共用腔体&lt;/text&gt;&#10;        &lt;rect x='60' y='250' width='130' height='90' rx='6' fill='#E8743B' /&gt;&#10;        &lt;text x='125' y='290' textAnchor='middle' fontSize='14' fontWeight='bold' fill='#fff'&gt;马弗炉&lt;/text&gt;&#10;        &lt;text x='125' y='312' textAnchor='middle' fontSize='12' fill='#fff'&gt;700–800℃&lt;/text&gt;&#10;        &lt;path d='M80,250 q15,-20 30,0 q15,-20 30,0 q15,-20 30,0' fill='none' stroke='#E8743B' strokeWidth='2' opacity='0.7' /&gt;&#10;        &lt;path d='M100,250 q15,-20 30,0 q15,-20 30,0' fill='none' stroke='#E8743B' strokeWidth='2' opacity='0.7' /&gt;&#10;        &lt;rect x='80' y='110' width='90' height='56' rx='6' fill='#2E74B5' /&gt;&#10;        &lt;text x='125' y='142' textAnchor='middle' fontSize='15' fontWeight='bold' fill='#fff'&gt;天平&lt;/text&gt;&#10;        &lt;text x='200' y='140' fontSize='13' fill='#E8743B' fontWeight='bold'&gt;热影响!&lt;/text&gt;&#10;        &lt;rect x='280' y='30' width='230' height='340' rx='10' fill='#F5F7FA' stroke='#00A0B0' strokeWidth='2' /&gt;&#10;        &lt;text x='395' y='56' textAnchor='middle' fontSize='16' fontWeight='bold' fill='#00A0B0'&gt;Labthink · 双仓隔离&lt;/text&gt;&#10;        &lt;rect x='300' y='220' width='90' height='120' rx='6' fill='#E8743B' /&gt;&#10;        &lt;text x='345' y='278' textAnchor='middle' fontSize='13' fontWeight='bold' fill='#fff'&gt;灼烧仓&lt;/text&gt;&#10;        &lt;text x='345' y='298' textAnchor='middle' fontSize='11' fill='#fff'&gt;高温高湿&lt;/text&gt;&#10;        &lt;rect x='384' y='90' width='10' height='250' fill='#1F4E79' /&gt;&#10;        &lt;rect x='410' y='120' width='80' height='64' rx='6' fill='#2E74B5' /&gt;&#10;        &lt;text x='450' y='150' textAnchor='middle' fontSize='14' fontWeight='bold' fill='#fff'&gt;称量仓&lt;/text&gt;&#10;        &lt;text x='450' y='172' textAnchor='middle' fontSize='11' fill='#F5F7FA'&gt;恒温恒湿&lt;/text&gt;&#10;        &lt;text x='450' y='210' textAnchor='middle' fontSize='12' fill='#1F4E79' fontWeight='bold'&gt;天平理想环境&lt;/text&gt;&#10;      &lt;/svg&gt;&#10;    &lt;/Box&gt;&#10;    &lt;Box style={{ flex: 1, display: 'flex', flexDirection: 'column', gap: 14 }}&gt;&#10;      &lt;Box style={{ background: '#F5F7FA', borderRadius: 8, padding: 15, borderLeft: '4px solid #1F4E79' }}&gt;&#10;        &lt;Text style={{ fontSize: 19, fontWeight: 'bold', color: '#1F4E79', marginBottom: 4 }}&gt;双仓独立设计&lt;/Text&gt;&#10;        &lt;Text style={{ fontSize: 16, color: '#333333', lineHeight: 1.6 }}&gt;蒸发/烘干/灼烧仓与称量仓完全物理分离，高温高湿被隔离在称量区之外，天平始终工作于恒温恒湿理想环境。&lt;/Text&gt;&#10;      &lt;/Box&gt;&#10;      &lt;Box style={{ background: '#F5F7FA', borderRadius: 8, padding: 15, borderLeft: '4px solid #2E74B5' }}&gt;&#10;        &lt;Text style={{ fontSize: 19, fontWeight: 'bold', color: '#1F4E79', marginBottom: 4 }}&gt;德国进口天平&lt;/Text&gt;&#10;        &lt;Text style={{ fontSize: 16, color: '#333333', lineHeight: 1.6 }}&gt;可读性最高 0.01mg（十万分之一），重复性 ±0.05mg；内校式设计，每次称重前自动内校＋去皮。&lt;/Text&gt;&#10;      &lt;/Box&gt;&#10;      &lt;Box style={{ background: '#F5F7FA', borderRadius: 8, padding: 15, borderLeft: '4px solid #00A0B0' }}&gt;&#10;        &lt;Text style={{ fontSize: 19, fontWeight: 'bold', color: '#1F4E79', marginBottom: 4 }}&gt;可视可溯 · 原始直传&lt;/Text&gt;&#10;        &lt;Text style={{ fontSize: 16, color: '#333333', lineHeight: 1.6 }}&gt;可视化天平窗实时监控读数与水平泡；软件直接读取天平原始数据，不经二次汇总，从源头杜绝失真。&lt;/Text&gt;&#10;      &lt;/Box&gt;&#10;      &lt;Box style={{ padding: 14, background: 'linear-gradient(135deg, #1F4E79 0%, #2E74B5 100%)', borderRadius: 8, display: 'flex', flexDirection: 'row', alignItems: 'center', gap: 16 }}&gt;&#10;        &lt;Text style={{ fontSize: 34, fontWeight: 'bold', color: '#00A0B0' }}&gt;0.01mg&lt;/Text&gt;&#10;        &lt;Text style={{ fontSize: 15, color: '#fff' }}&gt;／ 重复性 ±0.05mg，便捷计量，天平仓门可完全打开快速校验。&lt;/Text&gt;&#10;      &lt;/Box&gt;&#10;    &lt;/Box&gt;&#10;  &lt;/Box&gt;&#10;  &lt;Box style={{ position: 'absolute', bottom: 20, left: 60, right: 60, height: 20, display: 'flex', flexDirection: 'row', justifyContent: 'space-between', alignItems: 'center' }}&gt;&#10;    &lt;Text style={{ fontSize: 13, color: '#8899AA' }}&gt;兰光集成式检测系统解决方案&lt;/Text&gt;&#10;    &lt;Text style={{ fontSize: 13, color: '#8899AA' }}&gt;24 / 37&lt;/Text&gt;&#10;  &lt;/Box&gt;&#10;&lt;/Slide&gt;&#10;"/>
        <p:cNvGrpSpPr/>
        <p:nvPr/>
      </p:nvGrpSpPr>
      <p:grpSpPr>
        <a:xfrm>
          <a:off x="0" y="0"/>
          <a:ext cx="0" cy="0"/>
          <a:chOff x="0" y="0"/>
          <a:chExt cx="0" cy="0"/>
        </a:xfrm>
      </p:grpSpPr>
      <p:sp>
        <p:nvSpPr>
          <p:cNvPr id="2" name="标题 1"/>
          <p:cNvSpPr>
            <a:spLocks noGrp="1"/>
          </p:cNvSpPr>
          <p:nvPr>
            <p:ph type="title"/>
          </p:nvPr>
        </p:nvSpPr>
        <p:spPr/>
        <p:txBody>
          <a:bodyPr/>
          <a:p>
            <a:pPr algn="l"/>
            <a:r>
              <a:rPr lang="zh-CN" altLang="en-US"/>
              <a:t>全系列产品的四大共性特点——精准 · 高效 · 合规 · 安全</a:t>
            </a:r>
            <a:br>
              <a:rPr lang="zh-CN" altLang="en-US"/>
            </a:br>
            <a:endParaRPr lang="zh-CN" altLang="en-US"/>
          </a:p>
        </p:txBody>
      </p:sp>
      <p:sp>
        <p:nvSpPr>
          <p:cNvPr id="11" name="矩形 10"/>
          <p:cNvSpPr/>
          <p:nvPr/>
        </p:nvSpPr>
        <p:spPr>
          <a:xfrm>
            <a:off x="438785" y="981075"/>
            <a:ext cx="1934845" cy="5526405"/>
          </a:xfrm>
          <a:prstGeom prst="rect">
            <a:avLst/>
          </a:prstGeom>
          <a:gradFill>
            <a:gsLst>
              <a:gs pos="0">
                <a:srgbClr val="FF9E3F"/>
              </a:gs>
              <a:gs pos="100000">
                <a:srgbClr val="FFC20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2" name="矩形 11"/>
          <p:cNvSpPr/>
          <p:nvPr/>
        </p:nvSpPr>
        <p:spPr>
          <a:xfrm>
            <a:off x="438150" y="1276668"/>
            <a:ext cx="1935480" cy="756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    </a:t>
            </a: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测量精准</a:t>
            </a:r>
            <a:endParaRPr lang="en-US" altLang="zh-CN" sz="2200" noProof="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13" name="矩形 12"/>
          <p:cNvSpPr/>
          <p:nvPr/>
        </p:nvSpPr>
        <p:spPr>
          <a:xfrm>
            <a:off x="438150" y="2675573"/>
            <a:ext cx="1935480" cy="756285"/>
          </a:xfrm>
          <a:prstGeom prst="rect">
            <a:avLst/>
          </a:prstGeom>
          <a:solidFill>
            <a:srgbClr val="F3EBC9"/>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en-US" altLang="zh-CN" sz="2200" b="1" noProof="0">
                <a:ln>
                  <a:noFill/>
                </a:ln>
                <a:solidFill>
                  <a:srgbClr val="FCC800"/>
                </a:solidFill>
                <a:effectLst/>
                <a:uLnTx/>
                <a:uFillTx/>
                <a:latin typeface="微软雅黑" panose="020B0503020204020204" charset="-122"/>
                <a:ea typeface="微软雅黑" panose="020B0503020204020204" charset="-122"/>
                <a:sym typeface="+mn-ea"/>
              </a:rPr>
              <a:t>    </a:t>
            </a:r>
            <a:r>
              <a:rPr lang="en-US" altLang="zh-CN" sz="2200" b="1" noProof="0">
                <a:ln>
                  <a:noFill/>
                </a:ln>
                <a:solidFill>
                  <a:srgbClr val="FCC800"/>
                </a:solidFill>
                <a:effectLst/>
                <a:uLnTx/>
                <a:uFillTx/>
                <a:latin typeface="微软雅黑" panose="020B0503020204020204" charset="-122"/>
                <a:ea typeface="微软雅黑" panose="020B0503020204020204" charset="-122"/>
                <a:sym typeface="+mn-ea"/>
              </a:rPr>
              <a:t>流程高效</a:t>
            </a:r>
            <a:endParaRPr lang="en-US" altLang="zh-CN" sz="2200" b="1" noProof="0">
              <a:ln>
                <a:noFill/>
              </a:ln>
              <a:solidFill>
                <a:srgbClr val="FCC800"/>
              </a:solidFill>
              <a:effectLst/>
              <a:uLnTx/>
              <a:uFillTx/>
              <a:latin typeface="微软雅黑" panose="020B0503020204020204" charset="-122"/>
              <a:ea typeface="微软雅黑" panose="020B0503020204020204" charset="-122"/>
              <a:sym typeface="+mn-ea"/>
            </a:endParaRPr>
          </a:p>
        </p:txBody>
      </p:sp>
      <p:sp>
        <p:nvSpPr>
          <p:cNvPr id="14" name="矩形 13"/>
          <p:cNvSpPr/>
          <p:nvPr/>
        </p:nvSpPr>
        <p:spPr>
          <a:xfrm>
            <a:off x="438150" y="4074478"/>
            <a:ext cx="1935480" cy="756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    </a:t>
            </a: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数据合规</a:t>
            </a:r>
            <a:endParaRPr lang="en-US" altLang="zh-CN" sz="2200" noProof="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15" name="矩形 14"/>
          <p:cNvSpPr/>
          <p:nvPr/>
        </p:nvSpPr>
        <p:spPr>
          <a:xfrm>
            <a:off x="438150" y="5472748"/>
            <a:ext cx="1935480" cy="756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    </a:t>
            </a:r>
            <a:r>
              <a:rPr lang="zh-CN" altLang="en-US" sz="2200" noProof="0">
                <a:ln>
                  <a:noFill/>
                </a:ln>
                <a:solidFill>
                  <a:schemeClr val="bg1"/>
                </a:solidFill>
                <a:effectLst/>
                <a:uLnTx/>
                <a:uFillTx/>
                <a:latin typeface="微软雅黑" panose="020B0503020204020204" charset="-122"/>
                <a:ea typeface="微软雅黑" panose="020B0503020204020204" charset="-122"/>
                <a:sym typeface="+mn-ea"/>
              </a:rPr>
              <a:t>安全防护</a:t>
            </a:r>
            <a:endParaRPr lang="zh-CN" altLang="en-US" sz="2200" noProof="0">
              <a:ln>
                <a:noFill/>
              </a:ln>
              <a:solidFill>
                <a:schemeClr val="bg1"/>
              </a:solidFill>
              <a:effectLst/>
              <a:uLnTx/>
              <a:uFillTx/>
              <a:latin typeface="微软雅黑" panose="020B0503020204020204" charset="-122"/>
              <a:ea typeface="微软雅黑" panose="020B0503020204020204" charset="-122"/>
              <a:sym typeface="+mn-ea"/>
            </a:endParaRPr>
          </a:p>
        </p:txBody>
      </p:sp>
      <p:pic>
        <p:nvPicPr>
          <p:cNvPr id="3" name="图片 2" descr="流程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3010" y="2861945"/>
            <a:ext cx="324000" cy="324000"/>
          </a:xfrm>
          <a:prstGeom prst="rect">
            <a:avLst/>
          </a:prstGeom>
        </p:spPr>
      </p:pic>
      <p:pic>
        <p:nvPicPr>
          <p:cNvPr id="10" name="图片 9" descr="数据_数据库节点_database-poin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9010" y="4224555"/>
            <a:ext cx="432000" cy="432000"/>
          </a:xfrm>
          <a:prstGeom prst="rect">
            <a:avLst/>
          </a:prstGeom>
        </p:spPr>
      </p:pic>
      <p:pic>
        <p:nvPicPr>
          <p:cNvPr id="112" name="图片 111" descr="安全"/>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516895" y="5640825"/>
            <a:ext cx="396231" cy="396000"/>
          </a:xfrm>
          <a:prstGeom prst="rect">
            <a:avLst/>
          </a:prstGeom>
        </p:spPr>
      </p:pic>
      <p:pic>
        <p:nvPicPr>
          <p:cNvPr id="58" name="图片 57" descr="天平,公平,天平秤"/>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535010" y="1474810"/>
            <a:ext cx="360000" cy="360000"/>
          </a:xfrm>
          <a:prstGeom prst="rect">
            <a:avLst/>
          </a:prstGeom>
        </p:spPr>
      </p:pic>
      <p:sp>
        <p:nvSpPr>
          <p:cNvPr id="40" name="椭圆 39"/>
          <p:cNvSpPr/>
          <p:nvPr/>
        </p:nvSpPr>
        <p:spPr>
          <a:xfrm>
            <a:off x="3116661" y="-1686100"/>
            <a:ext cx="10862660" cy="10862660"/>
          </a:xfrm>
          <a:prstGeom prst="ellipse">
            <a:avLst/>
          </a:prstGeom>
          <a:gradFill flip="none" rotWithShape="1">
            <a:gsLst>
              <a:gs pos="0">
                <a:srgbClr val="FCC800">
                  <a:alpha val="5000"/>
                </a:srgbClr>
              </a:gs>
              <a:gs pos="75000">
                <a:srgbClr val="FCC800">
                  <a:alpha val="0"/>
                </a:srgbClr>
              </a:gs>
              <a:gs pos="25000">
                <a:srgbClr val="FCC800">
                  <a:alpha val="0"/>
                </a:srgbClr>
              </a:gs>
              <a:gs pos="100000">
                <a:srgbClr val="FCC800">
                  <a:alpha val="5000"/>
                </a:srgbClr>
              </a:gs>
            </a:gsLst>
            <a:lin ang="0" scaled="1"/>
            <a:tileRect/>
          </a:gradFill>
          <a:ln w="6350" cap="rnd">
            <a:gradFill>
              <a:gsLst>
                <a:gs pos="7000">
                  <a:srgbClr val="FCC800">
                    <a:alpha val="0"/>
                  </a:srgbClr>
                </a:gs>
                <a:gs pos="97000">
                  <a:schemeClr val="accent1">
                    <a:alpha val="0"/>
                  </a:schemeClr>
                </a:gs>
                <a:gs pos="48700">
                  <a:srgbClr val="FCC800"/>
                </a:gs>
              </a:gsLst>
              <a:lin ang="5400000" scaled="1"/>
            </a:gra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panose="020B0503020204020204" charset="-122"/>
              <a:cs typeface="+mn-cs"/>
            </a:endParaRPr>
          </a:p>
        </p:txBody>
      </p:sp>
      <p:grpSp>
        <p:nvGrpSpPr>
          <p:cNvPr id="44" name="组合 43"/>
          <p:cNvGrpSpPr/>
          <p:nvPr/>
        </p:nvGrpSpPr>
        <p:grpSpPr>
          <a:xfrm>
            <a:off x="4045751" y="1067610"/>
            <a:ext cx="7695399" cy="756790"/>
            <a:chOff x="8082" y="1608"/>
            <a:chExt cx="12119" cy="1192"/>
          </a:xfrm>
        </p:grpSpPr>
        <p:sp>
          <p:nvSpPr>
            <p:cNvPr id="46" name="矩形 45"/>
            <p:cNvSpPr/>
            <p:nvPr/>
          </p:nvSpPr>
          <p:spPr>
            <a:xfrm>
              <a:off x="8082" y="1608"/>
              <a:ext cx="2688" cy="628"/>
            </a:xfrm>
            <a:prstGeom prst="rect">
              <a:avLst/>
            </a:prstGeom>
          </p:spPr>
          <p:txBody>
            <a:bodyPr wrap="none">
              <a:spAutoFit/>
            </a:bodyPr>
            <a:lstStyle/>
            <a:p>
              <a:pPr algn="l"/>
              <a:r>
                <a:rPr lang="zh-CN" altLang="en-US" sz="2000" b="1" dirty="0">
                  <a:solidFill>
                    <a:srgbClr val="FCC800"/>
                  </a:solidFill>
                  <a:latin typeface="微软雅黑" panose="020B0503020204020204" charset="-122"/>
                  <a:ea typeface="微软雅黑" panose="020B0503020204020204" charset="-122"/>
                </a:rPr>
                <a:t>全流程自动化</a:t>
              </a:r>
              <a:endParaRPr lang="zh-CN" altLang="en-US" sz="2000" b="1" dirty="0">
                <a:solidFill>
                  <a:srgbClr val="FCC800"/>
                </a:solidFill>
                <a:latin typeface="微软雅黑" panose="020B0503020204020204" charset="-122"/>
                <a:ea typeface="微软雅黑" panose="020B0503020204020204" charset="-122"/>
              </a:endParaRPr>
            </a:p>
          </p:txBody>
        </p:sp>
        <p:sp>
          <p:nvSpPr>
            <p:cNvPr id="47" name="矩形 46"/>
            <p:cNvSpPr/>
            <p:nvPr/>
          </p:nvSpPr>
          <p:spPr>
            <a:xfrm>
              <a:off x="8093" y="2250"/>
              <a:ext cx="12108" cy="550"/>
            </a:xfrm>
            <a:prstGeom prst="rect">
              <a:avLst/>
            </a:prstGeom>
          </p:spPr>
          <p:txBody>
            <a:bodyPr wrap="square">
              <a:spAutoFit/>
            </a:bodyPr>
            <a:lstStyle/>
            <a:p>
              <a:pPr>
                <a:lnSpc>
                  <a:spcPct val="120000"/>
                </a:lnSpc>
              </a:pPr>
              <a:r>
                <a:rPr lang="zh-CN" altLang="en-US" sz="1400" dirty="0">
                  <a:solidFill>
                    <a:schemeClr val="tx1">
                      <a:lumMod val="75000"/>
                      <a:lumOff val="25000"/>
                    </a:schemeClr>
                  </a:solidFill>
                </a:rPr>
                <a:t>从空杯恒重、加样、干燥/灼烧/蒸发到称重与报告生成全程无人值守，一人可管理多台设备</a:t>
              </a:r>
              <a:endParaRPr lang="zh-CN" altLang="en-US" sz="1400" dirty="0">
                <a:solidFill>
                  <a:schemeClr val="tx1">
                    <a:lumMod val="75000"/>
                    <a:lumOff val="25000"/>
                  </a:schemeClr>
                </a:solidFill>
              </a:endParaRPr>
            </a:p>
          </p:txBody>
        </p:sp>
      </p:grpSp>
      <p:sp>
        <p:nvSpPr>
          <p:cNvPr id="48" name="椭圆 47"/>
          <p:cNvSpPr/>
          <p:nvPr/>
        </p:nvSpPr>
        <p:spPr>
          <a:xfrm>
            <a:off x="3395345" y="1321840"/>
            <a:ext cx="377190" cy="377190"/>
          </a:xfrm>
          <a:prstGeom prst="ellipse">
            <a:avLst/>
          </a:prstGeom>
          <a:solidFill>
            <a:schemeClr val="bg1"/>
          </a:solidFill>
          <a:ln>
            <a:solidFill>
              <a:srgbClr val="FCC800"/>
            </a:solidFill>
          </a:ln>
          <a:effectLst>
            <a:outerShdw blurRad="381000" sx="102000" sy="102000" algn="ctr" rotWithShape="0">
              <a:srgbClr val="E692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9" name="椭圆 48"/>
          <p:cNvSpPr/>
          <p:nvPr/>
        </p:nvSpPr>
        <p:spPr>
          <a:xfrm>
            <a:off x="3061970" y="2444520"/>
            <a:ext cx="377190" cy="376555"/>
          </a:xfrm>
          <a:prstGeom prst="ellipse">
            <a:avLst/>
          </a:prstGeom>
          <a:solidFill>
            <a:schemeClr val="bg1"/>
          </a:solidFill>
          <a:ln>
            <a:solidFill>
              <a:srgbClr val="FCC800"/>
            </a:solidFill>
          </a:ln>
          <a:effectLst>
            <a:outerShdw blurRad="381000" sx="102000" sy="102000" algn="ctr" rotWithShape="0">
              <a:srgbClr val="E692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0" name="椭圆 49"/>
          <p:cNvSpPr/>
          <p:nvPr/>
        </p:nvSpPr>
        <p:spPr>
          <a:xfrm>
            <a:off x="2905125" y="3566565"/>
            <a:ext cx="377190" cy="377190"/>
          </a:xfrm>
          <a:prstGeom prst="ellipse">
            <a:avLst/>
          </a:prstGeom>
          <a:solidFill>
            <a:schemeClr val="bg1"/>
          </a:solidFill>
          <a:ln>
            <a:solidFill>
              <a:srgbClr val="FCC800"/>
            </a:solidFill>
          </a:ln>
          <a:effectLst>
            <a:outerShdw blurRad="381000" sx="102000" sy="102000" algn="ctr" rotWithShape="0">
              <a:srgbClr val="E692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1" name="椭圆 50"/>
          <p:cNvSpPr/>
          <p:nvPr/>
        </p:nvSpPr>
        <p:spPr>
          <a:xfrm>
            <a:off x="3061970" y="4689245"/>
            <a:ext cx="377190" cy="377190"/>
          </a:xfrm>
          <a:prstGeom prst="ellipse">
            <a:avLst/>
          </a:prstGeom>
          <a:solidFill>
            <a:schemeClr val="bg1"/>
          </a:solidFill>
          <a:ln>
            <a:solidFill>
              <a:srgbClr val="FCC800"/>
            </a:solidFill>
          </a:ln>
          <a:effectLst>
            <a:outerShdw blurRad="381000" sx="102000" sy="102000" algn="ctr" rotWithShape="0">
              <a:srgbClr val="E692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2" name="椭圆 51"/>
          <p:cNvSpPr/>
          <p:nvPr/>
        </p:nvSpPr>
        <p:spPr>
          <a:xfrm>
            <a:off x="3395345" y="5811925"/>
            <a:ext cx="377190" cy="377190"/>
          </a:xfrm>
          <a:prstGeom prst="ellipse">
            <a:avLst/>
          </a:prstGeom>
          <a:solidFill>
            <a:schemeClr val="bg1"/>
          </a:solidFill>
          <a:ln>
            <a:solidFill>
              <a:srgbClr val="FCC800"/>
            </a:solidFill>
          </a:ln>
          <a:effectLst>
            <a:outerShdw blurRad="381000" sx="102000" sy="102000" algn="ctr" rotWithShape="0">
              <a:srgbClr val="E692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53" name="组合 52"/>
          <p:cNvGrpSpPr/>
          <p:nvPr/>
        </p:nvGrpSpPr>
        <p:grpSpPr>
          <a:xfrm>
            <a:off x="4052736" y="5629450"/>
            <a:ext cx="7695399" cy="756790"/>
            <a:chOff x="8082" y="1608"/>
            <a:chExt cx="12119" cy="1192"/>
          </a:xfrm>
        </p:grpSpPr>
        <p:sp>
          <p:nvSpPr>
            <p:cNvPr id="54" name="矩形 53"/>
            <p:cNvSpPr/>
            <p:nvPr/>
          </p:nvSpPr>
          <p:spPr>
            <a:xfrm>
              <a:off x="8082" y="1608"/>
              <a:ext cx="2688" cy="628"/>
            </a:xfrm>
            <a:prstGeom prst="rect">
              <a:avLst/>
            </a:prstGeom>
          </p:spPr>
          <p:txBody>
            <a:bodyPr wrap="none">
              <a:spAutoFit/>
            </a:bodyPr>
            <a:lstStyle/>
            <a:p>
              <a:pPr algn="l"/>
              <a:r>
                <a:rPr lang="zh-CN" altLang="en-US" sz="2000" b="1" dirty="0">
                  <a:solidFill>
                    <a:srgbClr val="FCC800"/>
                  </a:solidFill>
                  <a:latin typeface="微软雅黑" panose="020B0503020204020204" charset="-122"/>
                  <a:ea typeface="微软雅黑" panose="020B0503020204020204" charset="-122"/>
                </a:rPr>
                <a:t>降低综合成本</a:t>
              </a:r>
              <a:endParaRPr lang="zh-CN" altLang="en-US" sz="2000" b="1" dirty="0">
                <a:solidFill>
                  <a:srgbClr val="FCC800"/>
                </a:solidFill>
                <a:latin typeface="微软雅黑" panose="020B0503020204020204" charset="-122"/>
                <a:ea typeface="微软雅黑" panose="020B0503020204020204" charset="-122"/>
              </a:endParaRPr>
            </a:p>
          </p:txBody>
        </p:sp>
        <p:sp>
          <p:nvSpPr>
            <p:cNvPr id="55" name="矩形 54"/>
            <p:cNvSpPr/>
            <p:nvPr/>
          </p:nvSpPr>
          <p:spPr>
            <a:xfrm>
              <a:off x="8093" y="2250"/>
              <a:ext cx="12108" cy="550"/>
            </a:xfrm>
            <a:prstGeom prst="rect">
              <a:avLst/>
            </a:prstGeom>
          </p:spPr>
          <p:txBody>
            <a:bodyPr wrap="square">
              <a:spAutoFit/>
            </a:bodyPr>
            <a:lstStyle/>
            <a:p>
              <a:pPr>
                <a:lnSpc>
                  <a:spcPct val="120000"/>
                </a:lnSpc>
              </a:pPr>
              <a:r>
                <a:rPr lang="zh-CN" altLang="en-US" sz="1400" dirty="0">
                  <a:solidFill>
                    <a:schemeClr val="tx1">
                      <a:lumMod val="75000"/>
                      <a:lumOff val="25000"/>
                    </a:schemeClr>
                  </a:solidFill>
                </a:rPr>
                <a:t>减少人力投入与培训费用，标准化自动操作消除人为误差，降低复测与返工成本</a:t>
              </a:r>
              <a:endParaRPr lang="zh-CN" altLang="en-US" sz="1400" dirty="0">
                <a:solidFill>
                  <a:schemeClr val="tx1">
                    <a:lumMod val="75000"/>
                    <a:lumOff val="25000"/>
                  </a:schemeClr>
                </a:solidFill>
              </a:endParaRPr>
            </a:p>
          </p:txBody>
        </p:sp>
      </p:grpSp>
      <p:grpSp>
        <p:nvGrpSpPr>
          <p:cNvPr id="56" name="组合 55"/>
          <p:cNvGrpSpPr/>
          <p:nvPr/>
        </p:nvGrpSpPr>
        <p:grpSpPr>
          <a:xfrm>
            <a:off x="3828581" y="2281095"/>
            <a:ext cx="7695399" cy="1015190"/>
            <a:chOff x="8082" y="1608"/>
            <a:chExt cx="12119" cy="1599"/>
          </a:xfrm>
        </p:grpSpPr>
        <p:sp>
          <p:nvSpPr>
            <p:cNvPr id="57" name="矩形 56"/>
            <p:cNvSpPr/>
            <p:nvPr/>
          </p:nvSpPr>
          <p:spPr>
            <a:xfrm>
              <a:off x="8082" y="1608"/>
              <a:ext cx="2688" cy="628"/>
            </a:xfrm>
            <a:prstGeom prst="rect">
              <a:avLst/>
            </a:prstGeom>
          </p:spPr>
          <p:txBody>
            <a:bodyPr wrap="none">
              <a:spAutoFit/>
            </a:bodyPr>
            <a:lstStyle/>
            <a:p>
              <a:pPr algn="l"/>
              <a:r>
                <a:rPr lang="zh-CN" altLang="en-US" sz="2000" b="1" dirty="0">
                  <a:solidFill>
                    <a:srgbClr val="FCC800"/>
                  </a:solidFill>
                  <a:latin typeface="微软雅黑" panose="020B0503020204020204" charset="-122"/>
                  <a:ea typeface="微软雅黑" panose="020B0503020204020204" charset="-122"/>
                </a:rPr>
                <a:t>批量连续处理</a:t>
              </a:r>
              <a:endParaRPr lang="zh-CN" altLang="en-US" sz="2000" b="1" dirty="0">
                <a:solidFill>
                  <a:srgbClr val="FCC800"/>
                </a:solidFill>
                <a:latin typeface="微软雅黑" panose="020B0503020204020204" charset="-122"/>
                <a:ea typeface="微软雅黑" panose="020B0503020204020204" charset="-122"/>
              </a:endParaRPr>
            </a:p>
          </p:txBody>
        </p:sp>
        <p:sp>
          <p:nvSpPr>
            <p:cNvPr id="59" name="矩形 58"/>
            <p:cNvSpPr/>
            <p:nvPr/>
          </p:nvSpPr>
          <p:spPr>
            <a:xfrm>
              <a:off x="8093" y="2250"/>
              <a:ext cx="12108" cy="957"/>
            </a:xfrm>
            <a:prstGeom prst="rect">
              <a:avLst/>
            </a:prstGeom>
          </p:spPr>
          <p:txBody>
            <a:bodyPr wrap="square">
              <a:spAutoFit/>
            </a:bodyPr>
            <a:lstStyle/>
            <a:p>
              <a:pPr>
                <a:lnSpc>
                  <a:spcPct val="120000"/>
                </a:lnSpc>
              </a:pPr>
              <a:r>
                <a:rPr lang="zh-CN" altLang="en-US" sz="1400" dirty="0">
                  <a:solidFill>
                    <a:schemeClr val="tx1">
                      <a:lumMod val="75000"/>
                      <a:lumOff val="25000"/>
                    </a:schemeClr>
                  </a:solidFill>
                </a:rPr>
                <a:t>单次最</a:t>
              </a: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多36工位（</a:t>
              </a:r>
              <a:r>
                <a:rPr lang="en-US" altLang="zh-CN"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C870H/C860H</a:t>
              </a: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为36工位、</a:t>
              </a:r>
              <a:r>
                <a:rPr lang="en-US" altLang="zh-CN"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C840H</a:t>
              </a: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为25工位），</a:t>
              </a:r>
              <a:r>
                <a:rPr lang="en-US" altLang="zh-CN"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overnight</a:t>
              </a: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无人值守运行，第</a:t>
              </a:r>
              <a:r>
                <a:rPr lang="zh-CN" altLang="en-US" sz="1400" dirty="0">
                  <a:solidFill>
                    <a:schemeClr val="tx1">
                      <a:lumMod val="75000"/>
                      <a:lumOff val="25000"/>
                    </a:schemeClr>
                  </a:solidFill>
                </a:rPr>
                <a:t>二天上班直接取报告</a:t>
              </a:r>
              <a:endParaRPr lang="zh-CN" altLang="en-US" sz="1400" dirty="0">
                <a:solidFill>
                  <a:schemeClr val="tx1">
                    <a:lumMod val="75000"/>
                    <a:lumOff val="25000"/>
                  </a:schemeClr>
                </a:solidFill>
              </a:endParaRPr>
            </a:p>
          </p:txBody>
        </p:sp>
      </p:grpSp>
      <p:grpSp>
        <p:nvGrpSpPr>
          <p:cNvPr id="60" name="组合 59"/>
          <p:cNvGrpSpPr/>
          <p:nvPr/>
        </p:nvGrpSpPr>
        <p:grpSpPr>
          <a:xfrm>
            <a:off x="3592361" y="3445050"/>
            <a:ext cx="7695399" cy="756790"/>
            <a:chOff x="8082" y="1608"/>
            <a:chExt cx="12119" cy="1192"/>
          </a:xfrm>
        </p:grpSpPr>
        <p:sp>
          <p:nvSpPr>
            <p:cNvPr id="61" name="矩形 60"/>
            <p:cNvSpPr/>
            <p:nvPr/>
          </p:nvSpPr>
          <p:spPr>
            <a:xfrm>
              <a:off x="8082" y="1608"/>
              <a:ext cx="1888" cy="628"/>
            </a:xfrm>
            <a:prstGeom prst="rect">
              <a:avLst/>
            </a:prstGeom>
          </p:spPr>
          <p:txBody>
            <a:bodyPr wrap="none">
              <a:spAutoFit/>
            </a:bodyPr>
            <a:lstStyle/>
            <a:p>
              <a:pPr algn="l"/>
              <a:r>
                <a:rPr lang="zh-CN" altLang="en-US" sz="2000" b="1" dirty="0">
                  <a:solidFill>
                    <a:srgbClr val="FCC800"/>
                  </a:solidFill>
                  <a:latin typeface="微软雅黑" panose="020B0503020204020204" charset="-122"/>
                  <a:ea typeface="微软雅黑" panose="020B0503020204020204" charset="-122"/>
                </a:rPr>
                <a:t>显著提速</a:t>
              </a:r>
              <a:endParaRPr lang="zh-CN" altLang="en-US" sz="2000" b="1" dirty="0">
                <a:solidFill>
                  <a:srgbClr val="FCC800"/>
                </a:solidFill>
                <a:latin typeface="微软雅黑" panose="020B0503020204020204" charset="-122"/>
                <a:ea typeface="微软雅黑" panose="020B0503020204020204" charset="-122"/>
              </a:endParaRPr>
            </a:p>
          </p:txBody>
        </p:sp>
        <p:sp>
          <p:nvSpPr>
            <p:cNvPr id="62" name="矩形 61"/>
            <p:cNvSpPr/>
            <p:nvPr/>
          </p:nvSpPr>
          <p:spPr>
            <a:xfrm>
              <a:off x="8093" y="2250"/>
              <a:ext cx="12108" cy="550"/>
            </a:xfrm>
            <a:prstGeom prst="rect">
              <a:avLst/>
            </a:prstGeom>
          </p:spPr>
          <p:txBody>
            <a:bodyPr wrap="square">
              <a:spAutoFit/>
            </a:bodyPr>
            <a:lstStyle/>
            <a:p>
              <a:pPr>
                <a:lnSpc>
                  <a:spcPct val="120000"/>
                </a:lnSpc>
              </a:pPr>
              <a:r>
                <a:rPr lang="zh-CN" altLang="en-US" sz="1400" dirty="0">
                  <a:solidFill>
                    <a:schemeClr val="tx1">
                      <a:lumMod val="75000"/>
                      <a:lumOff val="25000"/>
                    </a:schemeClr>
                  </a:solidFill>
                </a:rPr>
                <a:t>实际操作中，单样品耗时由2小时缩短至30分</a:t>
              </a: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钟，检测效率提升400%，人力投入减少50%</a:t>
              </a:r>
              <a:endPar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endParaRPr>
            </a:p>
          </p:txBody>
        </p:sp>
      </p:grpSp>
      <p:grpSp>
        <p:nvGrpSpPr>
          <p:cNvPr id="63" name="组合 62"/>
          <p:cNvGrpSpPr/>
          <p:nvPr/>
        </p:nvGrpSpPr>
        <p:grpSpPr>
          <a:xfrm>
            <a:off x="3828581" y="4537250"/>
            <a:ext cx="7695399" cy="756790"/>
            <a:chOff x="8082" y="1608"/>
            <a:chExt cx="12119" cy="1192"/>
          </a:xfrm>
        </p:grpSpPr>
        <p:sp>
          <p:nvSpPr>
            <p:cNvPr id="64" name="矩形 63"/>
            <p:cNvSpPr/>
            <p:nvPr/>
          </p:nvSpPr>
          <p:spPr>
            <a:xfrm>
              <a:off x="8082" y="1608"/>
              <a:ext cx="2688" cy="628"/>
            </a:xfrm>
            <a:prstGeom prst="rect">
              <a:avLst/>
            </a:prstGeom>
          </p:spPr>
          <p:txBody>
            <a:bodyPr wrap="none">
              <a:spAutoFit/>
            </a:bodyPr>
            <a:lstStyle/>
            <a:p>
              <a:pPr algn="l"/>
              <a:r>
                <a:rPr lang="zh-CN" altLang="en-US" sz="2000" b="1" dirty="0">
                  <a:solidFill>
                    <a:srgbClr val="FCC800"/>
                  </a:solidFill>
                  <a:latin typeface="微软雅黑" panose="020B0503020204020204" charset="-122"/>
                  <a:ea typeface="微软雅黑" panose="020B0503020204020204" charset="-122"/>
                </a:rPr>
                <a:t>缩短放行周期</a:t>
              </a:r>
              <a:endParaRPr lang="zh-CN" altLang="en-US" sz="2000" b="1" dirty="0">
                <a:solidFill>
                  <a:srgbClr val="FCC800"/>
                </a:solidFill>
                <a:latin typeface="微软雅黑" panose="020B0503020204020204" charset="-122"/>
                <a:ea typeface="微软雅黑" panose="020B0503020204020204" charset="-122"/>
              </a:endParaRPr>
            </a:p>
          </p:txBody>
        </p:sp>
        <p:sp>
          <p:nvSpPr>
            <p:cNvPr id="65" name="矩形 64"/>
            <p:cNvSpPr/>
            <p:nvPr/>
          </p:nvSpPr>
          <p:spPr>
            <a:xfrm>
              <a:off x="8093" y="2250"/>
              <a:ext cx="12108" cy="550"/>
            </a:xfrm>
            <a:prstGeom prst="rect">
              <a:avLst/>
            </a:prstGeom>
          </p:spPr>
          <p:txBody>
            <a:bodyPr wrap="square">
              <a:spAutoFit/>
            </a:bodyPr>
            <a:lstStyle/>
            <a:p>
              <a:pPr>
                <a:lnSpc>
                  <a:spcPct val="120000"/>
                </a:lnSpc>
              </a:pPr>
              <a:r>
                <a:rPr lang="zh-CN" altLang="en-US" sz="1400" dirty="0">
                  <a:solidFill>
                    <a:schemeClr val="tx1">
                      <a:lumMod val="75000"/>
                      <a:lumOff val="25000"/>
                    </a:schemeClr>
                  </a:solidFill>
                </a:rPr>
                <a:t>批量自动化直接压缩批检时间，适配一致性评价与集采背景下的大批量、快检需求</a:t>
              </a:r>
              <a:endParaRPr lang="zh-CN" altLang="en-US" sz="1400" dirty="0">
                <a:solidFill>
                  <a:schemeClr val="tx1">
                    <a:lumMod val="75000"/>
                    <a:lumOff val="25000"/>
                  </a:schemeClr>
                </a:solidFill>
              </a:endParaRPr>
            </a:p>
          </p:txBody>
        </p:sp>
      </p:grpSp>
    </p:spTree>
    <p:custDataLst>
      <p:tags r:id="rId1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434" name="" descr="&lt;Slide style={{ position: 'relative', width: '1280px', height: '720px', overflow: 'hidden', background: '#ffffff', fontFamily: 'Microsoft YaHei, Arial, sans-serif', color: '#333333' }}&gt;&#10;  &lt;Box style={{ position: 'absolute', top: 20, left: 60, right: 60, height: 80, display: 'flex', flexDirection: 'row', alignItems: 'center', borderBottom: '2px solid #1F4E79' }}&gt;&#10;    &lt;Text style={{ fontSize: 34, fontWeight: 'bold', color: '#1F4E79' }}&gt;测量精准&lt;/Text&gt;&#10;    &lt;Text style={{ fontSize: 18, color: '#8899AA', marginLeft: 20, letterSpacing: 2 }}&gt;为什么称量结果值得信任&lt;/Text&gt;&#10;  &lt;/Box&gt;&#10;  &lt;Box style={{ position: 'absolute', top: 120, left: 60, right: 60, bottom: 60, display: 'flex', flexDirection: 'row', gap: 32, alignItems: 'center' }}&gt;&#10;    &lt;Box style={{ width: 540, display: 'flex', justifyContent: 'center' }}&gt;&#10;      &lt;svg width='520' height='440' viewBox='0 0 520 440'&gt;&#10;        &lt;rect x='10' y='30' width='230' height='340' rx='10' fill='#F5F7FA' stroke='#C9D2DC' strokeWidth='2' /&gt;&#10;        &lt;text x='125' y='56' textAnchor='middle' fontSize='16' fontWeight='bold' fill='#8899AA'&gt;传统方案 · 共用腔体&lt;/text&gt;&#10;        &lt;rect x='60' y='250' width='130' height='90' rx='6' fill='#E8743B' /&gt;&#10;        &lt;text x='125' y='290' textAnchor='middle' fontSize='14' fontWeight='bold' fill='#fff'&gt;马弗炉&lt;/text&gt;&#10;        &lt;text x='125' y='312' textAnchor='middle' fontSize='12' fill='#fff'&gt;700–800℃&lt;/text&gt;&#10;        &lt;path d='M80,250 q15,-20 30,0 q15,-20 30,0 q15,-20 30,0' fill='none' stroke='#E8743B' strokeWidth='2' opacity='0.7' /&gt;&#10;        &lt;path d='M100,250 q15,-20 30,0 q15,-20 30,0' fill='none' stroke='#E8743B' strokeWidth='2' opacity='0.7' /&gt;&#10;        &lt;rect x='80' y='110' width='90' height='56' rx='6' fill='#2E74B5' /&gt;&#10;        &lt;text x='125' y='142' textAnchor='middle' fontSize='15' fontWeight='bold' fill='#fff'&gt;天平&lt;/text&gt;&#10;        &lt;text x='200' y='140' fontSize='13' fill='#E8743B' fontWeight='bold'&gt;热影响!&lt;/text&gt;&#10;        &lt;rect x='280' y='30' width='230' height='340' rx='10' fill='#F5F7FA' stroke='#00A0B0' strokeWidth='2' /&gt;&#10;        &lt;text x='395' y='56' textAnchor='middle' fontSize='16' fontWeight='bold' fill='#00A0B0'&gt;Labthink · 双仓隔离&lt;/text&gt;&#10;        &lt;rect x='300' y='220' width='90' height='120' rx='6' fill='#E8743B' /&gt;&#10;        &lt;text x='345' y='278' textAnchor='middle' fontSize='13' fontWeight='bold' fill='#fff'&gt;灼烧仓&lt;/text&gt;&#10;        &lt;text x='345' y='298' textAnchor='middle' fontSize='11' fill='#fff'&gt;高温高湿&lt;/text&gt;&#10;        &lt;rect x='384' y='90' width='10' height='250' fill='#1F4E79' /&gt;&#10;        &lt;rect x='410' y='120' width='80' height='64' rx='6' fill='#2E74B5' /&gt;&#10;        &lt;text x='450' y='150' textAnchor='middle' fontSize='14' fontWeight='bold' fill='#fff'&gt;称量仓&lt;/text&gt;&#10;        &lt;text x='450' y='172' textAnchor='middle' fontSize='11' fill='#F5F7FA'&gt;恒温恒湿&lt;/text&gt;&#10;        &lt;text x='450' y='210' textAnchor='middle' fontSize='12' fill='#1F4E79' fontWeight='bold'&gt;天平理想环境&lt;/text&gt;&#10;      &lt;/svg&gt;&#10;    &lt;/Box&gt;&#10;    &lt;Box style={{ flex: 1, display: 'flex', flexDirection: 'column', gap: 14 }}&gt;&#10;      &lt;Box style={{ background: '#F5F7FA', borderRadius: 8, padding: 15, borderLeft: '4px solid #1F4E79' }}&gt;&#10;        &lt;Text style={{ fontSize: 19, fontWeight: 'bold', color: '#1F4E79', marginBottom: 4 }}&gt;双仓独立设计&lt;/Text&gt;&#10;        &lt;Text style={{ fontSize: 16, color: '#333333', lineHeight: 1.6 }}&gt;蒸发/烘干/灼烧仓与称量仓完全物理分离，高温高湿被隔离在称量区之外，天平始终工作于恒温恒湿理想环境。&lt;/Text&gt;&#10;      &lt;/Box&gt;&#10;      &lt;Box style={{ background: '#F5F7FA', borderRadius: 8, padding: 15, borderLeft: '4px solid #2E74B5' }}&gt;&#10;        &lt;Text style={{ fontSize: 19, fontWeight: 'bold', color: '#1F4E79', marginBottom: 4 }}&gt;德国进口天平&lt;/Text&gt;&#10;        &lt;Text style={{ fontSize: 16, color: '#333333', lineHeight: 1.6 }}&gt;可读性最高 0.01mg（十万分之一），重复性 ±0.05mg；内校式设计，每次称重前自动内校＋去皮。&lt;/Text&gt;&#10;      &lt;/Box&gt;&#10;      &lt;Box style={{ background: '#F5F7FA', borderRadius: 8, padding: 15, borderLeft: '4px solid #00A0B0' }}&gt;&#10;        &lt;Text style={{ fontSize: 19, fontWeight: 'bold', color: '#1F4E79', marginBottom: 4 }}&gt;可视可溯 · 原始直传&lt;/Text&gt;&#10;        &lt;Text style={{ fontSize: 16, color: '#333333', lineHeight: 1.6 }}&gt;可视化天平窗实时监控读数与水平泡；软件直接读取天平原始数据，不经二次汇总，从源头杜绝失真。&lt;/Text&gt;&#10;      &lt;/Box&gt;&#10;      &lt;Box style={{ padding: 14, background: 'linear-gradient(135deg, #1F4E79 0%, #2E74B5 100%)', borderRadius: 8, display: 'flex', flexDirection: 'row', alignItems: 'center', gap: 16 }}&gt;&#10;        &lt;Text style={{ fontSize: 34, fontWeight: 'bold', color: '#00A0B0' }}&gt;0.01mg&lt;/Text&gt;&#10;        &lt;Text style={{ fontSize: 15, color: '#fff' }}&gt;／ 重复性 ±0.05mg，便捷计量，天平仓门可完全打开快速校验。&lt;/Text&gt;&#10;      &lt;/Box&gt;&#10;    &lt;/Box&gt;&#10;  &lt;/Box&gt;&#10;  &lt;Box style={{ position: 'absolute', bottom: 20, left: 60, right: 60, height: 20, display: 'flex', flexDirection: 'row', justifyContent: 'space-between', alignItems: 'center' }}&gt;&#10;    &lt;Text style={{ fontSize: 13, color: '#8899AA' }}&gt;兰光集成式检测系统解决方案&lt;/Text&gt;&#10;    &lt;Text style={{ fontSize: 13, color: '#8899AA' }}&gt;24 / 37&lt;/Text&gt;&#10;  &lt;/Box&gt;&#10;&lt;/Slide&gt;&#10;"/>
        <p:cNvGrpSpPr/>
        <p:nvPr/>
      </p:nvGrpSpPr>
      <p:grpSpPr>
        <a:xfrm>
          <a:off x="0" y="0"/>
          <a:ext cx="0" cy="0"/>
          <a:chOff x="0" y="0"/>
          <a:chExt cx="0" cy="0"/>
        </a:xfrm>
      </p:grpSpPr>
      <p:sp>
        <p:nvSpPr>
          <p:cNvPr id="2" name="标题 1"/>
          <p:cNvSpPr>
            <a:spLocks noGrp="1"/>
          </p:cNvSpPr>
          <p:nvPr>
            <p:ph type="title"/>
          </p:nvPr>
        </p:nvSpPr>
        <p:spPr/>
        <p:txBody>
          <a:bodyPr/>
          <a:p>
            <a:pPr algn="l"/>
            <a:r>
              <a:rPr lang="zh-CN" altLang="en-US"/>
              <a:t>全系列产品的四大共性特点——精准 · 高效 · 合规 · 安全</a:t>
            </a:r>
            <a:br>
              <a:rPr lang="zh-CN" altLang="en-US"/>
            </a:br>
            <a:endParaRPr lang="zh-CN" altLang="en-US"/>
          </a:p>
        </p:txBody>
      </p:sp>
      <p:sp>
        <p:nvSpPr>
          <p:cNvPr id="11" name="矩形 10"/>
          <p:cNvSpPr/>
          <p:nvPr/>
        </p:nvSpPr>
        <p:spPr>
          <a:xfrm>
            <a:off x="438785" y="981075"/>
            <a:ext cx="1934845" cy="5526405"/>
          </a:xfrm>
          <a:prstGeom prst="rect">
            <a:avLst/>
          </a:prstGeom>
          <a:gradFill>
            <a:gsLst>
              <a:gs pos="0">
                <a:srgbClr val="FF9E3F"/>
              </a:gs>
              <a:gs pos="100000">
                <a:srgbClr val="FFC20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2" name="矩形 11"/>
          <p:cNvSpPr/>
          <p:nvPr/>
        </p:nvSpPr>
        <p:spPr>
          <a:xfrm>
            <a:off x="438150" y="1276668"/>
            <a:ext cx="1935480" cy="756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    </a:t>
            </a: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测量精准</a:t>
            </a:r>
            <a:endParaRPr lang="en-US" altLang="zh-CN" sz="2200" noProof="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13" name="矩形 12"/>
          <p:cNvSpPr/>
          <p:nvPr/>
        </p:nvSpPr>
        <p:spPr>
          <a:xfrm>
            <a:off x="438150" y="2675573"/>
            <a:ext cx="1935480" cy="756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    </a:t>
            </a: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流程高效</a:t>
            </a:r>
            <a:endParaRPr lang="en-US" altLang="zh-CN" sz="2200" noProof="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14" name="矩形 13"/>
          <p:cNvSpPr/>
          <p:nvPr/>
        </p:nvSpPr>
        <p:spPr>
          <a:xfrm>
            <a:off x="438150" y="4074478"/>
            <a:ext cx="1935480" cy="756285"/>
          </a:xfrm>
          <a:prstGeom prst="rect">
            <a:avLst/>
          </a:prstGeom>
          <a:solidFill>
            <a:srgbClr val="F3EBC9"/>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en-US" altLang="zh-CN" sz="2200" b="1" noProof="0">
                <a:ln>
                  <a:noFill/>
                </a:ln>
                <a:solidFill>
                  <a:srgbClr val="FCC800"/>
                </a:solidFill>
                <a:effectLst/>
                <a:uLnTx/>
                <a:uFillTx/>
                <a:latin typeface="微软雅黑" panose="020B0503020204020204" charset="-122"/>
                <a:ea typeface="微软雅黑" panose="020B0503020204020204" charset="-122"/>
                <a:sym typeface="+mn-ea"/>
              </a:rPr>
              <a:t>    </a:t>
            </a:r>
            <a:r>
              <a:rPr lang="en-US" altLang="zh-CN" sz="2200" b="1" noProof="0">
                <a:ln>
                  <a:noFill/>
                </a:ln>
                <a:solidFill>
                  <a:srgbClr val="FCC800"/>
                </a:solidFill>
                <a:effectLst/>
                <a:uLnTx/>
                <a:uFillTx/>
                <a:latin typeface="微软雅黑" panose="020B0503020204020204" charset="-122"/>
                <a:ea typeface="微软雅黑" panose="020B0503020204020204" charset="-122"/>
                <a:sym typeface="+mn-ea"/>
              </a:rPr>
              <a:t>数据合规</a:t>
            </a:r>
            <a:endParaRPr lang="en-US" altLang="zh-CN" sz="2200" b="1" noProof="0">
              <a:ln>
                <a:noFill/>
              </a:ln>
              <a:solidFill>
                <a:srgbClr val="FCC800"/>
              </a:solidFill>
              <a:effectLst/>
              <a:uLnTx/>
              <a:uFillTx/>
              <a:latin typeface="微软雅黑" panose="020B0503020204020204" charset="-122"/>
              <a:ea typeface="微软雅黑" panose="020B0503020204020204" charset="-122"/>
              <a:sym typeface="+mn-ea"/>
            </a:endParaRPr>
          </a:p>
        </p:txBody>
      </p:sp>
      <p:sp>
        <p:nvSpPr>
          <p:cNvPr id="15" name="矩形 14"/>
          <p:cNvSpPr/>
          <p:nvPr/>
        </p:nvSpPr>
        <p:spPr>
          <a:xfrm>
            <a:off x="438150" y="5472748"/>
            <a:ext cx="1935480" cy="756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    </a:t>
            </a:r>
            <a:r>
              <a:rPr lang="zh-CN" altLang="en-US" sz="2200" noProof="0">
                <a:ln>
                  <a:noFill/>
                </a:ln>
                <a:solidFill>
                  <a:schemeClr val="bg1"/>
                </a:solidFill>
                <a:effectLst/>
                <a:uLnTx/>
                <a:uFillTx/>
                <a:latin typeface="微软雅黑" panose="020B0503020204020204" charset="-122"/>
                <a:ea typeface="微软雅黑" panose="020B0503020204020204" charset="-122"/>
                <a:sym typeface="+mn-ea"/>
              </a:rPr>
              <a:t>安全防护</a:t>
            </a:r>
            <a:endParaRPr lang="zh-CN" altLang="en-US" sz="2200" noProof="0">
              <a:ln>
                <a:noFill/>
              </a:ln>
              <a:solidFill>
                <a:schemeClr val="bg1"/>
              </a:solidFill>
              <a:effectLst/>
              <a:uLnTx/>
              <a:uFillTx/>
              <a:latin typeface="微软雅黑" panose="020B0503020204020204" charset="-122"/>
              <a:ea typeface="微软雅黑" panose="020B0503020204020204" charset="-122"/>
              <a:sym typeface="+mn-ea"/>
            </a:endParaRPr>
          </a:p>
        </p:txBody>
      </p:sp>
      <p:pic>
        <p:nvPicPr>
          <p:cNvPr id="3" name="图片 2" descr="流程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3010" y="2861945"/>
            <a:ext cx="324000" cy="324000"/>
          </a:xfrm>
          <a:prstGeom prst="rect">
            <a:avLst/>
          </a:prstGeom>
        </p:spPr>
      </p:pic>
      <p:pic>
        <p:nvPicPr>
          <p:cNvPr id="10" name="图片 9" descr="数据_数据库节点_database-poin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9010" y="4224555"/>
            <a:ext cx="432000" cy="432000"/>
          </a:xfrm>
          <a:prstGeom prst="rect">
            <a:avLst/>
          </a:prstGeom>
        </p:spPr>
      </p:pic>
      <p:pic>
        <p:nvPicPr>
          <p:cNvPr id="112" name="图片 111" descr="安全"/>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516895" y="5640825"/>
            <a:ext cx="396231" cy="396000"/>
          </a:xfrm>
          <a:prstGeom prst="rect">
            <a:avLst/>
          </a:prstGeom>
        </p:spPr>
      </p:pic>
      <p:pic>
        <p:nvPicPr>
          <p:cNvPr id="58" name="图片 57" descr="天平,公平,天平秤"/>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535010" y="1474810"/>
            <a:ext cx="360000" cy="360000"/>
          </a:xfrm>
          <a:prstGeom prst="rect">
            <a:avLst/>
          </a:prstGeom>
        </p:spPr>
      </p:pic>
      <p:sp>
        <p:nvSpPr>
          <p:cNvPr id="7" name="矩形: 圆角 3"/>
          <p:cNvSpPr/>
          <p:nvPr/>
        </p:nvSpPr>
        <p:spPr>
          <a:xfrm>
            <a:off x="2830830" y="981075"/>
            <a:ext cx="2820035" cy="4422140"/>
          </a:xfrm>
          <a:prstGeom prst="roundRect">
            <a:avLst>
              <a:gd name="adj" fmla="val 4899"/>
            </a:avLst>
          </a:prstGeom>
          <a:solidFill>
            <a:schemeClr val="bg1"/>
          </a:solidFill>
          <a:ln>
            <a:noFill/>
          </a:ln>
          <a:effectLst>
            <a:outerShdw blurRad="444500" dist="127000" dir="8100000" algn="tr" rotWithShape="0">
              <a:schemeClr val="accent1">
                <a:lumMod val="5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j-lt"/>
              <a:ea typeface="+mj-ea"/>
              <a:cs typeface="+mn-cs"/>
            </a:endParaRPr>
          </a:p>
        </p:txBody>
      </p:sp>
      <p:sp>
        <p:nvSpPr>
          <p:cNvPr id="8" name="矩形 7"/>
          <p:cNvSpPr/>
          <p:nvPr/>
        </p:nvSpPr>
        <p:spPr>
          <a:xfrm>
            <a:off x="3065780" y="2679065"/>
            <a:ext cx="2338705" cy="203009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多级用户权限管理（权限内容按需配置）；</a:t>
            </a:r>
            <a:endParaRPr lang="en-US" altLang="zh-CN"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endParaRPr>
          </a:p>
          <a:p>
            <a:pPr marL="285750" indent="-285750" algn="just">
              <a:lnSpc>
                <a:spcPct val="150000"/>
              </a:lnSpc>
              <a:buFont typeface="Arial" panose="020B0604020202020204" pitchFamily="34" charset="0"/>
              <a:buChar char="•"/>
            </a:pP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电子签名（参照 21 </a:t>
            </a:r>
            <a:r>
              <a:rPr lang="en-US" altLang="zh-CN"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CFR Part 11）</a:t>
            </a: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a:t>
            </a:r>
            <a:endParaRPr lang="en-US" altLang="zh-CN"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endParaRPr>
          </a:p>
          <a:p>
            <a:pPr marL="285750" indent="-285750" algn="just">
              <a:lnSpc>
                <a:spcPct val="150000"/>
              </a:lnSpc>
              <a:buFont typeface="Arial" panose="020B0604020202020204" pitchFamily="34" charset="0"/>
              <a:buChar char="•"/>
            </a:pP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完整审计追踪（</a:t>
            </a:r>
            <a:r>
              <a:rPr lang="en-US" altLang="zh-CN"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Audit Trail）</a:t>
            </a:r>
            <a:endParaRPr lang="en-US" altLang="zh-CN"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endParaRPr>
          </a:p>
        </p:txBody>
      </p:sp>
      <p:sp>
        <p:nvSpPr>
          <p:cNvPr id="18" name="矩形 17"/>
          <p:cNvSpPr/>
          <p:nvPr/>
        </p:nvSpPr>
        <p:spPr>
          <a:xfrm>
            <a:off x="3065780" y="1602740"/>
            <a:ext cx="2338705" cy="460375"/>
          </a:xfrm>
          <a:prstGeom prst="rect">
            <a:avLst/>
          </a:prstGeom>
        </p:spPr>
        <p:txBody>
          <a:bodyPr wrap="square">
            <a:spAutoFit/>
          </a:bodyPr>
          <a:lstStyle/>
          <a:p>
            <a:pPr algn="ctr"/>
            <a:r>
              <a:rPr lang="zh-CN" altLang="en-US" sz="2400" b="1" dirty="0">
                <a:solidFill>
                  <a:srgbClr val="FCC800"/>
                </a:solidFill>
                <a:latin typeface="微软雅黑" panose="020B0503020204020204" charset="-122"/>
                <a:ea typeface="微软雅黑" panose="020B0503020204020204" charset="-122"/>
              </a:rPr>
              <a:t>电子记录三件套</a:t>
            </a:r>
            <a:endParaRPr lang="zh-CN" altLang="en-US" sz="2400" b="1" dirty="0">
              <a:solidFill>
                <a:srgbClr val="FCC800"/>
              </a:solidFill>
              <a:latin typeface="微软雅黑" panose="020B0503020204020204" charset="-122"/>
              <a:ea typeface="微软雅黑" panose="020B0503020204020204" charset="-122"/>
            </a:endParaRPr>
          </a:p>
        </p:txBody>
      </p:sp>
      <p:cxnSp>
        <p:nvCxnSpPr>
          <p:cNvPr id="27" name="直接连接符 26"/>
          <p:cNvCxnSpPr/>
          <p:nvPr/>
        </p:nvCxnSpPr>
        <p:spPr>
          <a:xfrm>
            <a:off x="3168650" y="2361565"/>
            <a:ext cx="2126615" cy="0"/>
          </a:xfrm>
          <a:prstGeom prst="line">
            <a:avLst/>
          </a:prstGeom>
          <a:ln w="12700">
            <a:solidFill>
              <a:srgbClr val="FCC800"/>
            </a:solidFill>
          </a:ln>
        </p:spPr>
        <p:style>
          <a:lnRef idx="1">
            <a:schemeClr val="accent1"/>
          </a:lnRef>
          <a:fillRef idx="0">
            <a:schemeClr val="accent1"/>
          </a:fillRef>
          <a:effectRef idx="0">
            <a:schemeClr val="accent1"/>
          </a:effectRef>
          <a:fontRef idx="minor">
            <a:schemeClr val="tx1"/>
          </a:fontRef>
        </p:style>
      </p:cxnSp>
      <p:sp>
        <p:nvSpPr>
          <p:cNvPr id="5" name="矩形: 圆角 4"/>
          <p:cNvSpPr/>
          <p:nvPr/>
        </p:nvSpPr>
        <p:spPr>
          <a:xfrm>
            <a:off x="5869940" y="981075"/>
            <a:ext cx="2820035" cy="4422140"/>
          </a:xfrm>
          <a:prstGeom prst="roundRect">
            <a:avLst>
              <a:gd name="adj" fmla="val 4899"/>
            </a:avLst>
          </a:prstGeom>
          <a:solidFill>
            <a:schemeClr val="bg1"/>
          </a:solidFill>
          <a:ln>
            <a:noFill/>
          </a:ln>
          <a:effectLst>
            <a:outerShdw blurRad="444500" dist="127000" dir="8100000" algn="tr" rotWithShape="0">
              <a:schemeClr val="accent1">
                <a:lumMod val="5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j-lt"/>
              <a:ea typeface="+mj-ea"/>
              <a:cs typeface="+mn-cs"/>
            </a:endParaRPr>
          </a:p>
        </p:txBody>
      </p:sp>
      <p:sp>
        <p:nvSpPr>
          <p:cNvPr id="9" name="矩形 8"/>
          <p:cNvSpPr/>
          <p:nvPr/>
        </p:nvSpPr>
        <p:spPr>
          <a:xfrm>
            <a:off x="6104890" y="2679065"/>
            <a:ext cx="2338705" cy="1383665"/>
          </a:xfrm>
          <a:prstGeom prst="rect">
            <a:avLst/>
          </a:prstGeom>
        </p:spPr>
        <p:txBody>
          <a:bodyPr wrap="square">
            <a:spAutoFit/>
          </a:bodyPr>
          <a:lstStyle/>
          <a:p>
            <a:pPr algn="just">
              <a:lnSpc>
                <a:spcPct val="150000"/>
              </a:lnSpc>
            </a:pPr>
            <a:r>
              <a:rPr lang="zh-CN" altLang="en-US" sz="1400" dirty="0">
                <a:solidFill>
                  <a:schemeClr val="tx1">
                    <a:lumMod val="75000"/>
                    <a:lumOff val="25000"/>
                  </a:schemeClr>
                </a:solidFill>
              </a:rPr>
              <a:t>天平原始数据 → 软件自动计算 → 报告自动生成，全程无人工誊抄，杜绝篡改与转录错误。</a:t>
            </a:r>
            <a:endParaRPr lang="zh-CN" altLang="en-US" sz="1400" dirty="0">
              <a:solidFill>
                <a:schemeClr val="tx1">
                  <a:lumMod val="75000"/>
                  <a:lumOff val="25000"/>
                </a:schemeClr>
              </a:solidFill>
            </a:endParaRPr>
          </a:p>
        </p:txBody>
      </p:sp>
      <p:sp>
        <p:nvSpPr>
          <p:cNvPr id="19" name="矩形 18"/>
          <p:cNvSpPr/>
          <p:nvPr/>
        </p:nvSpPr>
        <p:spPr>
          <a:xfrm>
            <a:off x="6104890" y="1602740"/>
            <a:ext cx="2338705" cy="460375"/>
          </a:xfrm>
          <a:prstGeom prst="rect">
            <a:avLst/>
          </a:prstGeom>
        </p:spPr>
        <p:txBody>
          <a:bodyPr wrap="square">
            <a:spAutoFit/>
          </a:bodyPr>
          <a:lstStyle/>
          <a:p>
            <a:pPr lvl="0" algn="ctr">
              <a:buClrTx/>
              <a:buSzTx/>
              <a:buFontTx/>
            </a:pPr>
            <a:r>
              <a:rPr lang="zh-CN" altLang="en-US" sz="2400" b="1" dirty="0">
                <a:solidFill>
                  <a:srgbClr val="FCC800"/>
                </a:solidFill>
                <a:latin typeface="微软雅黑" panose="020B0503020204020204" charset="-122"/>
                <a:ea typeface="微软雅黑" panose="020B0503020204020204" charset="-122"/>
                <a:sym typeface="+mn-ea"/>
              </a:rPr>
              <a:t>数据链条无篡改</a:t>
            </a:r>
            <a:endParaRPr lang="zh-CN" altLang="en-US" sz="2400" b="1" dirty="0">
              <a:solidFill>
                <a:srgbClr val="FCC800"/>
              </a:solidFill>
              <a:latin typeface="微软雅黑" panose="020B0503020204020204" charset="-122"/>
              <a:ea typeface="微软雅黑" panose="020B0503020204020204" charset="-122"/>
              <a:sym typeface="+mn-ea"/>
            </a:endParaRPr>
          </a:p>
        </p:txBody>
      </p:sp>
      <p:cxnSp>
        <p:nvCxnSpPr>
          <p:cNvPr id="28" name="直接连接符 27"/>
          <p:cNvCxnSpPr/>
          <p:nvPr/>
        </p:nvCxnSpPr>
        <p:spPr>
          <a:xfrm>
            <a:off x="6207760" y="2361565"/>
            <a:ext cx="2126615" cy="0"/>
          </a:xfrm>
          <a:prstGeom prst="line">
            <a:avLst/>
          </a:prstGeom>
          <a:ln w="12700">
            <a:solidFill>
              <a:srgbClr val="FCC800"/>
            </a:solidFill>
          </a:ln>
        </p:spPr>
        <p:style>
          <a:lnRef idx="1">
            <a:schemeClr val="accent1"/>
          </a:lnRef>
          <a:fillRef idx="0">
            <a:schemeClr val="accent1"/>
          </a:fillRef>
          <a:effectRef idx="0">
            <a:schemeClr val="accent1"/>
          </a:effectRef>
          <a:fontRef idx="minor">
            <a:schemeClr val="tx1"/>
          </a:fontRef>
        </p:style>
      </p:cxnSp>
      <p:sp>
        <p:nvSpPr>
          <p:cNvPr id="6" name="矩形: 圆角 5"/>
          <p:cNvSpPr/>
          <p:nvPr/>
        </p:nvSpPr>
        <p:spPr>
          <a:xfrm>
            <a:off x="8909050" y="981075"/>
            <a:ext cx="2820035" cy="4420870"/>
          </a:xfrm>
          <a:prstGeom prst="roundRect">
            <a:avLst>
              <a:gd name="adj" fmla="val 4899"/>
            </a:avLst>
          </a:prstGeom>
          <a:solidFill>
            <a:schemeClr val="bg1"/>
          </a:solidFill>
          <a:ln>
            <a:noFill/>
          </a:ln>
          <a:effectLst>
            <a:outerShdw blurRad="444500" dist="127000" dir="8100000" algn="tr" rotWithShape="0">
              <a:schemeClr val="accent1">
                <a:lumMod val="5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j-lt"/>
              <a:ea typeface="+mj-ea"/>
              <a:cs typeface="+mn-cs"/>
            </a:endParaRPr>
          </a:p>
        </p:txBody>
      </p:sp>
      <p:sp>
        <p:nvSpPr>
          <p:cNvPr id="17" name="矩形 16"/>
          <p:cNvSpPr/>
          <p:nvPr/>
        </p:nvSpPr>
        <p:spPr>
          <a:xfrm>
            <a:off x="9144000" y="2679065"/>
            <a:ext cx="2338705" cy="2030095"/>
          </a:xfrm>
          <a:prstGeom prst="rect">
            <a:avLst/>
          </a:prstGeom>
        </p:spPr>
        <p:txBody>
          <a:bodyPr wrap="square">
            <a:spAutoFit/>
          </a:bodyPr>
          <a:lstStyle/>
          <a:p>
            <a:pPr marL="285750" lvl="0" indent="-285750" algn="just">
              <a:lnSpc>
                <a:spcPct val="150000"/>
              </a:lnSpc>
              <a:buClrTx/>
              <a:buSzTx/>
              <a:buFont typeface="Arial" panose="020B0604020202020204" pitchFamily="34" charset="0"/>
              <a:buChar char="•"/>
            </a:pP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满足 </a:t>
            </a: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GMP </a:t>
            </a: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数据可追溯；</a:t>
            </a:r>
            <a:endPar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endParaRPr>
          </a:p>
          <a:p>
            <a:pPr marL="285750" lvl="0" indent="-285750" algn="just">
              <a:lnSpc>
                <a:spcPct val="150000"/>
              </a:lnSpc>
              <a:buClrTx/>
              <a:buSzTx/>
              <a:buFont typeface="Arial" panose="020B0604020202020204" pitchFamily="34" charset="0"/>
              <a:buChar char="•"/>
            </a:pP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支持FDA 21 CFR Part 11（</a:t>
            </a: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选配）；</a:t>
            </a:r>
            <a:endPar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endParaRPr>
          </a:p>
          <a:p>
            <a:pPr marL="285750" lvl="0" indent="-285750" algn="just">
              <a:lnSpc>
                <a:spcPct val="150000"/>
              </a:lnSpc>
              <a:buClrTx/>
              <a:buSzTx/>
              <a:buFont typeface="Arial" panose="020B0604020202020204" pitchFamily="34" charset="0"/>
              <a:buChar char="•"/>
            </a:pP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满足数据完整性 </a:t>
            </a: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ALCOA </a:t>
            </a: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原则。</a:t>
            </a:r>
            <a:endPar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endParaRPr>
          </a:p>
          <a:p>
            <a:pPr marL="285750" lvl="0" indent="-285750" algn="just">
              <a:lnSpc>
                <a:spcPct val="150000"/>
              </a:lnSpc>
              <a:buClrTx/>
              <a:buSzTx/>
              <a:buFont typeface="Arial" panose="020B0604020202020204" pitchFamily="34" charset="0"/>
              <a:buChar char="•"/>
            </a:pPr>
            <a:endPar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22" name="矩形 21"/>
          <p:cNvSpPr/>
          <p:nvPr/>
        </p:nvSpPr>
        <p:spPr>
          <a:xfrm>
            <a:off x="9144000" y="1602740"/>
            <a:ext cx="2338705" cy="460375"/>
          </a:xfrm>
          <a:prstGeom prst="rect">
            <a:avLst/>
          </a:prstGeom>
        </p:spPr>
        <p:txBody>
          <a:bodyPr wrap="square">
            <a:spAutoFit/>
          </a:bodyPr>
          <a:lstStyle/>
          <a:p>
            <a:pPr lvl="0" algn="ctr">
              <a:buClrTx/>
              <a:buSzTx/>
              <a:buFontTx/>
            </a:pPr>
            <a:r>
              <a:rPr lang="zh-CN" altLang="en-US" sz="2400" b="1" dirty="0">
                <a:solidFill>
                  <a:srgbClr val="FCC800"/>
                </a:solidFill>
                <a:latin typeface="微软雅黑" panose="020B0503020204020204" charset="-122"/>
                <a:ea typeface="微软雅黑" panose="020B0503020204020204" charset="-122"/>
                <a:sym typeface="+mn-ea"/>
              </a:rPr>
              <a:t>合规映射</a:t>
            </a:r>
            <a:endParaRPr lang="zh-CN" altLang="en-US" sz="2400" b="1" dirty="0">
              <a:solidFill>
                <a:srgbClr val="FCC800"/>
              </a:solidFill>
              <a:latin typeface="微软雅黑" panose="020B0503020204020204" charset="-122"/>
              <a:ea typeface="微软雅黑" panose="020B0503020204020204" charset="-122"/>
              <a:sym typeface="+mn-ea"/>
            </a:endParaRPr>
          </a:p>
        </p:txBody>
      </p:sp>
      <p:cxnSp>
        <p:nvCxnSpPr>
          <p:cNvPr id="29" name="直接连接符 28"/>
          <p:cNvCxnSpPr/>
          <p:nvPr/>
        </p:nvCxnSpPr>
        <p:spPr>
          <a:xfrm>
            <a:off x="9246870" y="2361565"/>
            <a:ext cx="2126615" cy="0"/>
          </a:xfrm>
          <a:prstGeom prst="line">
            <a:avLst/>
          </a:prstGeom>
          <a:ln w="12700">
            <a:solidFill>
              <a:srgbClr val="FCC800"/>
            </a:solidFill>
          </a:ln>
        </p:spPr>
        <p:style>
          <a:lnRef idx="1">
            <a:schemeClr val="accent1"/>
          </a:lnRef>
          <a:fillRef idx="0">
            <a:schemeClr val="accent1"/>
          </a:fillRef>
          <a:effectRef idx="0">
            <a:schemeClr val="accent1"/>
          </a:effectRef>
          <a:fontRef idx="minor">
            <a:schemeClr val="tx1"/>
          </a:fontRef>
        </p:style>
      </p:cxnSp>
      <p:sp>
        <p:nvSpPr>
          <p:cNvPr id="502" name="圆角矩形 501"/>
          <p:cNvSpPr/>
          <p:nvPr/>
        </p:nvSpPr>
        <p:spPr>
          <a:xfrm>
            <a:off x="2830830" y="5688330"/>
            <a:ext cx="8898255" cy="819150"/>
          </a:xfrm>
          <a:prstGeom prst="roundRect">
            <a:avLst>
              <a:gd name="adj" fmla="val 9302"/>
            </a:avLst>
          </a:prstGeom>
          <a:solidFill>
            <a:srgbClr val="FCC800">
              <a:alpha val="26000"/>
            </a:srgbClr>
          </a:solidFill>
        </p:spPr>
        <p:txBody>
          <a:bodyPr anchor="ctr" anchorCtr="0"/>
          <a:p>
            <a:pPr algn="just">
              <a:lnSpc>
                <a:spcPct val="100000"/>
              </a:lnSpc>
            </a:pPr>
            <a:r>
              <a:rPr lang="zh-CN">
                <a:solidFill>
                  <a:schemeClr val="accent4">
                    <a:lumMod val="75000"/>
                  </a:schemeClr>
                </a:solidFill>
                <a:latin typeface="微软雅黑 Light" panose="020B0502040204020203" charset="-122"/>
                <a:ea typeface="微软雅黑 Light" panose="020B0502040204020203" charset="-122"/>
                <a:sym typeface="+mn-ea"/>
              </a:rPr>
              <a:t>飞行检查时，方法、原始数据、操作人、时间戳、电子签名一键调取，审计准备成本大幅降低。</a:t>
            </a:r>
            <a:endParaRPr lang="zh-CN">
              <a:solidFill>
                <a:schemeClr val="accent4">
                  <a:lumMod val="75000"/>
                </a:schemeClr>
              </a:solidFill>
              <a:latin typeface="微软雅黑 Light" panose="020B0502040204020203" charset="-122"/>
              <a:ea typeface="微软雅黑 Light" panose="020B0502040204020203" charset="-122"/>
              <a:sym typeface="+mn-ea"/>
            </a:endParaRPr>
          </a:p>
        </p:txBody>
      </p:sp>
    </p:spTree>
    <p:custDataLst>
      <p:tags r:id="rId1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434" name="" descr="&lt;Slide style={{ position: 'relative', width: '1280px', height: '720px', overflow: 'hidden', background: '#ffffff', fontFamily: 'Microsoft YaHei, Arial, sans-serif', color: '#333333' }}&gt;&#10;  &lt;Box style={{ position: 'absolute', top: 20, left: 60, right: 60, height: 80, display: 'flex', flexDirection: 'row', alignItems: 'center', borderBottom: '2px solid #1F4E79' }}&gt;&#10;    &lt;Text style={{ fontSize: 34, fontWeight: 'bold', color: '#1F4E79' }}&gt;测量精准&lt;/Text&gt;&#10;    &lt;Text style={{ fontSize: 18, color: '#8899AA', marginLeft: 20, letterSpacing: 2 }}&gt;为什么称量结果值得信任&lt;/Text&gt;&#10;  &lt;/Box&gt;&#10;  &lt;Box style={{ position: 'absolute', top: 120, left: 60, right: 60, bottom: 60, display: 'flex', flexDirection: 'row', gap: 32, alignItems: 'center' }}&gt;&#10;    &lt;Box style={{ width: 540, display: 'flex', justifyContent: 'center' }}&gt;&#10;      &lt;svg width='520' height='440' viewBox='0 0 520 440'&gt;&#10;        &lt;rect x='10' y='30' width='230' height='340' rx='10' fill='#F5F7FA' stroke='#C9D2DC' strokeWidth='2' /&gt;&#10;        &lt;text x='125' y='56' textAnchor='middle' fontSize='16' fontWeight='bold' fill='#8899AA'&gt;传统方案 · 共用腔体&lt;/text&gt;&#10;        &lt;rect x='60' y='250' width='130' height='90' rx='6' fill='#E8743B' /&gt;&#10;        &lt;text x='125' y='290' textAnchor='middle' fontSize='14' fontWeight='bold' fill='#fff'&gt;马弗炉&lt;/text&gt;&#10;        &lt;text x='125' y='312' textAnchor='middle' fontSize='12' fill='#fff'&gt;700–800℃&lt;/text&gt;&#10;        &lt;path d='M80,250 q15,-20 30,0 q15,-20 30,0 q15,-20 30,0' fill='none' stroke='#E8743B' strokeWidth='2' opacity='0.7' /&gt;&#10;        &lt;path d='M100,250 q15,-20 30,0 q15,-20 30,0' fill='none' stroke='#E8743B' strokeWidth='2' opacity='0.7' /&gt;&#10;        &lt;rect x='80' y='110' width='90' height='56' rx='6' fill='#2E74B5' /&gt;&#10;        &lt;text x='125' y='142' textAnchor='middle' fontSize='15' fontWeight='bold' fill='#fff'&gt;天平&lt;/text&gt;&#10;        &lt;text x='200' y='140' fontSize='13' fill='#E8743B' fontWeight='bold'&gt;热影响!&lt;/text&gt;&#10;        &lt;rect x='280' y='30' width='230' height='340' rx='10' fill='#F5F7FA' stroke='#00A0B0' strokeWidth='2' /&gt;&#10;        &lt;text x='395' y='56' textAnchor='middle' fontSize='16' fontWeight='bold' fill='#00A0B0'&gt;Labthink · 双仓隔离&lt;/text&gt;&#10;        &lt;rect x='300' y='220' width='90' height='120' rx='6' fill='#E8743B' /&gt;&#10;        &lt;text x='345' y='278' textAnchor='middle' fontSize='13' fontWeight='bold' fill='#fff'&gt;灼烧仓&lt;/text&gt;&#10;        &lt;text x='345' y='298' textAnchor='middle' fontSize='11' fill='#fff'&gt;高温高湿&lt;/text&gt;&#10;        &lt;rect x='384' y='90' width='10' height='250' fill='#1F4E79' /&gt;&#10;        &lt;rect x='410' y='120' width='80' height='64' rx='6' fill='#2E74B5' /&gt;&#10;        &lt;text x='450' y='150' textAnchor='middle' fontSize='14' fontWeight='bold' fill='#fff'&gt;称量仓&lt;/text&gt;&#10;        &lt;text x='450' y='172' textAnchor='middle' fontSize='11' fill='#F5F7FA'&gt;恒温恒湿&lt;/text&gt;&#10;        &lt;text x='450' y='210' textAnchor='middle' fontSize='12' fill='#1F4E79' fontWeight='bold'&gt;天平理想环境&lt;/text&gt;&#10;      &lt;/svg&gt;&#10;    &lt;/Box&gt;&#10;    &lt;Box style={{ flex: 1, display: 'flex', flexDirection: 'column', gap: 14 }}&gt;&#10;      &lt;Box style={{ background: '#F5F7FA', borderRadius: 8, padding: 15, borderLeft: '4px solid #1F4E79' }}&gt;&#10;        &lt;Text style={{ fontSize: 19, fontWeight: 'bold', color: '#1F4E79', marginBottom: 4 }}&gt;双仓独立设计&lt;/Text&gt;&#10;        &lt;Text style={{ fontSize: 16, color: '#333333', lineHeight: 1.6 }}&gt;蒸发/烘干/灼烧仓与称量仓完全物理分离，高温高湿被隔离在称量区之外，天平始终工作于恒温恒湿理想环境。&lt;/Text&gt;&#10;      &lt;/Box&gt;&#10;      &lt;Box style={{ background: '#F5F7FA', borderRadius: 8, padding: 15, borderLeft: '4px solid #2E74B5' }}&gt;&#10;        &lt;Text style={{ fontSize: 19, fontWeight: 'bold', color: '#1F4E79', marginBottom: 4 }}&gt;德国进口天平&lt;/Text&gt;&#10;        &lt;Text style={{ fontSize: 16, color: '#333333', lineHeight: 1.6 }}&gt;可读性最高 0.01mg（十万分之一），重复性 ±0.05mg；内校式设计，每次称重前自动内校＋去皮。&lt;/Text&gt;&#10;      &lt;/Box&gt;&#10;      &lt;Box style={{ background: '#F5F7FA', borderRadius: 8, padding: 15, borderLeft: '4px solid #00A0B0' }}&gt;&#10;        &lt;Text style={{ fontSize: 19, fontWeight: 'bold', color: '#1F4E79', marginBottom: 4 }}&gt;可视可溯 · 原始直传&lt;/Text&gt;&#10;        &lt;Text style={{ fontSize: 16, color: '#333333', lineHeight: 1.6 }}&gt;可视化天平窗实时监控读数与水平泡；软件直接读取天平原始数据，不经二次汇总，从源头杜绝失真。&lt;/Text&gt;&#10;      &lt;/Box&gt;&#10;      &lt;Box style={{ padding: 14, background: 'linear-gradient(135deg, #1F4E79 0%, #2E74B5 100%)', borderRadius: 8, display: 'flex', flexDirection: 'row', alignItems: 'center', gap: 16 }}&gt;&#10;        &lt;Text style={{ fontSize: 34, fontWeight: 'bold', color: '#00A0B0' }}&gt;0.01mg&lt;/Text&gt;&#10;        &lt;Text style={{ fontSize: 15, color: '#fff' }}&gt;／ 重复性 ±0.05mg，便捷计量，天平仓门可完全打开快速校验。&lt;/Text&gt;&#10;      &lt;/Box&gt;&#10;    &lt;/Box&gt;&#10;  &lt;/Box&gt;&#10;  &lt;Box style={{ position: 'absolute', bottom: 20, left: 60, right: 60, height: 20, display: 'flex', flexDirection: 'row', justifyContent: 'space-between', alignItems: 'center' }}&gt;&#10;    &lt;Text style={{ fontSize: 13, color: '#8899AA' }}&gt;兰光集成式检测系统解决方案&lt;/Text&gt;&#10;    &lt;Text style={{ fontSize: 13, color: '#8899AA' }}&gt;24 / 37&lt;/Text&gt;&#10;  &lt;/Box&gt;&#10;&lt;/Slide&gt;&#10;"/>
        <p:cNvGrpSpPr/>
        <p:nvPr/>
      </p:nvGrpSpPr>
      <p:grpSpPr>
        <a:xfrm>
          <a:off x="0" y="0"/>
          <a:ext cx="0" cy="0"/>
          <a:chOff x="0" y="0"/>
          <a:chExt cx="0" cy="0"/>
        </a:xfrm>
      </p:grpSpPr>
      <p:sp>
        <p:nvSpPr>
          <p:cNvPr id="2" name="标题 1"/>
          <p:cNvSpPr>
            <a:spLocks noGrp="1"/>
          </p:cNvSpPr>
          <p:nvPr>
            <p:ph type="title"/>
          </p:nvPr>
        </p:nvSpPr>
        <p:spPr/>
        <p:txBody>
          <a:bodyPr/>
          <a:p>
            <a:pPr algn="l"/>
            <a:r>
              <a:rPr lang="zh-CN" altLang="en-US"/>
              <a:t>全系列产品的四大共性特点——精准 · 高效 · 合规 · 安全</a:t>
            </a:r>
            <a:br>
              <a:rPr lang="zh-CN" altLang="en-US"/>
            </a:br>
            <a:endParaRPr lang="zh-CN" altLang="en-US"/>
          </a:p>
        </p:txBody>
      </p:sp>
      <p:sp>
        <p:nvSpPr>
          <p:cNvPr id="11" name="矩形 10"/>
          <p:cNvSpPr/>
          <p:nvPr/>
        </p:nvSpPr>
        <p:spPr>
          <a:xfrm>
            <a:off x="438785" y="981075"/>
            <a:ext cx="1934845" cy="5526405"/>
          </a:xfrm>
          <a:prstGeom prst="rect">
            <a:avLst/>
          </a:prstGeom>
          <a:gradFill>
            <a:gsLst>
              <a:gs pos="0">
                <a:srgbClr val="FF9E3F"/>
              </a:gs>
              <a:gs pos="100000">
                <a:srgbClr val="FFC20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2" name="矩形 11"/>
          <p:cNvSpPr/>
          <p:nvPr/>
        </p:nvSpPr>
        <p:spPr>
          <a:xfrm>
            <a:off x="438150" y="1276668"/>
            <a:ext cx="1935480" cy="756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    </a:t>
            </a: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测量精准</a:t>
            </a:r>
            <a:endParaRPr lang="en-US" altLang="zh-CN" sz="2200" noProof="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13" name="矩形 12"/>
          <p:cNvSpPr/>
          <p:nvPr/>
        </p:nvSpPr>
        <p:spPr>
          <a:xfrm>
            <a:off x="438150" y="2675573"/>
            <a:ext cx="1935480" cy="756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    </a:t>
            </a: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流程高效</a:t>
            </a:r>
            <a:endParaRPr lang="en-US" altLang="zh-CN" sz="2200" noProof="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14" name="矩形 13"/>
          <p:cNvSpPr/>
          <p:nvPr/>
        </p:nvSpPr>
        <p:spPr>
          <a:xfrm>
            <a:off x="438150" y="4074478"/>
            <a:ext cx="1935480" cy="756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    </a:t>
            </a:r>
            <a:r>
              <a:rPr lang="en-US" altLang="zh-CN" sz="2200" noProof="0">
                <a:ln>
                  <a:noFill/>
                </a:ln>
                <a:solidFill>
                  <a:schemeClr val="bg1"/>
                </a:solidFill>
                <a:effectLst/>
                <a:uLnTx/>
                <a:uFillTx/>
                <a:latin typeface="微软雅黑" panose="020B0503020204020204" charset="-122"/>
                <a:ea typeface="微软雅黑" panose="020B0503020204020204" charset="-122"/>
                <a:sym typeface="+mn-ea"/>
              </a:rPr>
              <a:t>数据合规</a:t>
            </a:r>
            <a:endParaRPr lang="en-US" altLang="zh-CN" sz="2200" noProof="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15" name="矩形 14"/>
          <p:cNvSpPr/>
          <p:nvPr/>
        </p:nvSpPr>
        <p:spPr>
          <a:xfrm>
            <a:off x="438150" y="5472748"/>
            <a:ext cx="1935480" cy="756285"/>
          </a:xfrm>
          <a:prstGeom prst="rect">
            <a:avLst/>
          </a:prstGeom>
          <a:solidFill>
            <a:srgbClr val="F3EBC9"/>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en-US" altLang="zh-CN" sz="2200" b="1" noProof="0">
                <a:ln>
                  <a:noFill/>
                </a:ln>
                <a:solidFill>
                  <a:srgbClr val="FCC800"/>
                </a:solidFill>
                <a:effectLst/>
                <a:uLnTx/>
                <a:uFillTx/>
                <a:latin typeface="微软雅黑" panose="020B0503020204020204" charset="-122"/>
                <a:ea typeface="微软雅黑" panose="020B0503020204020204" charset="-122"/>
                <a:sym typeface="+mn-ea"/>
              </a:rPr>
              <a:t>    </a:t>
            </a:r>
            <a:r>
              <a:rPr lang="en-US" altLang="zh-CN" sz="2200" b="1" noProof="0">
                <a:ln>
                  <a:noFill/>
                </a:ln>
                <a:solidFill>
                  <a:srgbClr val="FCC800"/>
                </a:solidFill>
                <a:effectLst/>
                <a:uLnTx/>
                <a:uFillTx/>
                <a:latin typeface="微软雅黑" panose="020B0503020204020204" charset="-122"/>
                <a:ea typeface="微软雅黑" panose="020B0503020204020204" charset="-122"/>
                <a:sym typeface="+mn-ea"/>
              </a:rPr>
              <a:t>安全防护</a:t>
            </a:r>
            <a:endParaRPr lang="en-US" altLang="zh-CN" sz="2200" b="1" noProof="0">
              <a:ln>
                <a:noFill/>
              </a:ln>
              <a:solidFill>
                <a:srgbClr val="FCC800"/>
              </a:solidFill>
              <a:effectLst/>
              <a:uLnTx/>
              <a:uFillTx/>
              <a:latin typeface="微软雅黑" panose="020B0503020204020204" charset="-122"/>
              <a:ea typeface="微软雅黑" panose="020B0503020204020204" charset="-122"/>
              <a:sym typeface="+mn-ea"/>
            </a:endParaRPr>
          </a:p>
        </p:txBody>
      </p:sp>
      <p:pic>
        <p:nvPicPr>
          <p:cNvPr id="3" name="图片 2" descr="流程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3010" y="2861945"/>
            <a:ext cx="324000" cy="324000"/>
          </a:xfrm>
          <a:prstGeom prst="rect">
            <a:avLst/>
          </a:prstGeom>
        </p:spPr>
      </p:pic>
      <p:pic>
        <p:nvPicPr>
          <p:cNvPr id="10" name="图片 9" descr="数据_数据库节点_database-poin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9010" y="4224555"/>
            <a:ext cx="432000" cy="432000"/>
          </a:xfrm>
          <a:prstGeom prst="rect">
            <a:avLst/>
          </a:prstGeom>
        </p:spPr>
      </p:pic>
      <p:pic>
        <p:nvPicPr>
          <p:cNvPr id="112" name="图片 111" descr="安全"/>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516895" y="5640825"/>
            <a:ext cx="396231" cy="396000"/>
          </a:xfrm>
          <a:prstGeom prst="rect">
            <a:avLst/>
          </a:prstGeom>
        </p:spPr>
      </p:pic>
      <p:pic>
        <p:nvPicPr>
          <p:cNvPr id="58" name="图片 57" descr="天平,公平,天平秤"/>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535010" y="1474810"/>
            <a:ext cx="360000" cy="360000"/>
          </a:xfrm>
          <a:prstGeom prst="rect">
            <a:avLst/>
          </a:prstGeom>
        </p:spPr>
      </p:pic>
      <p:grpSp>
        <p:nvGrpSpPr>
          <p:cNvPr id="4" name="组合 3"/>
          <p:cNvGrpSpPr/>
          <p:nvPr/>
        </p:nvGrpSpPr>
        <p:grpSpPr>
          <a:xfrm>
            <a:off x="2875915" y="981075"/>
            <a:ext cx="8882380" cy="5525770"/>
            <a:chOff x="4529" y="1545"/>
            <a:chExt cx="13988" cy="8702"/>
          </a:xfrm>
        </p:grpSpPr>
        <p:sp>
          <p:nvSpPr>
            <p:cNvPr id="56" name="矩形: 圆角 102"/>
            <p:cNvSpPr/>
            <p:nvPr/>
          </p:nvSpPr>
          <p:spPr>
            <a:xfrm>
              <a:off x="11819" y="1545"/>
              <a:ext cx="6699" cy="3951"/>
            </a:xfrm>
            <a:prstGeom prst="roundRect">
              <a:avLst>
                <a:gd name="adj" fmla="val 988"/>
              </a:avLst>
            </a:prstGeom>
            <a:solidFill>
              <a:schemeClr val="bg1"/>
            </a:solidFill>
            <a:ln>
              <a:noFill/>
            </a:ln>
            <a:effectLst>
              <a:outerShdw blurRad="2540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57" name="直接连接符 56"/>
            <p:cNvCxnSpPr/>
            <p:nvPr/>
          </p:nvCxnSpPr>
          <p:spPr>
            <a:xfrm>
              <a:off x="11863" y="1570"/>
              <a:ext cx="6606" cy="0"/>
            </a:xfrm>
            <a:prstGeom prst="line">
              <a:avLst/>
            </a:prstGeom>
            <a:ln w="28575" cap="rnd">
              <a:solidFill>
                <a:srgbClr val="FCC800"/>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12055" y="1891"/>
              <a:ext cx="6182" cy="725"/>
            </a:xfrm>
            <a:prstGeom prst="rect">
              <a:avLst/>
            </a:prstGeom>
            <a:noFill/>
          </p:spPr>
          <p:txBody>
            <a:bodyPr wrap="square" rtlCol="0">
              <a:spAutoFit/>
            </a:bodyPr>
            <a:lstStyle/>
            <a:p>
              <a:pPr lvl="0" algn="l">
                <a:buClrTx/>
                <a:buSzTx/>
                <a:buFontTx/>
              </a:pPr>
              <a:r>
                <a:rPr lang="zh-CN" altLang="en-US" sz="2400" b="1" dirty="0">
                  <a:solidFill>
                    <a:srgbClr val="FCC800"/>
                  </a:solidFill>
                  <a:latin typeface="微软雅黑" panose="020B0503020204020204" charset="-122"/>
                  <a:ea typeface="微软雅黑" panose="020B0503020204020204" charset="-122"/>
                  <a:sym typeface="+mn-ea"/>
                </a:rPr>
                <a:t>化学品防护</a:t>
              </a:r>
              <a:endParaRPr lang="zh-CN" altLang="en-US" sz="2400" b="1" dirty="0">
                <a:solidFill>
                  <a:srgbClr val="FCC800"/>
                </a:solidFill>
                <a:latin typeface="微软雅黑" panose="020B0503020204020204" charset="-122"/>
                <a:ea typeface="微软雅黑" panose="020B0503020204020204" charset="-122"/>
                <a:sym typeface="+mn-ea"/>
              </a:endParaRPr>
            </a:p>
          </p:txBody>
        </p:sp>
        <p:sp>
          <p:nvSpPr>
            <p:cNvPr id="60" name="矩形 59"/>
            <p:cNvSpPr/>
            <p:nvPr/>
          </p:nvSpPr>
          <p:spPr>
            <a:xfrm>
              <a:off x="12055" y="3132"/>
              <a:ext cx="6037" cy="1670"/>
            </a:xfrm>
            <a:prstGeom prst="rect">
              <a:avLst/>
            </a:prstGeom>
          </p:spPr>
          <p:txBody>
            <a:bodyPr wrap="square" lIns="91440" tIns="45720" rIns="91440" bIns="45720" rtlCol="0">
              <a:spAutoFit/>
            </a:bodyPr>
            <a:lstStyle/>
            <a:p>
              <a:pPr lvl="0" algn="just">
                <a:lnSpc>
                  <a:spcPct val="150000"/>
                </a:lnSpc>
                <a:buClrTx/>
                <a:buSzTx/>
                <a:buFontTx/>
              </a:pPr>
              <a:r>
                <a:rPr lang="zh-CN" altLang="en-US" sz="1400" dirty="0">
                  <a:solidFill>
                    <a:schemeClr val="tx1">
                      <a:lumMod val="75000"/>
                      <a:lumOff val="25000"/>
                    </a:schemeClr>
                  </a:solidFill>
                  <a:sym typeface="+mn-ea"/>
                </a:rPr>
                <a:t>硫酸自动加注模块（可视保护罩+安全锁+独立电源）；全密闭0泄漏水浴锅/试验仓避免有害气体外溢</a:t>
              </a:r>
              <a:endParaRPr lang="zh-CN" altLang="en-US" sz="1400" dirty="0">
                <a:solidFill>
                  <a:schemeClr val="tx1">
                    <a:lumMod val="75000"/>
                    <a:lumOff val="25000"/>
                  </a:schemeClr>
                </a:solidFill>
                <a:sym typeface="+mn-ea"/>
              </a:endParaRPr>
            </a:p>
          </p:txBody>
        </p:sp>
        <p:sp>
          <p:nvSpPr>
            <p:cNvPr id="65" name="矩形: 圆角 102"/>
            <p:cNvSpPr/>
            <p:nvPr/>
          </p:nvSpPr>
          <p:spPr>
            <a:xfrm>
              <a:off x="11819" y="6297"/>
              <a:ext cx="6699" cy="3951"/>
            </a:xfrm>
            <a:prstGeom prst="roundRect">
              <a:avLst>
                <a:gd name="adj" fmla="val 988"/>
              </a:avLst>
            </a:prstGeom>
            <a:solidFill>
              <a:schemeClr val="bg1"/>
            </a:solidFill>
            <a:ln>
              <a:noFill/>
            </a:ln>
            <a:effectLst>
              <a:outerShdw blurRad="2540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66" name="直接连接符 65"/>
            <p:cNvCxnSpPr/>
            <p:nvPr/>
          </p:nvCxnSpPr>
          <p:spPr>
            <a:xfrm>
              <a:off x="11863" y="6322"/>
              <a:ext cx="6606" cy="0"/>
            </a:xfrm>
            <a:prstGeom prst="line">
              <a:avLst/>
            </a:prstGeom>
            <a:ln w="28575" cap="rnd">
              <a:solidFill>
                <a:srgbClr val="FCC800"/>
              </a:solidFill>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12055" y="6643"/>
              <a:ext cx="6182" cy="725"/>
            </a:xfrm>
            <a:prstGeom prst="rect">
              <a:avLst/>
            </a:prstGeom>
            <a:noFill/>
          </p:spPr>
          <p:txBody>
            <a:bodyPr wrap="square" rtlCol="0">
              <a:spAutoFit/>
            </a:bodyPr>
            <a:lstStyle/>
            <a:p>
              <a:pPr lvl="0" algn="l">
                <a:buClrTx/>
                <a:buSzTx/>
                <a:buFontTx/>
              </a:pPr>
              <a:r>
                <a:rPr lang="zh-CN" altLang="en-US" sz="2400" b="1" dirty="0">
                  <a:solidFill>
                    <a:srgbClr val="FCC800"/>
                  </a:solidFill>
                  <a:latin typeface="微软雅黑" panose="020B0503020204020204" charset="-122"/>
                  <a:ea typeface="微软雅黑" panose="020B0503020204020204" charset="-122"/>
                  <a:sym typeface="+mn-ea"/>
                </a:rPr>
                <a:t>人机工程</a:t>
              </a:r>
              <a:endParaRPr lang="zh-CN" altLang="en-US" sz="2400" b="1" dirty="0">
                <a:solidFill>
                  <a:srgbClr val="FCC800"/>
                </a:solidFill>
                <a:latin typeface="微软雅黑" panose="020B0503020204020204" charset="-122"/>
                <a:ea typeface="微软雅黑" panose="020B0503020204020204" charset="-122"/>
                <a:sym typeface="+mn-ea"/>
              </a:endParaRPr>
            </a:p>
          </p:txBody>
        </p:sp>
        <p:sp>
          <p:nvSpPr>
            <p:cNvPr id="77" name="矩形 76"/>
            <p:cNvSpPr/>
            <p:nvPr/>
          </p:nvSpPr>
          <p:spPr>
            <a:xfrm>
              <a:off x="12055" y="7884"/>
              <a:ext cx="6037" cy="1670"/>
            </a:xfrm>
            <a:prstGeom prst="rect">
              <a:avLst/>
            </a:prstGeom>
          </p:spPr>
          <p:txBody>
            <a:bodyPr wrap="square" lIns="91440" tIns="45720" rIns="91440" bIns="45720" rtlCol="0">
              <a:spAutoFit/>
            </a:bodyPr>
            <a:lstStyle/>
            <a:p>
              <a:pPr lvl="0" algn="just">
                <a:lnSpc>
                  <a:spcPct val="150000"/>
                </a:lnSpc>
                <a:buClrTx/>
                <a:buSzTx/>
                <a:buFontTx/>
              </a:pPr>
              <a:r>
                <a:rPr lang="zh-CN" altLang="en-US" sz="14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平衡抽屉式进出仓，人工放杯加样平稳防洒落；12.1/10.1英寸</a:t>
              </a:r>
              <a:r>
                <a:rPr lang="zh-CN" altLang="en-US" sz="1400" dirty="0">
                  <a:solidFill>
                    <a:schemeClr val="tx1">
                      <a:lumMod val="75000"/>
                      <a:lumOff val="25000"/>
                    </a:schemeClr>
                  </a:solidFill>
                  <a:sym typeface="+mn-ea"/>
                </a:rPr>
                <a:t>医疗级触控屏，适应实验室各类操作环境</a:t>
              </a:r>
              <a:endParaRPr lang="zh-CN" altLang="en-US" sz="1400" dirty="0">
                <a:solidFill>
                  <a:schemeClr val="tx1">
                    <a:lumMod val="75000"/>
                    <a:lumOff val="25000"/>
                  </a:schemeClr>
                </a:solidFill>
                <a:sym typeface="+mn-ea"/>
              </a:endParaRPr>
            </a:p>
          </p:txBody>
        </p:sp>
        <p:sp>
          <p:nvSpPr>
            <p:cNvPr id="96" name="矩形: 圆角 102"/>
            <p:cNvSpPr/>
            <p:nvPr/>
          </p:nvSpPr>
          <p:spPr>
            <a:xfrm>
              <a:off x="4529" y="1545"/>
              <a:ext cx="6699" cy="3951"/>
            </a:xfrm>
            <a:prstGeom prst="roundRect">
              <a:avLst>
                <a:gd name="adj" fmla="val 988"/>
              </a:avLst>
            </a:prstGeom>
            <a:solidFill>
              <a:schemeClr val="bg1"/>
            </a:solidFill>
            <a:ln>
              <a:noFill/>
            </a:ln>
            <a:effectLst>
              <a:outerShdw blurRad="2540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7" name="直接连接符 96"/>
            <p:cNvCxnSpPr/>
            <p:nvPr/>
          </p:nvCxnSpPr>
          <p:spPr>
            <a:xfrm>
              <a:off x="4573" y="1570"/>
              <a:ext cx="6606" cy="0"/>
            </a:xfrm>
            <a:prstGeom prst="line">
              <a:avLst/>
            </a:prstGeom>
            <a:ln w="28575" cap="rnd">
              <a:solidFill>
                <a:srgbClr val="FCC800"/>
              </a:solidFill>
            </a:ln>
          </p:spPr>
          <p:style>
            <a:lnRef idx="1">
              <a:schemeClr val="accent1"/>
            </a:lnRef>
            <a:fillRef idx="0">
              <a:schemeClr val="accent1"/>
            </a:fillRef>
            <a:effectRef idx="0">
              <a:schemeClr val="accent1"/>
            </a:effectRef>
            <a:fontRef idx="minor">
              <a:schemeClr val="tx1"/>
            </a:fontRef>
          </p:style>
        </p:cxnSp>
        <p:sp>
          <p:nvSpPr>
            <p:cNvPr id="99" name="文本框 98"/>
            <p:cNvSpPr txBox="1"/>
            <p:nvPr/>
          </p:nvSpPr>
          <p:spPr>
            <a:xfrm>
              <a:off x="4765" y="1891"/>
              <a:ext cx="6182" cy="725"/>
            </a:xfrm>
            <a:prstGeom prst="rect">
              <a:avLst/>
            </a:prstGeom>
            <a:noFill/>
          </p:spPr>
          <p:txBody>
            <a:bodyPr wrap="square" rtlCol="0">
              <a:spAutoFit/>
            </a:bodyPr>
            <a:lstStyle/>
            <a:p>
              <a:r>
                <a:rPr lang="zh-CN" altLang="en-US" sz="2400" b="1" dirty="0">
                  <a:solidFill>
                    <a:srgbClr val="FCC800"/>
                  </a:solidFill>
                  <a:latin typeface="微软雅黑" panose="020B0503020204020204" charset="-122"/>
                  <a:ea typeface="微软雅黑" panose="020B0503020204020204" charset="-122"/>
                </a:rPr>
                <a:t>高温防护</a:t>
              </a:r>
              <a:endParaRPr lang="zh-CN" altLang="en-US" sz="2400" b="1" dirty="0">
                <a:solidFill>
                  <a:srgbClr val="FCC800"/>
                </a:solidFill>
                <a:latin typeface="微软雅黑" panose="020B0503020204020204" charset="-122"/>
                <a:ea typeface="微软雅黑" panose="020B0503020204020204" charset="-122"/>
              </a:endParaRPr>
            </a:p>
          </p:txBody>
        </p:sp>
        <p:sp>
          <p:nvSpPr>
            <p:cNvPr id="101" name="矩形 100"/>
            <p:cNvSpPr/>
            <p:nvPr/>
          </p:nvSpPr>
          <p:spPr>
            <a:xfrm>
              <a:off x="4765" y="3132"/>
              <a:ext cx="6037" cy="1161"/>
            </a:xfrm>
            <a:prstGeom prst="rect">
              <a:avLst/>
            </a:prstGeom>
          </p:spPr>
          <p:txBody>
            <a:bodyPr wrap="square" lIns="91440" tIns="45720" rIns="91440" bIns="45720" rtlCol="0">
              <a:spAutoFit/>
            </a:bodyPr>
            <a:lstStyle/>
            <a:p>
              <a:pPr lvl="0" algn="just">
                <a:lnSpc>
                  <a:spcPct val="150000"/>
                </a:lnSpc>
                <a:buClrTx/>
                <a:buSzTx/>
                <a:buFontTx/>
              </a:pPr>
              <a:r>
                <a:rPr lang="zh-CN" altLang="en-US" sz="1400" dirty="0">
                  <a:solidFill>
                    <a:schemeClr val="tx1">
                      <a:lumMod val="75000"/>
                      <a:lumOff val="25000"/>
                    </a:schemeClr>
                  </a:solidFill>
                  <a:sym typeface="+mn-ea"/>
                </a:rPr>
                <a:t>机械手自动取放，人员无需接触700-800℃灼烧部件；独立双仓隔离高温与湿气；</a:t>
              </a:r>
              <a:endParaRPr lang="zh-CN" altLang="en-US" sz="1400" dirty="0">
                <a:solidFill>
                  <a:schemeClr val="tx1">
                    <a:lumMod val="75000"/>
                    <a:lumOff val="25000"/>
                  </a:schemeClr>
                </a:solidFill>
                <a:sym typeface="+mn-ea"/>
              </a:endParaRPr>
            </a:p>
          </p:txBody>
        </p:sp>
        <p:sp>
          <p:nvSpPr>
            <p:cNvPr id="109" name="矩形: 圆角 102"/>
            <p:cNvSpPr/>
            <p:nvPr/>
          </p:nvSpPr>
          <p:spPr>
            <a:xfrm>
              <a:off x="4529" y="6297"/>
              <a:ext cx="6699" cy="3951"/>
            </a:xfrm>
            <a:prstGeom prst="roundRect">
              <a:avLst>
                <a:gd name="adj" fmla="val 988"/>
              </a:avLst>
            </a:prstGeom>
            <a:solidFill>
              <a:schemeClr val="bg1"/>
            </a:solidFill>
            <a:ln>
              <a:noFill/>
            </a:ln>
            <a:effectLst>
              <a:outerShdw blurRad="2540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110" name="直接连接符 109"/>
            <p:cNvCxnSpPr/>
            <p:nvPr/>
          </p:nvCxnSpPr>
          <p:spPr>
            <a:xfrm>
              <a:off x="4573" y="6322"/>
              <a:ext cx="6606" cy="0"/>
            </a:xfrm>
            <a:prstGeom prst="line">
              <a:avLst/>
            </a:prstGeom>
            <a:ln w="28575" cap="rnd">
              <a:solidFill>
                <a:srgbClr val="FCC800"/>
              </a:solidFill>
            </a:ln>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4765" y="6643"/>
              <a:ext cx="6182" cy="725"/>
            </a:xfrm>
            <a:prstGeom prst="rect">
              <a:avLst/>
            </a:prstGeom>
            <a:noFill/>
          </p:spPr>
          <p:txBody>
            <a:bodyPr wrap="square" rtlCol="0">
              <a:spAutoFit/>
            </a:bodyPr>
            <a:lstStyle/>
            <a:p>
              <a:pPr lvl="0" algn="l">
                <a:buClrTx/>
                <a:buSzTx/>
                <a:buFontTx/>
              </a:pPr>
              <a:r>
                <a:rPr lang="zh-CN" altLang="en-US" sz="2400" b="1" dirty="0">
                  <a:solidFill>
                    <a:srgbClr val="FCC800"/>
                  </a:solidFill>
                  <a:latin typeface="微软雅黑" panose="020B0503020204020204" charset="-122"/>
                  <a:ea typeface="微软雅黑" panose="020B0503020204020204" charset="-122"/>
                  <a:sym typeface="+mn-ea"/>
                </a:rPr>
                <a:t>过程防护</a:t>
              </a:r>
              <a:endParaRPr lang="zh-CN" altLang="en-US" sz="2400" b="1" dirty="0">
                <a:solidFill>
                  <a:srgbClr val="FCC800"/>
                </a:solidFill>
                <a:latin typeface="微软雅黑" panose="020B0503020204020204" charset="-122"/>
                <a:ea typeface="微软雅黑" panose="020B0503020204020204" charset="-122"/>
                <a:sym typeface="+mn-ea"/>
              </a:endParaRPr>
            </a:p>
          </p:txBody>
        </p:sp>
        <p:sp>
          <p:nvSpPr>
            <p:cNvPr id="113" name="矩形 112"/>
            <p:cNvSpPr/>
            <p:nvPr/>
          </p:nvSpPr>
          <p:spPr>
            <a:xfrm>
              <a:off x="4765" y="7884"/>
              <a:ext cx="6037" cy="1670"/>
            </a:xfrm>
            <a:prstGeom prst="rect">
              <a:avLst/>
            </a:prstGeom>
          </p:spPr>
          <p:txBody>
            <a:bodyPr wrap="square" lIns="91440" tIns="45720" rIns="91440" bIns="45720" rtlCol="0">
              <a:spAutoFit/>
            </a:bodyPr>
            <a:lstStyle/>
            <a:p>
              <a:pPr lvl="0" algn="just">
                <a:lnSpc>
                  <a:spcPct val="150000"/>
                </a:lnSpc>
                <a:buClrTx/>
                <a:buSzTx/>
                <a:buFontTx/>
              </a:pPr>
              <a:r>
                <a:rPr lang="zh-CN" altLang="en-US" sz="1400" dirty="0">
                  <a:solidFill>
                    <a:schemeClr val="tx1">
                      <a:lumMod val="75000"/>
                      <a:lumOff val="25000"/>
                    </a:schemeClr>
                  </a:solidFill>
                  <a:sym typeface="+mn-ea"/>
                </a:rPr>
                <a:t>液冷模块独立内循环（无需外接水源）；水浴锅自动上排水与液位检测；分立电控系统隔离风险；多传感器+声光智能提醒</a:t>
              </a:r>
              <a:endParaRPr lang="zh-CN" altLang="en-US" sz="1400" dirty="0">
                <a:solidFill>
                  <a:schemeClr val="tx1">
                    <a:lumMod val="75000"/>
                    <a:lumOff val="25000"/>
                  </a:schemeClr>
                </a:solidFill>
                <a:sym typeface="+mn-ea"/>
              </a:endParaRPr>
            </a:p>
          </p:txBody>
        </p:sp>
      </p:grpSp>
    </p:spTree>
    <p:custDataLst>
      <p:tags r:id="rId1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1292225" y="3165475"/>
            <a:ext cx="9608185" cy="1104900"/>
          </a:xfrm>
        </p:spPr>
        <p:txBody>
          <a:bodyPr/>
          <a:lstStyle/>
          <a:p>
            <a:r>
              <a:rPr lang="zh-CN" altLang="en-US">
                <a:solidFill>
                  <a:srgbClr val="FCC800"/>
                </a:solidFill>
                <a:latin typeface="微软雅黑" panose="020B0503020204020204" charset="-122"/>
                <a:ea typeface="微软雅黑" panose="020B0503020204020204" charset="-122"/>
              </a:rPr>
              <a:t>应用场景与实证</a:t>
            </a:r>
            <a:endParaRPr lang="zh-CN" altLang="en-US">
              <a:solidFill>
                <a:srgbClr val="FCC800"/>
              </a:solidFill>
              <a:latin typeface="微软雅黑" panose="020B0503020204020204" charset="-122"/>
              <a:ea typeface="微软雅黑" panose="020B0503020204020204" charset="-122"/>
            </a:endParaRPr>
          </a:p>
        </p:txBody>
      </p:sp>
      <p:sp>
        <p:nvSpPr>
          <p:cNvPr id="7" name="椭圆 6"/>
          <p:cNvSpPr/>
          <p:nvPr/>
        </p:nvSpPr>
        <p:spPr>
          <a:xfrm>
            <a:off x="5299710" y="1303655"/>
            <a:ext cx="1592580" cy="1592580"/>
          </a:xfrm>
          <a:prstGeom prst="ellipse">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6600" b="1">
              <a:latin typeface="微软雅黑" panose="020B0503020204020204" charset="-122"/>
              <a:ea typeface="微软雅黑" panose="020B0503020204020204" charset="-122"/>
            </a:endParaRPr>
          </a:p>
        </p:txBody>
      </p:sp>
      <p:sp>
        <p:nvSpPr>
          <p:cNvPr id="9" name="tab"/>
          <p:cNvSpPr/>
          <p:nvPr/>
        </p:nvSpPr>
        <p:spPr>
          <a:xfrm>
            <a:off x="5376545" y="4539615"/>
            <a:ext cx="1440000" cy="50800"/>
          </a:xfrm>
          <a:prstGeom prst="rect">
            <a:avLst/>
          </a:prstGeom>
          <a:solidFill>
            <a:srgbClr val="F5B700"/>
          </a:solidFill>
          <a:ln>
            <a:noFill/>
          </a:ln>
        </p:spPr>
      </p:sp>
      <p:grpSp>
        <p:nvGrpSpPr>
          <p:cNvPr id="61" name="组合 60"/>
          <p:cNvGrpSpPr>
            <a:grpSpLocks noChangeAspect="1"/>
          </p:cNvGrpSpPr>
          <p:nvPr/>
        </p:nvGrpSpPr>
        <p:grpSpPr>
          <a:xfrm>
            <a:off x="5706268" y="1631945"/>
            <a:ext cx="779465" cy="936000"/>
            <a:chOff x="7655702" y="807719"/>
            <a:chExt cx="1585833" cy="1904307"/>
          </a:xfrm>
        </p:grpSpPr>
        <p:sp>
          <p:nvSpPr>
            <p:cNvPr id="25" name="任意多边形: 形状 24"/>
            <p:cNvSpPr/>
            <p:nvPr/>
          </p:nvSpPr>
          <p:spPr>
            <a:xfrm>
              <a:off x="7655702" y="807719"/>
              <a:ext cx="1585833" cy="1904307"/>
            </a:xfrm>
            <a:custGeom>
              <a:avLst/>
              <a:gdLst>
                <a:gd name="connsiteX0" fmla="*/ 868861 w 1585833"/>
                <a:gd name="connsiteY0" fmla="*/ 1548271 h 1904307"/>
                <a:gd name="connsiteX1" fmla="*/ 0 w 1585833"/>
                <a:gd name="connsiteY1" fmla="*/ 1548271 h 1904307"/>
                <a:gd name="connsiteX2" fmla="*/ 0 w 1585833"/>
                <a:gd name="connsiteY2" fmla="*/ 1548271 h 1904307"/>
                <a:gd name="connsiteX3" fmla="*/ 122490 w 1585833"/>
                <a:gd name="connsiteY3" fmla="*/ 1059945 h 1904307"/>
                <a:gd name="connsiteX4" fmla="*/ 692475 w 1585833"/>
                <a:gd name="connsiteY4" fmla="*/ 0 h 1904307"/>
                <a:gd name="connsiteX5" fmla="*/ 692475 w 1585833"/>
                <a:gd name="connsiteY5" fmla="*/ 0 h 1904307"/>
                <a:gd name="connsiteX6" fmla="*/ 842730 w 1585833"/>
                <a:gd name="connsiteY6" fmla="*/ 473627 h 1904307"/>
                <a:gd name="connsiteX7" fmla="*/ 447496 w 1585833"/>
                <a:gd name="connsiteY7" fmla="*/ 1208566 h 1904307"/>
                <a:gd name="connsiteX8" fmla="*/ 868861 w 1585833"/>
                <a:gd name="connsiteY8" fmla="*/ 1208566 h 1904307"/>
                <a:gd name="connsiteX9" fmla="*/ 868861 w 1585833"/>
                <a:gd name="connsiteY9" fmla="*/ 1174269 h 1904307"/>
                <a:gd name="connsiteX10" fmla="*/ 1236330 w 1585833"/>
                <a:gd name="connsiteY10" fmla="*/ 806799 h 1904307"/>
                <a:gd name="connsiteX11" fmla="*/ 1236330 w 1585833"/>
                <a:gd name="connsiteY11" fmla="*/ 806799 h 1904307"/>
                <a:gd name="connsiteX12" fmla="*/ 1236330 w 1585833"/>
                <a:gd name="connsiteY12" fmla="*/ 1208566 h 1904307"/>
                <a:gd name="connsiteX13" fmla="*/ 1585834 w 1585833"/>
                <a:gd name="connsiteY13" fmla="*/ 1208566 h 1904307"/>
                <a:gd name="connsiteX14" fmla="*/ 1585834 w 1585833"/>
                <a:gd name="connsiteY14" fmla="*/ 1208566 h 1904307"/>
                <a:gd name="connsiteX15" fmla="*/ 1246129 w 1585833"/>
                <a:gd name="connsiteY15" fmla="*/ 1548271 h 1904307"/>
                <a:gd name="connsiteX16" fmla="*/ 1236330 w 1585833"/>
                <a:gd name="connsiteY16" fmla="*/ 1548271 h 1904307"/>
                <a:gd name="connsiteX17" fmla="*/ 1236330 w 1585833"/>
                <a:gd name="connsiteY17" fmla="*/ 1904308 h 1904307"/>
                <a:gd name="connsiteX18" fmla="*/ 1224898 w 1585833"/>
                <a:gd name="connsiteY18" fmla="*/ 1904308 h 1904307"/>
                <a:gd name="connsiteX19" fmla="*/ 868861 w 1585833"/>
                <a:gd name="connsiteY19" fmla="*/ 1548271 h 1904307"/>
                <a:gd name="connsiteX20" fmla="*/ 868861 w 1585833"/>
                <a:gd name="connsiteY20" fmla="*/ 1548271 h 1904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85833" h="1904307">
                  <a:moveTo>
                    <a:pt x="868861" y="1548271"/>
                  </a:moveTo>
                  <a:lnTo>
                    <a:pt x="0" y="1548271"/>
                  </a:lnTo>
                  <a:lnTo>
                    <a:pt x="0" y="1548271"/>
                  </a:lnTo>
                  <a:cubicBezTo>
                    <a:pt x="0" y="1378418"/>
                    <a:pt x="42463" y="1210199"/>
                    <a:pt x="122490" y="1059945"/>
                  </a:cubicBezTo>
                  <a:lnTo>
                    <a:pt x="692475" y="0"/>
                  </a:lnTo>
                  <a:lnTo>
                    <a:pt x="692475" y="0"/>
                  </a:lnTo>
                  <a:cubicBezTo>
                    <a:pt x="867228" y="88193"/>
                    <a:pt x="935822" y="302141"/>
                    <a:pt x="842730" y="473627"/>
                  </a:cubicBezTo>
                  <a:lnTo>
                    <a:pt x="447496" y="1208566"/>
                  </a:lnTo>
                  <a:lnTo>
                    <a:pt x="868861" y="1208566"/>
                  </a:lnTo>
                  <a:lnTo>
                    <a:pt x="868861" y="1174269"/>
                  </a:lnTo>
                  <a:cubicBezTo>
                    <a:pt x="868861" y="971752"/>
                    <a:pt x="1033813" y="806799"/>
                    <a:pt x="1236330" y="806799"/>
                  </a:cubicBezTo>
                  <a:lnTo>
                    <a:pt x="1236330" y="806799"/>
                  </a:lnTo>
                  <a:lnTo>
                    <a:pt x="1236330" y="1208566"/>
                  </a:lnTo>
                  <a:lnTo>
                    <a:pt x="1585834" y="1208566"/>
                  </a:lnTo>
                  <a:lnTo>
                    <a:pt x="1585834" y="1208566"/>
                  </a:lnTo>
                  <a:cubicBezTo>
                    <a:pt x="1585834" y="1396383"/>
                    <a:pt x="1433947" y="1548271"/>
                    <a:pt x="1246129" y="1548271"/>
                  </a:cubicBezTo>
                  <a:lnTo>
                    <a:pt x="1236330" y="1548271"/>
                  </a:lnTo>
                  <a:lnTo>
                    <a:pt x="1236330" y="1904308"/>
                  </a:lnTo>
                  <a:lnTo>
                    <a:pt x="1224898" y="1904308"/>
                  </a:lnTo>
                  <a:cubicBezTo>
                    <a:pt x="1028914" y="1904308"/>
                    <a:pt x="868861" y="1744254"/>
                    <a:pt x="868861" y="1548271"/>
                  </a:cubicBezTo>
                  <a:lnTo>
                    <a:pt x="868861" y="1548271"/>
                  </a:lnTo>
                  <a:close/>
                </a:path>
              </a:pathLst>
            </a:custGeom>
            <a:gradFill flip="none" rotWithShape="1">
              <a:gsLst>
                <a:gs pos="98000">
                  <a:srgbClr val="FCC800"/>
                </a:gs>
                <a:gs pos="0">
                  <a:srgbClr val="FCC800">
                    <a:lumMod val="75000"/>
                    <a:lumOff val="25000"/>
                  </a:srgbClr>
                </a:gs>
              </a:gsLst>
              <a:lin ang="10800000" scaled="1"/>
              <a:tileRect/>
            </a:gradFill>
            <a:ln w="163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6" name="任意多边形: 形状 25"/>
            <p:cNvSpPr/>
            <p:nvPr/>
          </p:nvSpPr>
          <p:spPr>
            <a:xfrm>
              <a:off x="7864794" y="807719"/>
              <a:ext cx="675270" cy="1208565"/>
            </a:xfrm>
            <a:custGeom>
              <a:avLst/>
              <a:gdLst>
                <a:gd name="connsiteX0" fmla="*/ 238404 w 675270"/>
                <a:gd name="connsiteY0" fmla="*/ 1208566 h 1208565"/>
                <a:gd name="connsiteX1" fmla="*/ 238404 w 675270"/>
                <a:gd name="connsiteY1" fmla="*/ 1208566 h 1208565"/>
                <a:gd name="connsiteX2" fmla="*/ 633638 w 675270"/>
                <a:gd name="connsiteY2" fmla="*/ 473627 h 1208565"/>
                <a:gd name="connsiteX3" fmla="*/ 483383 w 675270"/>
                <a:gd name="connsiteY3" fmla="*/ 0 h 1208565"/>
                <a:gd name="connsiteX4" fmla="*/ 483383 w 675270"/>
                <a:gd name="connsiteY4" fmla="*/ 0 h 1208565"/>
                <a:gd name="connsiteX5" fmla="*/ 27722 w 675270"/>
                <a:gd name="connsiteY5" fmla="*/ 860695 h 1208565"/>
                <a:gd name="connsiteX6" fmla="*/ 238404 w 675270"/>
                <a:gd name="connsiteY6" fmla="*/ 1208566 h 120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5270" h="1208565">
                  <a:moveTo>
                    <a:pt x="238404" y="1208566"/>
                  </a:moveTo>
                  <a:lnTo>
                    <a:pt x="238404" y="1208566"/>
                  </a:lnTo>
                  <a:lnTo>
                    <a:pt x="633638" y="473627"/>
                  </a:lnTo>
                  <a:cubicBezTo>
                    <a:pt x="726730" y="302141"/>
                    <a:pt x="658136" y="86559"/>
                    <a:pt x="483383" y="0"/>
                  </a:cubicBezTo>
                  <a:lnTo>
                    <a:pt x="483383" y="0"/>
                  </a:lnTo>
                  <a:cubicBezTo>
                    <a:pt x="483383" y="0"/>
                    <a:pt x="215539" y="503025"/>
                    <a:pt x="27722" y="860695"/>
                  </a:cubicBezTo>
                  <a:cubicBezTo>
                    <a:pt x="-55571" y="1019115"/>
                    <a:pt x="58752" y="1208566"/>
                    <a:pt x="238404" y="1208566"/>
                  </a:cubicBezTo>
                  <a:close/>
                </a:path>
              </a:pathLst>
            </a:custGeom>
            <a:gradFill flip="none" rotWithShape="1">
              <a:gsLst>
                <a:gs pos="98000">
                  <a:srgbClr val="FCC800">
                    <a:lumMod val="90000"/>
                  </a:srgbClr>
                </a:gs>
                <a:gs pos="0">
                  <a:srgbClr val="FCC800">
                    <a:lumMod val="90000"/>
                    <a:lumOff val="10000"/>
                  </a:srgbClr>
                </a:gs>
              </a:gsLst>
              <a:lin ang="5400000" scaled="1"/>
              <a:tileRect/>
            </a:gradFill>
            <a:ln w="163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7" name="任意多边形: 形状 26"/>
            <p:cNvSpPr/>
            <p:nvPr/>
          </p:nvSpPr>
          <p:spPr>
            <a:xfrm>
              <a:off x="8524563" y="1614518"/>
              <a:ext cx="367469" cy="401766"/>
            </a:xfrm>
            <a:custGeom>
              <a:avLst/>
              <a:gdLst>
                <a:gd name="connsiteX0" fmla="*/ 367469 w 367469"/>
                <a:gd name="connsiteY0" fmla="*/ 0 h 401766"/>
                <a:gd name="connsiteX1" fmla="*/ 0 w 367469"/>
                <a:gd name="connsiteY1" fmla="*/ 367469 h 401766"/>
                <a:gd name="connsiteX2" fmla="*/ 0 w 367469"/>
                <a:gd name="connsiteY2" fmla="*/ 401766 h 401766"/>
                <a:gd name="connsiteX3" fmla="*/ 107791 w 367469"/>
                <a:gd name="connsiteY3" fmla="*/ 401766 h 401766"/>
                <a:gd name="connsiteX4" fmla="*/ 367469 w 367469"/>
                <a:gd name="connsiteY4" fmla="*/ 142088 h 401766"/>
                <a:gd name="connsiteX5" fmla="*/ 367469 w 367469"/>
                <a:gd name="connsiteY5" fmla="*/ 0 h 4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7469" h="401766">
                  <a:moveTo>
                    <a:pt x="367469" y="0"/>
                  </a:moveTo>
                  <a:cubicBezTo>
                    <a:pt x="164952" y="0"/>
                    <a:pt x="0" y="164953"/>
                    <a:pt x="0" y="367469"/>
                  </a:cubicBezTo>
                  <a:lnTo>
                    <a:pt x="0" y="401766"/>
                  </a:lnTo>
                  <a:lnTo>
                    <a:pt x="107791" y="401766"/>
                  </a:lnTo>
                  <a:cubicBezTo>
                    <a:pt x="251512" y="401766"/>
                    <a:pt x="367469" y="285809"/>
                    <a:pt x="367469" y="142088"/>
                  </a:cubicBezTo>
                  <a:lnTo>
                    <a:pt x="367469" y="0"/>
                  </a:lnTo>
                  <a:close/>
                </a:path>
              </a:pathLst>
            </a:custGeom>
            <a:gradFill flip="none" rotWithShape="1">
              <a:gsLst>
                <a:gs pos="98000">
                  <a:srgbClr val="FCC800">
                    <a:lumMod val="90000"/>
                  </a:srgbClr>
                </a:gs>
                <a:gs pos="0">
                  <a:srgbClr val="FCC800">
                    <a:lumMod val="90000"/>
                    <a:lumOff val="10000"/>
                  </a:srgbClr>
                </a:gs>
              </a:gsLst>
              <a:lin ang="5400000" scaled="1"/>
              <a:tileRect/>
            </a:gradFill>
            <a:ln w="163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spTree>
    <p:custDataLst>
      <p:tags r:id="rId2"/>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539" name="" descr="&lt;Slide style={{ position: 'relative', width: '1280px', height: '720px', overflow: 'hidden', background: '#ffffff', fontFamily: 'Microsoft YaHei, Arial, sans-serif', color: '#333333' }}&gt;&#10;  &lt;Box style={{ position: 'absolute', top: 20, left: 60, right: 60, height: 80, display: 'flex', flexDirection: 'row', alignItems: 'center', borderBottom: '2px solid #1F4E79' }}&gt;&#10;    &lt;Text style={{ fontSize: 34, fontWeight: 'bold', color: '#1F4E79' }}&gt;场景一 · 化学药与原料药 QC 实验室&lt;/Text&gt;&#10;  &lt;/Box&gt;&#10;  &lt;Box style={{ position: 'absolute', top: 120, left: 60, right: 60, bottom: 60, display: 'flex', flexDirection: 'row', gap: 32 }}&gt;&#10;    &lt;Box style={{ width: 480, height: 540, borderRadius: 12, overflow: 'hidden', position: 'relative' }}&gt;&#10;      &lt;Image src='assets/scene_chem.png' style={{ width: '100%', height: '100%', objectFit: 'cover' }} /&gt;&#10;      &lt;Box style={{ position: 'absolute', bottom: 0, left: 0, width: '100%', background: 'linear-gradient(0deg, rgba(31,78,121,0.85) 0%, rgba(31,78,121,0) 100%)', padding: '30px 20px 16px' }}&gt;&#10;        &lt;Text style={{ fontSize: 18, fontWeight: 'bold', color: '#fff' }}&gt;化学药与原料药 QC 实验室场景&lt;/Text&gt;&#10;      &lt;/Box&gt;&#10;    &lt;/Box&gt;&#10;    &lt;Box style={{ flex: 1, display: 'flex', flexDirection: 'column', gap: 14, justifyContent: 'center' }}&gt;&#10;      &lt;Box style={{ background: '#F5F7FA', borderRadius: 8, padding: 14, borderLeft: '4px solid #1F4E79' }}&gt;&#10;        &lt;Text style={{ fontSize: 18, fontWeight: 'bold', color: '#1F4E79', marginBottom: 4 }}&gt;典型检测任务&lt;/Text&gt;&#10;        &lt;Text style={{ fontSize: 16, color: '#333333', lineHeight: 1.6 }}&gt;原料药及辅料干燥失重（0831）、炽灼残渣（0841）、原料药纯度相关水分控制。&lt;/Text&gt;&#10;      &lt;/Box&gt;&#10;      &lt;Box style={{ background: '#F5F7FA', borderRadius: 8, padding: 14, borderLeft: '4px solid #2E74B5' }}&gt;&#10;        &lt;Text style={{ fontSize: 18, fontWeight: 'bold', color: '#1F4E79', marginBottom: 4 }}&gt;方案组合&lt;/Text&gt;&#10;        &lt;Text style={{ fontSize: 16, color: '#333333', lineHeight: 1.6 }}&gt;C870 系列（水分批量快检）＋ C860 系列（炽灼残渣），共用同一软件平台与数据体系。&lt;/Text&gt;&#10;      &lt;/Box&gt;&#10;      &lt;Box style={{ background: '#F5F7FA', borderRadius: 8, padding: 14, borderLeft: '4px solid #00A0B0' }}&gt;&#10;        &lt;Text style={{ fontSize: 18, fontWeight: 'bold', color: '#1F4E79', marginBottom: 4 }}&gt;实证数据（国内某大型化学药企业）&lt;/Text&gt;&#10;        &lt;Text style={{ fontSize: 16, color: '#333333', lineHeight: 1.6 }}&gt;麦芽糊精干燥失重 4.37%/4.47%（RD 1.13%）、共聚维酮 2.41%/2.42%（RD 0.4%）平行性佳；另完成 5 种样品共 12 杯次检测。&lt;/Text&gt;&#10;      &lt;/Box&gt;&#10;      &lt;Box style={{ padding: 14, background: 'linear-gradient(135deg, #1F4E79 0%, #2E74B5 100%)', borderRadius: 8 }}&gt;&#10;        &lt;Text style={{ fontSize: 16, fontWeight: 'bold', color: '#fff', lineHeight: 1.6 }}&gt;价值点：一致性评价与集采背景下批检量大、时限紧——批量自动化直接缩短放行周期。&lt;/Text&gt;&#10;      &lt;/Box&gt;&#10;    &lt;/Box&gt;&#10;  &lt;/Box&gt;&#10;  &lt;Box style={{ position: 'absolute', bottom: 20, left: 60, right: 60, height: 20, display: 'flex', flexDirection: 'row', justifyContent: 'space-between', alignItems: 'center' }}&gt;&#10;    &lt;Text style={{ fontSize: 13, color: '#8899AA' }}&gt;兰光集成式检测系统解决方案&lt;/Text&gt;&#10;    &lt;Text style={{ fontSize: 13, color: '#8899AA' }}&gt;29 / 37&lt;/Text&gt;&#10;  &lt;/Box&gt;&#10;&lt;/Slide&gt;&#10;"/>
        <p:cNvGrpSpPr/>
        <p:nvPr/>
      </p:nvGrpSpPr>
      <p:grpSpPr>
        <a:xfrm>
          <a:off x="0" y="0"/>
          <a:ext cx="0" cy="0"/>
          <a:chOff x="0" y="0"/>
          <a:chExt cx="0" cy="0"/>
        </a:xfrm>
      </p:grpSpPr>
      <p:sp>
        <p:nvSpPr>
          <p:cNvPr id="4" name="标题 3"/>
          <p:cNvSpPr>
            <a:spLocks noGrp="1"/>
          </p:cNvSpPr>
          <p:nvPr>
            <p:ph type="title"/>
          </p:nvPr>
        </p:nvSpPr>
        <p:spPr/>
        <p:txBody>
          <a:bodyPr/>
          <a:p>
            <a:pPr algn="l"/>
            <a:r>
              <a:rPr lang="zh-CN" altLang="en-US"/>
              <a:t>场景</a:t>
            </a:r>
            <a:r>
              <a:rPr lang="zh-CN" altLang="en-US"/>
              <a:t>一 · </a:t>
            </a:r>
            <a:r>
              <a:rPr lang="zh-CN" altLang="en-US">
                <a:sym typeface="微软雅黑 Light" panose="020B0502040204020203" charset="-122"/>
              </a:rPr>
              <a:t>不挥发物/蒸发残渣（</a:t>
            </a:r>
            <a:r>
              <a:rPr lang="en-US" altLang="zh-CN">
                <a:sym typeface="微软雅黑 Light" panose="020B0502040204020203" charset="-122"/>
              </a:rPr>
              <a:t>C840</a:t>
            </a:r>
            <a:r>
              <a:rPr lang="zh-CN" altLang="en-US">
                <a:sym typeface="微软雅黑 Light" panose="020B0502040204020203" charset="-122"/>
              </a:rPr>
              <a:t>）</a:t>
            </a:r>
            <a:endParaRPr lang="zh-CN" altLang="en-US"/>
          </a:p>
        </p:txBody>
      </p:sp>
      <p:sp>
        <p:nvSpPr>
          <p:cNvPr id="5" name="AutoShape 5"/>
          <p:cNvSpPr/>
          <p:nvPr/>
        </p:nvSpPr>
        <p:spPr>
          <a:xfrm>
            <a:off x="464185" y="995680"/>
            <a:ext cx="2133600" cy="269240"/>
          </a:xfrm>
          <a:prstGeom prst="rect">
            <a:avLst/>
          </a:prstGeom>
          <a:noFill/>
          <a:ln w="12700" cap="flat" cmpd="sng">
            <a:noFill/>
            <a:prstDash val="solid"/>
            <a:round/>
          </a:ln>
        </p:spPr>
        <p:txBody>
          <a:bodyPr vert="horz" wrap="none" lIns="0" tIns="0" rIns="0" bIns="0" rtlCol="0" anchor="ctr" anchorCtr="0">
            <a:spAutoFit/>
          </a:bodyPr>
          <a:lstStyle/>
          <a:p>
            <a:pPr marL="0" indent="0" algn="l">
              <a:lnSpc>
                <a:spcPct val="125000"/>
              </a:lnSpc>
              <a:defRPr/>
            </a:pPr>
            <a:r>
              <a:rPr lang="en-US" sz="14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客户：</a:t>
            </a:r>
            <a:r>
              <a:rPr lang="zh-CN" altLang="en-US" sz="14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华东某综合制药企业</a:t>
            </a:r>
            <a:endParaRPr lang="zh-CN" altLang="en-US" sz="14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grpSp>
        <p:nvGrpSpPr>
          <p:cNvPr id="7" name="组合 6"/>
          <p:cNvGrpSpPr/>
          <p:nvPr/>
        </p:nvGrpSpPr>
        <p:grpSpPr>
          <a:xfrm>
            <a:off x="462280" y="5207000"/>
            <a:ext cx="11287760" cy="1276452"/>
            <a:chOff x="728" y="7602"/>
            <a:chExt cx="17776" cy="2610"/>
          </a:xfrm>
        </p:grpSpPr>
        <p:sp>
          <p:nvSpPr>
            <p:cNvPr id="12" name="AutoShape 12"/>
            <p:cNvSpPr/>
            <p:nvPr/>
          </p:nvSpPr>
          <p:spPr>
            <a:xfrm>
              <a:off x="732" y="7602"/>
              <a:ext cx="17772" cy="2602"/>
            </a:xfrm>
            <a:prstGeom prst="roundRect">
              <a:avLst>
                <a:gd name="adj" fmla="val 4651"/>
              </a:avLst>
            </a:prstGeom>
            <a:solidFill>
              <a:srgbClr val="FFFFFF">
                <a:alpha val="100000"/>
              </a:srgbClr>
            </a:solidFill>
            <a:ln w="12700" cap="flat" cmpd="sng">
              <a:solidFill>
                <a:srgbClr val="FCC800">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8178" y="7755"/>
              <a:ext cx="2880" cy="754"/>
            </a:xfrm>
            <a:prstGeom prst="rect">
              <a:avLst/>
            </a:prstGeom>
            <a:noFill/>
            <a:ln w="12700" cap="flat" cmpd="sng">
              <a:noFill/>
              <a:prstDash val="solid"/>
              <a:round/>
            </a:ln>
          </p:spPr>
          <p:txBody>
            <a:bodyPr vert="horz" wrap="square" lIns="0" tIns="0" rIns="0" bIns="0" rtlCol="0" anchor="ctr" anchorCtr="0">
              <a:spAutoFit/>
            </a:bodyPr>
            <a:lstStyle/>
            <a:p>
              <a:pPr marL="0" indent="0" algn="just">
                <a:lnSpc>
                  <a:spcPct val="100000"/>
                </a:lnSpc>
                <a:defRPr/>
              </a:pPr>
              <a:r>
                <a:rPr lang="zh-CN" altLang="en-US" sz="2400" b="1" i="0" u="none" strike="noStrike">
                  <a:solidFill>
                    <a:srgbClr val="FCC800"/>
                  </a:solidFill>
                  <a:latin typeface="微软雅黑" panose="020B0503020204020204" charset="-122"/>
                  <a:ea typeface="微软雅黑" panose="020B0503020204020204" charset="-122"/>
                  <a:cs typeface="微软雅黑" panose="020B0503020204020204" charset="-122"/>
                  <a:sym typeface="微软雅黑 Light" panose="020B0502040204020203" charset="-122"/>
                </a:rPr>
                <a:t>法规刚性提醒</a:t>
              </a:r>
              <a:endParaRPr lang="zh-CN" altLang="en-US" sz="2400" b="1" i="0" u="none" strike="noStrike">
                <a:solidFill>
                  <a:srgbClr val="FCC800"/>
                </a:solidFill>
                <a:latin typeface="微软雅黑" panose="020B0503020204020204" charset="-122"/>
                <a:ea typeface="微软雅黑" panose="020B0503020204020204" charset="-122"/>
                <a:cs typeface="微软雅黑" panose="020B0503020204020204" charset="-122"/>
                <a:sym typeface="微软雅黑 Light" panose="020B0502040204020203" charset="-122"/>
              </a:endParaRPr>
            </a:p>
          </p:txBody>
        </p:sp>
        <p:sp>
          <p:nvSpPr>
            <p:cNvPr id="14" name="AutoShape 14"/>
            <p:cNvSpPr/>
            <p:nvPr/>
          </p:nvSpPr>
          <p:spPr>
            <a:xfrm>
              <a:off x="728" y="8510"/>
              <a:ext cx="17774" cy="1702"/>
            </a:xfrm>
            <a:prstGeom prst="rect">
              <a:avLst/>
            </a:prstGeom>
            <a:noFill/>
            <a:ln w="12700" cap="flat" cmpd="sng">
              <a:noFill/>
              <a:prstDash val="solid"/>
              <a:round/>
            </a:ln>
          </p:spPr>
          <p:txBody>
            <a:bodyPr vert="horz" wrap="square" lIns="90170" tIns="46990" rIns="90170" bIns="46990" rtlCol="0" anchor="ctr" anchorCtr="0">
              <a:noAutofit/>
            </a:bodyPr>
            <a:lstStyle/>
            <a:p>
              <a:pPr lvl="0" indent="406400" algn="l">
                <a:lnSpc>
                  <a:spcPct val="150000"/>
                </a:lnSpc>
                <a:buClrTx/>
                <a:buSzTx/>
                <a:buFontTx/>
                <a:defRPr/>
                <a:extLst>
                  <a:ext uri="{35155182-B16C-46BC-9424-99874614C6A1}">
                    <wpsdc:indentchars xmlns:wpsdc="http://www.wps.cn/officeDocument/2017/drawingmlCustomData" val="200" checksum="1740828767"/>
                  </a:ext>
                </a:extLst>
              </a:pPr>
              <a:r>
                <a:rPr lang="zh-CN" altLang="en-US" sz="16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YBB</a:t>
              </a:r>
              <a:r>
                <a:rPr lang="zh-CN" altLang="en-US" sz="16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系列将总迁移量/不挥发物列为无条件强制项；2025版药典实施后涉及药包材变更须按变更管理规定执行——检测能力是注册备案与入库放行的前置条件。</a:t>
              </a:r>
              <a:endParaRPr lang="zh-CN" altLang="en-US" sz="16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grpSp>
      <p:sp>
        <p:nvSpPr>
          <p:cNvPr id="3" name="AutoShape 6"/>
          <p:cNvSpPr/>
          <p:nvPr/>
        </p:nvSpPr>
        <p:spPr>
          <a:xfrm>
            <a:off x="466725" y="1287780"/>
            <a:ext cx="41868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PVC 固体药用硬片</a:t>
            </a:r>
            <a:endParaRPr 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11" name="AutoShape 5"/>
          <p:cNvSpPr/>
          <p:nvPr/>
        </p:nvSpPr>
        <p:spPr>
          <a:xfrm>
            <a:off x="6236335" y="995680"/>
            <a:ext cx="1422400" cy="269240"/>
          </a:xfrm>
          <a:prstGeom prst="rect">
            <a:avLst/>
          </a:prstGeom>
          <a:noFill/>
          <a:ln w="12700" cap="flat" cmpd="sng">
            <a:noFill/>
            <a:prstDash val="solid"/>
            <a:round/>
          </a:ln>
        </p:spPr>
        <p:txBody>
          <a:bodyPr vert="horz" wrap="none" lIns="0" tIns="0" rIns="0" bIns="0" rtlCol="0" anchor="ctr" anchorCtr="0">
            <a:spAutoFit/>
          </a:bodyPr>
          <a:lstStyle/>
          <a:p>
            <a:pPr marL="0" indent="0" algn="l">
              <a:lnSpc>
                <a:spcPct val="125000"/>
              </a:lnSpc>
              <a:defRPr/>
            </a:pPr>
            <a:r>
              <a:rPr lang="en-US" sz="14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客户：</a:t>
            </a:r>
            <a:r>
              <a:rPr lang="zh-CN" altLang="en-US" sz="14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某制药企业</a:t>
            </a:r>
            <a:endParaRPr lang="zh-CN" altLang="en-US" sz="14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16" name="AutoShape 6"/>
          <p:cNvSpPr/>
          <p:nvPr/>
        </p:nvSpPr>
        <p:spPr>
          <a:xfrm>
            <a:off x="6238875" y="1287780"/>
            <a:ext cx="41868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altLang="zh-CN"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PVC/PVDC</a:t>
            </a:r>
            <a:r>
              <a:rPr lang="zh-CN" alt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固体药用复合硬片</a:t>
            </a:r>
            <a:endParaRPr lang="zh-CN" alt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19" name="AutoShape 8"/>
          <p:cNvSpPr/>
          <p:nvPr/>
        </p:nvSpPr>
        <p:spPr>
          <a:xfrm>
            <a:off x="466725" y="1624965"/>
            <a:ext cx="5486400" cy="525780"/>
          </a:xfrm>
          <a:prstGeom prst="rect">
            <a:avLst/>
          </a:prstGeom>
          <a:noFill/>
          <a:ln w="12700" cap="flat" cmpd="sng">
            <a:noFill/>
            <a:prstDash val="solid"/>
            <a:round/>
          </a:ln>
        </p:spPr>
        <p:txBody>
          <a:bodyPr vert="horz" wrap="square" lIns="0" tIns="0" rIns="0" bIns="0" rtlCol="0" anchor="ctr" anchorCtr="0">
            <a:noAutofit/>
          </a:bodyPr>
          <a:lstStyle/>
          <a:p>
            <a:pPr marL="0" indent="0" algn="l">
              <a:lnSpc>
                <a:spcPct val="125000"/>
              </a:lnSpc>
              <a:defRPr/>
            </a:pPr>
            <a:r>
              <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400cm² 均分 2 份剪碎，200ml 蒸馏水 / 200ml 正己烷 60℃ 水浴 2h；各取 50ml 浸泡液 + 50ml 蒸馏水对照，共 4 样；100℃ 蒸发 3h、105℃ 烘干 2h 全自动</a:t>
            </a:r>
            <a:endPar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graphicFrame>
        <p:nvGraphicFramePr>
          <p:cNvPr id="21" name="Table 9"/>
          <p:cNvGraphicFramePr>
            <a:graphicFrameLocks noGrp="1"/>
          </p:cNvGraphicFramePr>
          <p:nvPr>
            <p:custDataLst>
              <p:tags r:id="rId1"/>
            </p:custDataLst>
          </p:nvPr>
        </p:nvGraphicFramePr>
        <p:xfrm>
          <a:off x="462280" y="2167890"/>
          <a:ext cx="5507355" cy="2847340"/>
        </p:xfrm>
        <a:graphic>
          <a:graphicData uri="http://schemas.openxmlformats.org/drawingml/2006/table">
            <a:tbl>
              <a:tblPr>
                <a:effectLst/>
              </a:tblPr>
              <a:tblGrid>
                <a:gridCol w="461645"/>
                <a:gridCol w="1002665"/>
                <a:gridCol w="607060"/>
                <a:gridCol w="814070"/>
                <a:gridCol w="1148715"/>
                <a:gridCol w="948055"/>
                <a:gridCol w="525145"/>
              </a:tblGrid>
              <a:tr h="468630">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试样</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介质 / 条件</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类别</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残渣量</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折算</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限值</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判定</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r>
              <a:tr h="586740">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001</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蒸馏水 60℃ 2h</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浸泡液</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0.00043 g/L</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0.043</a:t>
                      </a:r>
                      <a:r>
                        <a:rPr lang="en-US" altLang="zh-CN"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mg/100ml</a:t>
                      </a:r>
                      <a:endParaRPr lang="zh-CN" alt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en-US" altLang="zh-CN"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30.0mg/100ml</a:t>
                      </a:r>
                      <a:endParaRPr lang="en-US" altLang="zh-CN"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en-US" altLang="zh-CN"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合格</a:t>
                      </a:r>
                      <a:endParaRPr 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586105">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002</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蒸馏水 60℃ 2h</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对照液</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0.00017 g/L</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0.017</a:t>
                      </a:r>
                      <a:r>
                        <a:rPr lang="en-US" altLang="zh-CN"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mg/100ml</a:t>
                      </a:r>
                      <a:endParaRPr lang="en-US" altLang="zh-CN"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a:noFill/>
                    </a:lnT>
                    <a:lnB w="12700">
                      <a:solidFill>
                        <a:schemeClr val="tx1"/>
                      </a:solidFill>
                      <a:prstDash val="solid"/>
                    </a:lnB>
                    <a:noFill/>
                  </a:tcPr>
                </a:tc>
                <a:tc vMerge="1">
                  <a:tcPr marL="46990" marR="46990" marT="46990" marB="46990" anchor="ctr" anchorCtr="0">
                    <a:lnL w="12700">
                      <a:solidFill>
                        <a:schemeClr val="tx1"/>
                      </a:solidFill>
                      <a:prstDash val="solid"/>
                    </a:lnL>
                    <a:lnR w="12700">
                      <a:solidFill>
                        <a:schemeClr val="tx1"/>
                      </a:solidFill>
                      <a:prstDash val="solid"/>
                    </a:lnR>
                    <a:lnT>
                      <a:noFill/>
                    </a:lnT>
                    <a:lnB w="12700">
                      <a:solidFill>
                        <a:schemeClr val="tx1"/>
                      </a:solidFill>
                      <a:prstDash val="solid"/>
                    </a:lnB>
                    <a:noFill/>
                  </a:tcPr>
                </a:tc>
              </a:tr>
              <a:tr h="586740">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003</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正己烷 60℃ 2h</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浸泡液</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0.00018 g/L</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0.018</a:t>
                      </a:r>
                      <a:r>
                        <a:rPr lang="en-US" altLang="zh-CN" sz="1100" b="1">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mg/100ml</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en-US" altLang="zh-CN"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30.0mg/100ml</a:t>
                      </a:r>
                      <a:endParaRPr lang="en-US" altLang="zh-CN"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en-US" altLang="zh-CN"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合格</a:t>
                      </a:r>
                      <a:endParaRPr 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619125">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004</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正己烷 60℃ 2h</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对照液</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0.00006 g/L</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0.006</a:t>
                      </a:r>
                      <a:r>
                        <a:rPr lang="en-US" altLang="zh-CN"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mg/100ml</a:t>
                      </a:r>
                      <a:endParaRPr lang="en-US" altLang="zh-CN"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a:noFill/>
                    </a:lnT>
                    <a:lnB w="12700">
                      <a:solidFill>
                        <a:schemeClr val="tx1"/>
                      </a:solidFill>
                      <a:prstDash val="solid"/>
                    </a:lnB>
                    <a:noFill/>
                  </a:tcPr>
                </a:tc>
                <a:tc vMerge="1">
                  <a:tcPr marL="46990" marR="46990" marT="46990" marB="46990" anchor="ctr" anchorCtr="0">
                    <a:lnL w="12700">
                      <a:solidFill>
                        <a:schemeClr val="tx1"/>
                      </a:solidFill>
                      <a:prstDash val="solid"/>
                    </a:lnL>
                    <a:lnR w="12700">
                      <a:solidFill>
                        <a:schemeClr val="tx1"/>
                      </a:solidFill>
                      <a:prstDash val="solid"/>
                    </a:lnR>
                    <a:lnT>
                      <a:noFill/>
                    </a:lnT>
                    <a:lnB w="12700">
                      <a:solidFill>
                        <a:schemeClr val="tx1"/>
                      </a:solidFill>
                      <a:prstDash val="solid"/>
                    </a:lnB>
                    <a:noFill/>
                  </a:tcPr>
                </a:tc>
              </a:tr>
            </a:tbl>
          </a:graphicData>
        </a:graphic>
      </p:graphicFrame>
      <p:sp>
        <p:nvSpPr>
          <p:cNvPr id="22" name="AutoShape 8"/>
          <p:cNvSpPr/>
          <p:nvPr/>
        </p:nvSpPr>
        <p:spPr>
          <a:xfrm>
            <a:off x="6236335" y="1628140"/>
            <a:ext cx="5486400" cy="525780"/>
          </a:xfrm>
          <a:prstGeom prst="rect">
            <a:avLst/>
          </a:prstGeom>
          <a:noFill/>
          <a:ln w="12700" cap="flat" cmpd="sng">
            <a:noFill/>
            <a:prstDash val="solid"/>
            <a:round/>
          </a:ln>
        </p:spPr>
        <p:txBody>
          <a:bodyPr vert="horz" wrap="square" lIns="0" tIns="0" rIns="0" bIns="0" rtlCol="0" anchor="ctr" anchorCtr="0">
            <a:noAutofit/>
          </a:bodyPr>
          <a:lstStyle/>
          <a:p>
            <a:pPr marL="0" indent="0" algn="l">
              <a:lnSpc>
                <a:spcPct val="125000"/>
              </a:lnSpc>
              <a:defRPr/>
            </a:pP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分别量取水、65%乙醇供试液与对应空白液各50</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ml，</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分别置于已恒重的蒸发皿中，水浴</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70</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℃，蒸发</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2h，</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烘干105℃，首次烘干240</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min，</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循环烘干60</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min，</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差值模式0.2</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mg</a:t>
            </a:r>
            <a:endPar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graphicFrame>
        <p:nvGraphicFramePr>
          <p:cNvPr id="24" name="Table 6"/>
          <p:cNvGraphicFramePr>
            <a:graphicFrameLocks noGrp="1"/>
          </p:cNvGraphicFramePr>
          <p:nvPr/>
        </p:nvGraphicFramePr>
        <p:xfrm>
          <a:off x="6246495" y="2164080"/>
          <a:ext cx="5503545" cy="2864485"/>
        </p:xfrm>
        <a:graphic>
          <a:graphicData uri="http://schemas.openxmlformats.org/drawingml/2006/table">
            <a:tbl>
              <a:tblPr>
                <a:effectLst/>
              </a:tblPr>
              <a:tblGrid>
                <a:gridCol w="1214120"/>
                <a:gridCol w="720090"/>
                <a:gridCol w="686435"/>
                <a:gridCol w="1178560"/>
                <a:gridCol w="852805"/>
                <a:gridCol w="851535"/>
              </a:tblGrid>
              <a:tr h="482600">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介质/</a:t>
                      </a: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条件</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试样</a:t>
                      </a:r>
                      <a:endParaRPr lang="en-US" sz="1100"/>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残渣量</a:t>
                      </a:r>
                      <a:endParaRPr lang="en-US" sz="1100"/>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不挥发物 </a:t>
                      </a:r>
                      <a:endParaRPr lang="en-US" sz="1100"/>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YBB 限值</a:t>
                      </a:r>
                      <a:endParaRPr lang="en-US" sz="1100"/>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判定</a:t>
                      </a:r>
                      <a:endParaRPr lang="en-US" sz="1100"/>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r>
              <a:tr h="352425">
                <a:tc>
                  <a:txBody>
                    <a:bodyPr rtlCol="0"/>
                    <a:lstStyle/>
                    <a:p>
                      <a:pPr marL="0" indent="0" algn="ctr">
                        <a:lnSpc>
                          <a:spcPct val="100000"/>
                        </a:lnSpc>
                        <a:defRPr/>
                      </a:pPr>
                      <a:r>
                        <a:rPr 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水 70℃ 2h</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空白液</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-0.2 mg</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3">
                  <a:txBody>
                    <a:bodyPr rtlCol="0"/>
                    <a:lstStyle/>
                    <a:p>
                      <a:pPr marL="0" indent="0" algn="ctr">
                        <a:lnSpc>
                          <a:spcPct val="100000"/>
                        </a:lnSpc>
                        <a:defRPr/>
                      </a:pPr>
                      <a:r>
                        <a:rPr lang="en-US" altLang="zh-CN"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0.1mg</a:t>
                      </a:r>
                      <a:endParaRPr lang="en-US" altLang="zh-CN"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3">
                  <a:txBody>
                    <a:bodyPr rtlCol="0"/>
                    <a:lstStyle/>
                    <a:p>
                      <a:pPr marL="0" indent="0" algn="ctr">
                        <a:lnSpc>
                          <a:spcPct val="100000"/>
                        </a:lnSpc>
                        <a:defRPr/>
                      </a:pPr>
                      <a:r>
                        <a:rPr lang="en-US" altLang="zh-CN"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30.0mg/100ml</a:t>
                      </a:r>
                      <a:endPar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52425">
                <a:tc>
                  <a:txBody>
                    <a:bodyPr rtlCol="0"/>
                    <a:lstStyle/>
                    <a:p>
                      <a:pPr marL="0" indent="0" algn="ctr">
                        <a:lnSpc>
                          <a:spcPct val="100000"/>
                        </a:lnSpc>
                        <a:defRPr/>
                      </a:pPr>
                      <a:r>
                        <a:rPr 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水 70℃ 2h</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样品①</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-0.1 mg</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76200" marB="76200" anchor="ctr" anchorCtr="0">
                    <a:lnL w="12700">
                      <a:solidFill>
                        <a:schemeClr val="tx1"/>
                      </a:solidFill>
                      <a:prstDash val="solid"/>
                    </a:lnL>
                    <a:lnR w="12700">
                      <a:solidFill>
                        <a:schemeClr val="tx1"/>
                      </a:solidFill>
                      <a:prstDash val="solid"/>
                    </a:lnR>
                    <a:lnT>
                      <a:noFill/>
                    </a:lnT>
                    <a:lnB>
                      <a:noFill/>
                    </a:lnB>
                    <a:noFill/>
                  </a:tcPr>
                </a:tc>
                <a:tc vMerge="1">
                  <a:tcPr marL="101600" marR="101600" marT="76200" marB="76200" anchor="ctr" anchorCtr="0">
                    <a:lnL w="12700">
                      <a:solidFill>
                        <a:schemeClr val="tx1"/>
                      </a:solidFill>
                      <a:prstDash val="solid"/>
                    </a:lnL>
                    <a:lnR w="12700">
                      <a:solidFill>
                        <a:schemeClr val="tx1"/>
                      </a:solidFill>
                      <a:prstDash val="solid"/>
                    </a:lnR>
                    <a:lnT>
                      <a:noFill/>
                    </a:lnT>
                    <a:lnB>
                      <a:noFill/>
                    </a:lnB>
                    <a:noFill/>
                  </a:tcPr>
                </a:tc>
                <a:tc>
                  <a:txBody>
                    <a:bodyPr rtlCol="0"/>
                    <a:lstStyle/>
                    <a:p>
                      <a:pPr marL="0" indent="0" algn="ctr">
                        <a:lnSpc>
                          <a:spcPct val="100000"/>
                        </a:lnSpc>
                        <a:defRPr/>
                      </a:pPr>
                      <a:r>
                        <a:rPr 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合格</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51155">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水 70℃ 2h</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样品②</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-0.2 mg</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76200" marB="76200" anchor="ctr" anchorCtr="0">
                    <a:lnL w="12700">
                      <a:solidFill>
                        <a:schemeClr val="tx1"/>
                      </a:solidFill>
                      <a:prstDash val="solid"/>
                    </a:lnL>
                    <a:lnR w="12700">
                      <a:solidFill>
                        <a:schemeClr val="tx1"/>
                      </a:solidFill>
                      <a:prstDash val="solid"/>
                    </a:lnR>
                    <a:lnT>
                      <a:noFill/>
                    </a:lnT>
                    <a:lnB w="12700">
                      <a:solidFill>
                        <a:schemeClr val="tx1"/>
                      </a:solidFill>
                      <a:prstDash val="solid"/>
                    </a:lnB>
                    <a:noFill/>
                  </a:tcPr>
                </a:tc>
                <a:tc vMerge="1">
                  <a:tcPr marL="101600" marR="101600" marT="76200" marB="76200" anchor="ctr" anchorCtr="0">
                    <a:lnL w="12700">
                      <a:solidFill>
                        <a:schemeClr val="tx1"/>
                      </a:solidFill>
                      <a:prstDash val="solid"/>
                    </a:lnL>
                    <a:lnR w="12700">
                      <a:solidFill>
                        <a:schemeClr val="tx1"/>
                      </a:solidFill>
                      <a:prstDash val="solid"/>
                    </a:lnR>
                    <a:lnT>
                      <a:noFill/>
                    </a:lnT>
                    <a:lnB w="12700">
                      <a:solidFill>
                        <a:schemeClr val="tx1"/>
                      </a:solidFill>
                      <a:prstDash val="solid"/>
                    </a:lnB>
                    <a:noFill/>
                  </a:tcPr>
                </a:tc>
                <a:tc>
                  <a:txBody>
                    <a:bodyPr rtlCol="0"/>
                    <a:lstStyle/>
                    <a:p>
                      <a:pPr marL="0" indent="0" algn="ctr">
                        <a:lnSpc>
                          <a:spcPct val="100000"/>
                        </a:lnSpc>
                        <a:defRPr/>
                      </a:pPr>
                      <a:r>
                        <a:rPr 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合格</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434340">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65%乙醇 70℃ 2h</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空白液</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-0.2 mg</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3">
                  <a:txBody>
                    <a:bodyPr rtlCol="0"/>
                    <a:lstStyle/>
                    <a:p>
                      <a:pPr marL="0" indent="0" algn="ctr">
                        <a:lnSpc>
                          <a:spcPct val="100000"/>
                        </a:lnSpc>
                        <a:defRPr/>
                      </a:pPr>
                      <a:r>
                        <a:rPr lang="en-US" altLang="zh-CN"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0.3mg</a:t>
                      </a:r>
                      <a:endParaRPr lang="en-US" altLang="zh-CN"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3">
                  <a:txBody>
                    <a:bodyPr rtlCol="0"/>
                    <a:lstStyle/>
                    <a:p>
                      <a:pPr marL="0" indent="0" algn="ctr">
                        <a:lnSpc>
                          <a:spcPct val="100000"/>
                        </a:lnSpc>
                        <a:defRPr/>
                      </a:pPr>
                      <a:r>
                        <a:rPr lang="en-US" altLang="zh-CN"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30.0mg/100ml</a:t>
                      </a:r>
                      <a:endPar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433070">
                <a:tc>
                  <a:txBody>
                    <a:bodyPr rtlCol="0"/>
                    <a:lstStyle/>
                    <a:p>
                      <a:pPr marL="0" indent="0" algn="ctr">
                        <a:lnSpc>
                          <a:spcPct val="100000"/>
                        </a:lnSpc>
                        <a:defRPr/>
                      </a:pPr>
                      <a:r>
                        <a:rPr 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65%乙醇 70℃ 2h</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样品①</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-0.1 mg</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76200" marB="76200" anchor="ctr" anchorCtr="0">
                    <a:lnL w="12700">
                      <a:solidFill>
                        <a:schemeClr val="tx1"/>
                      </a:solidFill>
                      <a:prstDash val="solid"/>
                    </a:lnL>
                    <a:lnR w="12700">
                      <a:solidFill>
                        <a:schemeClr val="tx1"/>
                      </a:solidFill>
                      <a:prstDash val="solid"/>
                    </a:lnR>
                    <a:lnT>
                      <a:noFill/>
                    </a:lnT>
                    <a:lnB>
                      <a:noFill/>
                    </a:lnB>
                    <a:noFill/>
                  </a:tcPr>
                </a:tc>
                <a:tc vMerge="1">
                  <a:tcPr marL="101600" marR="101600" marT="76200" marB="76200" anchor="ctr" anchorCtr="0">
                    <a:lnL w="12700">
                      <a:solidFill>
                        <a:schemeClr val="tx1"/>
                      </a:solidFill>
                      <a:prstDash val="solid"/>
                    </a:lnL>
                    <a:lnR w="12700">
                      <a:solidFill>
                        <a:schemeClr val="tx1"/>
                      </a:solidFill>
                      <a:prstDash val="solid"/>
                    </a:lnR>
                    <a:lnT>
                      <a:noFill/>
                    </a:lnT>
                    <a:lnB>
                      <a:noFill/>
                    </a:lnB>
                    <a:noFill/>
                  </a:tcPr>
                </a:tc>
                <a:tc>
                  <a:txBody>
                    <a:bodyPr rtlCol="0"/>
                    <a:lstStyle/>
                    <a:p>
                      <a:pPr marL="0" indent="0" algn="ctr">
                        <a:lnSpc>
                          <a:spcPct val="100000"/>
                        </a:lnSpc>
                        <a:defRPr/>
                      </a:pPr>
                      <a:r>
                        <a:rPr 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合格</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458470">
                <a:tc>
                  <a:txBody>
                    <a:bodyPr rtlCol="0"/>
                    <a:lstStyle/>
                    <a:p>
                      <a:pPr marL="0" indent="0" algn="ctr">
                        <a:lnSpc>
                          <a:spcPct val="100000"/>
                        </a:lnSpc>
                        <a:defRPr/>
                      </a:pPr>
                      <a:r>
                        <a:rPr 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65%乙醇 70℃ 2h</a:t>
                      </a:r>
                      <a:endParaRPr lang="en-US" sz="1100"/>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样品②</a:t>
                      </a:r>
                      <a:endParaRPr lang="en-US" sz="1100"/>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+0.3 mg</a:t>
                      </a:r>
                      <a:endParaRPr lang="en-US" sz="1100"/>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88900" marB="88900" anchor="ctr" anchorCtr="0">
                    <a:lnL w="12700">
                      <a:solidFill>
                        <a:schemeClr val="tx1"/>
                      </a:solidFill>
                      <a:prstDash val="solid"/>
                    </a:lnL>
                    <a:lnR w="12700">
                      <a:solidFill>
                        <a:schemeClr val="tx1"/>
                      </a:solidFill>
                      <a:prstDash val="solid"/>
                    </a:lnR>
                    <a:lnT>
                      <a:noFill/>
                    </a:lnT>
                    <a:lnB w="12700">
                      <a:solidFill>
                        <a:schemeClr val="tx1"/>
                      </a:solidFill>
                      <a:prstDash val="solid"/>
                    </a:lnB>
                    <a:noFill/>
                  </a:tcPr>
                </a:tc>
                <a:tc vMerge="1">
                  <a:tcPr marL="101600" marR="101600" marT="88900" marB="88900" anchor="ctr" anchorCtr="0">
                    <a:lnL w="12700">
                      <a:solidFill>
                        <a:schemeClr val="tx1"/>
                      </a:solidFill>
                      <a:prstDash val="solid"/>
                    </a:lnL>
                    <a:lnR w="12700">
                      <a:solidFill>
                        <a:schemeClr val="tx1"/>
                      </a:solidFill>
                      <a:prstDash val="solid"/>
                    </a:lnR>
                    <a:lnT>
                      <a:noFill/>
                    </a:lnT>
                    <a:lnB w="12700">
                      <a:solidFill>
                        <a:schemeClr val="tx1"/>
                      </a:solidFill>
                      <a:prstDash val="solid"/>
                    </a:lnB>
                    <a:noFill/>
                  </a:tcPr>
                </a:tc>
                <a:tc>
                  <a:txBody>
                    <a:bodyPr rtlCol="0"/>
                    <a:lstStyle/>
                    <a:p>
                      <a:pPr marL="0" indent="0" algn="ctr">
                        <a:lnSpc>
                          <a:spcPct val="100000"/>
                        </a:lnSpc>
                        <a:defRPr/>
                      </a:pPr>
                      <a:r>
                        <a:rPr 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合格</a:t>
                      </a:r>
                      <a:endParaRPr lang="en-US" sz="1100"/>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Tree>
    <p:custDataLst>
      <p:tags r:id="rId2"/>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539" name="" descr="&lt;Slide style={{ position: 'relative', width: '1280px', height: '720px', overflow: 'hidden', background: '#ffffff', fontFamily: 'Microsoft YaHei, Arial, sans-serif', color: '#333333' }}&gt;&#10;  &lt;Box style={{ position: 'absolute', top: 20, left: 60, right: 60, height: 80, display: 'flex', flexDirection: 'row', alignItems: 'center', borderBottom: '2px solid #1F4E79' }}&gt;&#10;    &lt;Text style={{ fontSize: 34, fontWeight: 'bold', color: '#1F4E79' }}&gt;场景一 · 化学药与原料药 QC 实验室&lt;/Text&gt;&#10;  &lt;/Box&gt;&#10;  &lt;Box style={{ position: 'absolute', top: 120, left: 60, right: 60, bottom: 60, display: 'flex', flexDirection: 'row', gap: 32 }}&gt;&#10;    &lt;Box style={{ width: 480, height: 540, borderRadius: 12, overflow: 'hidden', position: 'relative' }}&gt;&#10;      &lt;Image src='assets/scene_chem.png' style={{ width: '100%', height: '100%', objectFit: 'cover' }} /&gt;&#10;      &lt;Box style={{ position: 'absolute', bottom: 0, left: 0, width: '100%', background: 'linear-gradient(0deg, rgba(31,78,121,0.85) 0%, rgba(31,78,121,0) 100%)', padding: '30px 20px 16px' }}&gt;&#10;        &lt;Text style={{ fontSize: 18, fontWeight: 'bold', color: '#fff' }}&gt;化学药与原料药 QC 实验室场景&lt;/Text&gt;&#10;      &lt;/Box&gt;&#10;    &lt;/Box&gt;&#10;    &lt;Box style={{ flex: 1, display: 'flex', flexDirection: 'column', gap: 14, justifyContent: 'center' }}&gt;&#10;      &lt;Box style={{ background: '#F5F7FA', borderRadius: 8, padding: 14, borderLeft: '4px solid #1F4E79' }}&gt;&#10;        &lt;Text style={{ fontSize: 18, fontWeight: 'bold', color: '#1F4E79', marginBottom: 4 }}&gt;典型检测任务&lt;/Text&gt;&#10;        &lt;Text style={{ fontSize: 16, color: '#333333', lineHeight: 1.6 }}&gt;原料药及辅料干燥失重（0831）、炽灼残渣（0841）、原料药纯度相关水分控制。&lt;/Text&gt;&#10;      &lt;/Box&gt;&#10;      &lt;Box style={{ background: '#F5F7FA', borderRadius: 8, padding: 14, borderLeft: '4px solid #2E74B5' }}&gt;&#10;        &lt;Text style={{ fontSize: 18, fontWeight: 'bold', color: '#1F4E79', marginBottom: 4 }}&gt;方案组合&lt;/Text&gt;&#10;        &lt;Text style={{ fontSize: 16, color: '#333333', lineHeight: 1.6 }}&gt;C870 系列（水分批量快检）＋ C860 系列（炽灼残渣），共用同一软件平台与数据体系。&lt;/Text&gt;&#10;      &lt;/Box&gt;&#10;      &lt;Box style={{ background: '#F5F7FA', borderRadius: 8, padding: 14, borderLeft: '4px solid #00A0B0' }}&gt;&#10;        &lt;Text style={{ fontSize: 18, fontWeight: 'bold', color: '#1F4E79', marginBottom: 4 }}&gt;实证数据（国内某大型化学药企业）&lt;/Text&gt;&#10;        &lt;Text style={{ fontSize: 16, color: '#333333', lineHeight: 1.6 }}&gt;麦芽糊精干燥失重 4.37%/4.47%（RD 1.13%）、共聚维酮 2.41%/2.42%（RD 0.4%）平行性佳；另完成 5 种样品共 12 杯次检测。&lt;/Text&gt;&#10;      &lt;/Box&gt;&#10;      &lt;Box style={{ padding: 14, background: 'linear-gradient(135deg, #1F4E79 0%, #2E74B5 100%)', borderRadius: 8 }}&gt;&#10;        &lt;Text style={{ fontSize: 16, fontWeight: 'bold', color: '#fff', lineHeight: 1.6 }}&gt;价值点：一致性评价与集采背景下批检量大、时限紧——批量自动化直接缩短放行周期。&lt;/Text&gt;&#10;      &lt;/Box&gt;&#10;    &lt;/Box&gt;&#10;  &lt;/Box&gt;&#10;  &lt;Box style={{ position: 'absolute', bottom: 20, left: 60, right: 60, height: 20, display: 'flex', flexDirection: 'row', justifyContent: 'space-between', alignItems: 'center' }}&gt;&#10;    &lt;Text style={{ fontSize: 13, color: '#8899AA' }}&gt;兰光集成式检测系统解决方案&lt;/Text&gt;&#10;    &lt;Text style={{ fontSize: 13, color: '#8899AA' }}&gt;29 / 37&lt;/Text&gt;&#10;  &lt;/Box&gt;&#10;&lt;/Slide&gt;&#10;"/>
        <p:cNvGrpSpPr/>
        <p:nvPr/>
      </p:nvGrpSpPr>
      <p:grpSpPr>
        <a:xfrm>
          <a:off x="0" y="0"/>
          <a:ext cx="0" cy="0"/>
          <a:chOff x="0" y="0"/>
          <a:chExt cx="0" cy="0"/>
        </a:xfrm>
      </p:grpSpPr>
      <p:sp>
        <p:nvSpPr>
          <p:cNvPr id="4" name="标题 3"/>
          <p:cNvSpPr>
            <a:spLocks noGrp="1"/>
          </p:cNvSpPr>
          <p:nvPr>
            <p:ph type="title"/>
          </p:nvPr>
        </p:nvSpPr>
        <p:spPr/>
        <p:txBody>
          <a:bodyPr/>
          <a:p>
            <a:pPr algn="l"/>
            <a:r>
              <a:rPr lang="zh-CN" altLang="en-US">
                <a:sym typeface="+mn-ea"/>
              </a:rPr>
              <a:t>场景二 · 炽灼残渣</a:t>
            </a:r>
            <a:r>
              <a:rPr lang="en-US" altLang="zh-CN">
                <a:sym typeface="+mn-ea"/>
              </a:rPr>
              <a:t>/</a:t>
            </a:r>
            <a:r>
              <a:rPr lang="zh-CN" altLang="en-US">
                <a:sym typeface="+mn-ea"/>
              </a:rPr>
              <a:t>灰分检测</a:t>
            </a:r>
            <a:endParaRPr lang="zh-CN" altLang="en-US"/>
          </a:p>
        </p:txBody>
      </p:sp>
      <p:sp>
        <p:nvSpPr>
          <p:cNvPr id="5" name="AutoShape 5"/>
          <p:cNvSpPr/>
          <p:nvPr/>
        </p:nvSpPr>
        <p:spPr>
          <a:xfrm>
            <a:off x="464185" y="995680"/>
            <a:ext cx="2133600" cy="269240"/>
          </a:xfrm>
          <a:prstGeom prst="rect">
            <a:avLst/>
          </a:prstGeom>
          <a:noFill/>
          <a:ln w="12700" cap="flat" cmpd="sng">
            <a:noFill/>
            <a:prstDash val="solid"/>
            <a:round/>
          </a:ln>
        </p:spPr>
        <p:txBody>
          <a:bodyPr vert="horz" wrap="none" lIns="0" tIns="0" rIns="0" bIns="0" rtlCol="0" anchor="ctr" anchorCtr="0">
            <a:spAutoFit/>
          </a:bodyPr>
          <a:lstStyle/>
          <a:p>
            <a:pPr marL="0" indent="0" algn="l" defTabSz="914400">
              <a:lnSpc>
                <a:spcPct val="125000"/>
              </a:lnSpc>
              <a:defRPr/>
            </a:pPr>
            <a:r>
              <a:rPr lang="zh-CN" altLang="en-US" sz="14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客户：某大型化学制药企业</a:t>
            </a:r>
            <a:endParaRPr lang="zh-CN" altLang="en-US" sz="14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12" name="AutoShape 12"/>
          <p:cNvSpPr/>
          <p:nvPr/>
        </p:nvSpPr>
        <p:spPr>
          <a:xfrm>
            <a:off x="464820" y="5319395"/>
            <a:ext cx="11285220" cy="1160145"/>
          </a:xfrm>
          <a:prstGeom prst="roundRect">
            <a:avLst>
              <a:gd name="adj" fmla="val 4651"/>
            </a:avLst>
          </a:prstGeom>
          <a:solidFill>
            <a:srgbClr val="FFFFFF">
              <a:alpha val="100000"/>
            </a:srgbClr>
          </a:solidFill>
          <a:ln w="12700" cap="flat" cmpd="sng">
            <a:solidFill>
              <a:srgbClr val="FCC800">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5193030" y="5370830"/>
            <a:ext cx="1828800" cy="368935"/>
          </a:xfrm>
          <a:prstGeom prst="rect">
            <a:avLst/>
          </a:prstGeom>
          <a:noFill/>
          <a:ln w="12700" cap="flat" cmpd="sng">
            <a:noFill/>
            <a:prstDash val="solid"/>
            <a:round/>
          </a:ln>
        </p:spPr>
        <p:txBody>
          <a:bodyPr vert="horz" wrap="square" lIns="0" tIns="0" rIns="0" bIns="0" rtlCol="0" anchor="ctr" anchorCtr="0">
            <a:spAutoFit/>
          </a:bodyPr>
          <a:lstStyle/>
          <a:p>
            <a:pPr marL="0" indent="0" algn="ctr">
              <a:lnSpc>
                <a:spcPct val="100000"/>
              </a:lnSpc>
              <a:defRPr/>
            </a:pPr>
            <a:r>
              <a:rPr lang="zh-CN" altLang="en-US" sz="2400" b="1" i="0" u="none" strike="noStrike">
                <a:solidFill>
                  <a:srgbClr val="FCC800"/>
                </a:solidFill>
                <a:latin typeface="微软雅黑" panose="020B0503020204020204" charset="-122"/>
                <a:ea typeface="微软雅黑" panose="020B0503020204020204" charset="-122"/>
                <a:cs typeface="微软雅黑" panose="020B0503020204020204" charset="-122"/>
                <a:sym typeface="微软雅黑 Light" panose="020B0502040204020203" charset="-122"/>
              </a:rPr>
              <a:t>客户</a:t>
            </a:r>
            <a:r>
              <a:rPr lang="zh-CN" altLang="en-US" sz="2400" b="1" i="0" u="none" strike="noStrike">
                <a:solidFill>
                  <a:srgbClr val="FCC800"/>
                </a:solidFill>
                <a:latin typeface="微软雅黑" panose="020B0503020204020204" charset="-122"/>
                <a:ea typeface="微软雅黑" panose="020B0503020204020204" charset="-122"/>
                <a:cs typeface="微软雅黑" panose="020B0503020204020204" charset="-122"/>
                <a:sym typeface="微软雅黑 Light" panose="020B0502040204020203" charset="-122"/>
              </a:rPr>
              <a:t>价值</a:t>
            </a:r>
            <a:endParaRPr lang="zh-CN" altLang="en-US" sz="2400" b="1" i="0" u="none" strike="noStrike">
              <a:solidFill>
                <a:srgbClr val="FCC800"/>
              </a:solidFill>
              <a:latin typeface="微软雅黑" panose="020B0503020204020204" charset="-122"/>
              <a:ea typeface="微软雅黑" panose="020B0503020204020204" charset="-122"/>
              <a:cs typeface="微软雅黑" panose="020B0503020204020204" charset="-122"/>
              <a:sym typeface="微软雅黑 Light" panose="020B0502040204020203" charset="-122"/>
            </a:endParaRPr>
          </a:p>
        </p:txBody>
      </p:sp>
      <p:sp>
        <p:nvSpPr>
          <p:cNvPr id="14" name="AutoShape 14"/>
          <p:cNvSpPr/>
          <p:nvPr/>
        </p:nvSpPr>
        <p:spPr>
          <a:xfrm>
            <a:off x="462280" y="5687695"/>
            <a:ext cx="11286490" cy="791845"/>
          </a:xfrm>
          <a:prstGeom prst="rect">
            <a:avLst/>
          </a:prstGeom>
          <a:noFill/>
          <a:ln w="12700" cap="flat" cmpd="sng">
            <a:noFill/>
            <a:prstDash val="solid"/>
            <a:round/>
          </a:ln>
        </p:spPr>
        <p:txBody>
          <a:bodyPr vert="horz" wrap="square" lIns="90170" tIns="46990" rIns="90170" bIns="46990" rtlCol="0" anchor="ctr" anchorCtr="0">
            <a:noAutofit/>
          </a:bodyPr>
          <a:lstStyle/>
          <a:p>
            <a:pPr indent="406400" algn="l" fontAlgn="auto">
              <a:lnSpc>
                <a:spcPct val="150000"/>
              </a:lnSpc>
              <a:defRPr/>
              <a:extLst>
                <a:ext uri="{35155182-B16C-46BC-9424-99874614C6A1}">
                  <wpsdc:indentchars xmlns:wpsdc="http://www.wps.cn/officeDocument/2017/drawingmlCustomData" val="200" checksum="1740828767"/>
                </a:ext>
              </a:extLst>
            </a:pPr>
            <a:r>
              <a:rPr lang="zh-CN" altLang="en-US" sz="16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平行一致性高，批次间数据稳定；批量检测，验证周期大幅缩短；依据检测</a:t>
            </a:r>
            <a:r>
              <a:rPr lang="zh-CN" altLang="en-US" sz="16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要求，方法参数灵活配置；灼烧过程自动化，高温风险归零。</a:t>
            </a:r>
            <a:endParaRPr lang="zh-CN" altLang="en-US" sz="16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3" name="AutoShape 6"/>
          <p:cNvSpPr/>
          <p:nvPr/>
        </p:nvSpPr>
        <p:spPr>
          <a:xfrm>
            <a:off x="466725" y="1308735"/>
            <a:ext cx="1720215" cy="288290"/>
          </a:xfrm>
          <a:prstGeom prst="rect">
            <a:avLst/>
          </a:prstGeom>
          <a:noFill/>
          <a:ln w="12700" cap="flat" cmpd="sng">
            <a:noFill/>
            <a:prstDash val="solid"/>
            <a:round/>
          </a:ln>
        </p:spPr>
        <p:txBody>
          <a:bodyPr vert="horz" wrap="none" lIns="0" tIns="0" rIns="0" bIns="0" rtlCol="0" anchor="ctr" anchorCtr="0">
            <a:spAutoFit/>
          </a:bodyPr>
          <a:lstStyle/>
          <a:p>
            <a:pPr marL="0" indent="0" algn="l" defTabSz="914400">
              <a:lnSpc>
                <a:spcPct val="125000"/>
              </a:lnSpc>
              <a:defRPr/>
            </a:pPr>
            <a:r>
              <a:rPr lang="zh-CN" altLang="en-US" sz="1500" b="1">
                <a:solidFill>
                  <a:srgbClr val="404040"/>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某药粉炽灼残渣检测</a:t>
            </a:r>
            <a:endParaRPr 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11" name="AutoShape 5"/>
          <p:cNvSpPr/>
          <p:nvPr/>
        </p:nvSpPr>
        <p:spPr>
          <a:xfrm>
            <a:off x="6236335" y="995680"/>
            <a:ext cx="1422400" cy="269240"/>
          </a:xfrm>
          <a:prstGeom prst="rect">
            <a:avLst/>
          </a:prstGeom>
          <a:noFill/>
          <a:ln w="12700" cap="flat" cmpd="sng">
            <a:noFill/>
            <a:prstDash val="solid"/>
            <a:round/>
          </a:ln>
        </p:spPr>
        <p:txBody>
          <a:bodyPr vert="horz" wrap="none" lIns="0" tIns="0" rIns="0" bIns="0" rtlCol="0" anchor="ctr" anchorCtr="0">
            <a:spAutoFit/>
          </a:bodyPr>
          <a:lstStyle/>
          <a:p>
            <a:pPr marL="0" indent="0" algn="l">
              <a:lnSpc>
                <a:spcPct val="125000"/>
              </a:lnSpc>
              <a:defRPr/>
            </a:pPr>
            <a:r>
              <a:rPr lang="en-US" sz="14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客户：</a:t>
            </a:r>
            <a:r>
              <a:rPr lang="zh-CN" altLang="en-US" sz="14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某</a:t>
            </a:r>
            <a:r>
              <a:rPr lang="zh-CN" altLang="en-US" sz="14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药检机构</a:t>
            </a:r>
            <a:endParaRPr lang="zh-CN" altLang="en-US" sz="14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16" name="AutoShape 6"/>
          <p:cNvSpPr/>
          <p:nvPr/>
        </p:nvSpPr>
        <p:spPr>
          <a:xfrm>
            <a:off x="6238875" y="1287780"/>
            <a:ext cx="41868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zh-CN" alt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小破碱</a:t>
            </a:r>
            <a:r>
              <a:rPr lang="en-US" altLang="zh-CN"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zh-CN" alt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沙芬酰胺</a:t>
            </a:r>
            <a:r>
              <a:rPr lang="en-US" altLang="zh-CN"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 </a:t>
            </a:r>
            <a:r>
              <a:rPr lang="zh-CN" alt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灰分</a:t>
            </a:r>
            <a:r>
              <a:rPr lang="zh-CN" alt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检测</a:t>
            </a:r>
            <a:endParaRPr lang="zh-CN" alt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19" name="AutoShape 8"/>
          <p:cNvSpPr/>
          <p:nvPr/>
        </p:nvSpPr>
        <p:spPr>
          <a:xfrm>
            <a:off x="466725" y="1624965"/>
            <a:ext cx="5486400" cy="645795"/>
          </a:xfrm>
          <a:prstGeom prst="rect">
            <a:avLst/>
          </a:prstGeom>
          <a:noFill/>
          <a:ln w="12700" cap="flat" cmpd="sng">
            <a:noFill/>
            <a:prstDash val="solid"/>
            <a:round/>
          </a:ln>
        </p:spPr>
        <p:txBody>
          <a:bodyPr vert="horz" wrap="square" lIns="0" tIns="0" rIns="0" bIns="0" rtlCol="0" anchor="ctr" anchorCtr="0">
            <a:noAutofit/>
          </a:bodyPr>
          <a:lstStyle/>
          <a:p>
            <a:pPr marL="0" indent="0" algn="l" defTabSz="914400">
              <a:lnSpc>
                <a:spcPct val="125000"/>
              </a:lnSpc>
              <a:defRPr/>
            </a:pP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空杯：炽灼温度:750°</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C</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；首次炽灼时间:60</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min</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；循环炽灼时间:30</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min</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；差值模式(≤0.2</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mg)</a:t>
            </a:r>
            <a:endPar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p>
            <a:pPr marL="0" algn="l" defTabSz="914400">
              <a:lnSpc>
                <a:spcPct val="125000"/>
              </a:lnSpc>
              <a:buClrTx/>
              <a:buSzTx/>
              <a:buFontTx/>
              <a:defRPr/>
            </a:pP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试样：炭化温度:200°C；灰化温度:750°C；首次炽灼时间:120min；循环炽灼时间:30min；差值模式(≤0.2mg)；试样取样量:1.0</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g</a:t>
            </a:r>
            <a:endPar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graphicFrame>
        <p:nvGraphicFramePr>
          <p:cNvPr id="21" name="Table 9"/>
          <p:cNvGraphicFramePr>
            <a:graphicFrameLocks noGrp="1"/>
          </p:cNvGraphicFramePr>
          <p:nvPr>
            <p:custDataLst>
              <p:tags r:id="rId1"/>
            </p:custDataLst>
          </p:nvPr>
        </p:nvGraphicFramePr>
        <p:xfrm>
          <a:off x="462280" y="2300605"/>
          <a:ext cx="5493385" cy="2925445"/>
        </p:xfrm>
        <a:graphic>
          <a:graphicData uri="http://schemas.openxmlformats.org/drawingml/2006/table">
            <a:tbl>
              <a:tblPr>
                <a:effectLst/>
              </a:tblPr>
              <a:tblGrid>
                <a:gridCol w="628015"/>
                <a:gridCol w="1367790"/>
                <a:gridCol w="882650"/>
                <a:gridCol w="1051560"/>
                <a:gridCol w="1563370"/>
              </a:tblGrid>
              <a:tr h="474345">
                <a:tc>
                  <a:txBody>
                    <a:bodyPr rtlCol="0"/>
                    <a:lstStyle/>
                    <a:p>
                      <a:pPr marL="0" indent="0" algn="ctr">
                        <a:lnSpc>
                          <a:spcPct val="100000"/>
                        </a:lnSpc>
                        <a:defRPr/>
                      </a:pP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杯号</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残渣（</a:t>
                      </a:r>
                      <a:r>
                        <a:rPr lang="en-US" altLang="zh-CN"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测定差（</a:t>
                      </a:r>
                      <a:r>
                        <a:rPr lang="en-US" altLang="zh-CN"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平均值</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RD</a:t>
                      </a: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值（平行差</a:t>
                      </a:r>
                      <a:r>
                        <a:rPr lang="en-US" altLang="zh-CN"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r>
              <a:tr h="394335">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001</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altLang="zh-CN" sz="1100"/>
                        <a:t>6.13</a:t>
                      </a:r>
                      <a:endParaRPr lang="en-US" altLang="zh-CN"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0.28</a:t>
                      </a:r>
                      <a:endPar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5.99</a:t>
                      </a:r>
                      <a:endPar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0.05</a:t>
                      </a:r>
                      <a:endParaRPr lang="en-US" altLang="zh-CN"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93065">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002</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altLang="zh-CN" sz="1000">
                          <a:sym typeface="+mn-ea"/>
                        </a:rPr>
                        <a:t>5.85</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416560">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003</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altLang="zh-CN" sz="1000">
                          <a:sym typeface="+mn-ea"/>
                        </a:rPr>
                        <a:t>5.48</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0.07</a:t>
                      </a:r>
                      <a:endPar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5.45</a:t>
                      </a:r>
                      <a:endPar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0.01</a:t>
                      </a:r>
                      <a:endParaRPr lang="en-US" altLang="zh-CN"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415290">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004</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altLang="zh-CN" sz="1000">
                          <a:sym typeface="+mn-ea"/>
                        </a:rPr>
                        <a:t>5.41</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415925">
                <a:tc>
                  <a:txBody>
                    <a:bodyPr/>
                    <a:p>
                      <a:pPr marL="0" indent="0" algn="ctr">
                        <a:lnSpc>
                          <a:spcPct val="100000"/>
                        </a:lnSpc>
                        <a:buNone/>
                        <a:defRPr/>
                      </a:pPr>
                      <a:r>
                        <a:rPr lang="en-US" altLang="en-US" sz="1100"/>
                        <a:t>005</a:t>
                      </a:r>
                      <a:endParaRPr lang="en-US" alt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indent="0" algn="ctr">
                        <a:lnSpc>
                          <a:spcPct val="100000"/>
                        </a:lnSpc>
                        <a:defRPr/>
                      </a:pPr>
                      <a:r>
                        <a:rPr lang="en-US" altLang="zh-CN" sz="1100">
                          <a:sym typeface="+mn-ea"/>
                        </a:rPr>
                        <a:t>5.32</a:t>
                      </a:r>
                      <a:endParaRPr lang="en-US" alt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indent="0" algn="ctr">
                        <a:lnSpc>
                          <a:spcPct val="100000"/>
                        </a:lnSpc>
                        <a:buNone/>
                        <a:defRPr/>
                      </a:pPr>
                      <a:r>
                        <a:rPr lang="en-US" altLang="en-US" sz="1100"/>
                        <a:t>0.02</a:t>
                      </a:r>
                      <a:endParaRPr lang="en-US" alt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indent="0" algn="ctr">
                        <a:lnSpc>
                          <a:spcPct val="100000"/>
                        </a:lnSpc>
                        <a:buNone/>
                        <a:defRPr/>
                      </a:pPr>
                      <a:r>
                        <a:rPr lang="en-US" altLang="en-US" sz="1100"/>
                        <a:t>5.31</a:t>
                      </a:r>
                      <a:endParaRPr lang="en-US" alt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algn="ctr">
                        <a:lnSpc>
                          <a:spcPct val="100000"/>
                        </a:lnSpc>
                        <a:buClrTx/>
                        <a:buSzTx/>
                        <a:buFontTx/>
                        <a:buNone/>
                        <a:defRPr/>
                      </a:pPr>
                      <a:r>
                        <a:rPr 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0.00</a:t>
                      </a:r>
                      <a:endParaRPr 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415925">
                <a:tc>
                  <a:txBody>
                    <a:bodyPr/>
                    <a:p>
                      <a:pPr marL="0" indent="0" algn="ctr">
                        <a:lnSpc>
                          <a:spcPct val="100000"/>
                        </a:lnSpc>
                        <a:buNone/>
                        <a:defRPr/>
                      </a:pPr>
                      <a:r>
                        <a:rPr lang="en-US" altLang="en-US" sz="1100"/>
                        <a:t>006</a:t>
                      </a:r>
                      <a:endParaRPr lang="en-US" alt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indent="0" algn="ctr">
                        <a:lnSpc>
                          <a:spcPct val="100000"/>
                        </a:lnSpc>
                        <a:defRPr/>
                      </a:pPr>
                      <a:r>
                        <a:rPr lang="en-US" altLang="zh-CN" sz="1100">
                          <a:sym typeface="+mn-ea"/>
                        </a:rPr>
                        <a:t>5.30</a:t>
                      </a:r>
                      <a:endParaRPr lang="en-US" alt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
        <p:nvSpPr>
          <p:cNvPr id="22" name="AutoShape 8"/>
          <p:cNvSpPr/>
          <p:nvPr/>
        </p:nvSpPr>
        <p:spPr>
          <a:xfrm>
            <a:off x="6236335" y="1628140"/>
            <a:ext cx="5486400" cy="645795"/>
          </a:xfrm>
          <a:prstGeom prst="rect">
            <a:avLst/>
          </a:prstGeom>
          <a:noFill/>
          <a:ln w="12700" cap="flat" cmpd="sng">
            <a:noFill/>
            <a:prstDash val="solid"/>
            <a:round/>
          </a:ln>
        </p:spPr>
        <p:txBody>
          <a:bodyPr vert="horz" wrap="square" lIns="0" tIns="0" rIns="0" bIns="0" rtlCol="0" anchor="ctr" anchorCtr="0">
            <a:noAutofit/>
          </a:bodyPr>
          <a:lstStyle/>
          <a:p>
            <a:pPr marL="0" indent="0" algn="l">
              <a:lnSpc>
                <a:spcPct val="125000"/>
              </a:lnSpc>
              <a:defRPr/>
            </a:pP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空杯：灼烧温度:</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5</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50°</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C；</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首次灼烧时间:60</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min；</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循环灼烧时间:30</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min；</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差值模式(＜0.</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3mg)</a:t>
            </a:r>
            <a:endPar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p>
            <a:pPr marL="0" indent="0" algn="l">
              <a:lnSpc>
                <a:spcPct val="125000"/>
              </a:lnSpc>
              <a:defRPr/>
            </a:pP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试样：炭化温度:</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3</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C；</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炭化后加酸</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0.5ml</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；灰化温度:</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5</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50°</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C；</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首次</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炽灼</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时间:</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12</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min；</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循环</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炽灼</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时间:</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6</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min；</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差值模式(</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3mg</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graphicFrame>
        <p:nvGraphicFramePr>
          <p:cNvPr id="24" name="Table 6"/>
          <p:cNvGraphicFramePr>
            <a:graphicFrameLocks noGrp="1"/>
          </p:cNvGraphicFramePr>
          <p:nvPr>
            <p:custDataLst>
              <p:tags r:id="rId2"/>
            </p:custDataLst>
          </p:nvPr>
        </p:nvGraphicFramePr>
        <p:xfrm>
          <a:off x="6246495" y="2300605"/>
          <a:ext cx="5503545" cy="2923540"/>
        </p:xfrm>
        <a:graphic>
          <a:graphicData uri="http://schemas.openxmlformats.org/drawingml/2006/table">
            <a:tbl>
              <a:tblPr>
                <a:effectLst/>
              </a:tblPr>
              <a:tblGrid>
                <a:gridCol w="1211580"/>
                <a:gridCol w="718820"/>
                <a:gridCol w="944880"/>
                <a:gridCol w="2628265"/>
              </a:tblGrid>
              <a:tr h="331470">
                <a:tc>
                  <a:txBody>
                    <a:bodyPr rtlCol="0"/>
                    <a:lstStyle/>
                    <a:p>
                      <a:pPr marL="0" indent="0" algn="ctr">
                        <a:lnSpc>
                          <a:spcPct val="100000"/>
                        </a:lnSpc>
                        <a:defRPr/>
                      </a:pP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杯号</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试样</a:t>
                      </a:r>
                      <a:endParaRPr lang="en-US" sz="1100"/>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质量差</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灰分</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r>
              <a:tr h="306070">
                <a:tc rowSpan="2">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001</a:t>
                      </a:r>
                      <a:endPar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zh-CN" alt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小破碱</a:t>
                      </a:r>
                      <a:endPar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06070">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0.00005g</a:t>
                      </a:r>
                      <a:endPar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0.03</a:t>
                      </a:r>
                      <a:endPar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05435">
                <a:tc rowSpan="2">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002</a:t>
                      </a:r>
                      <a:endPar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zh-CN" alt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小破碱</a:t>
                      </a:r>
                      <a:endPar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21310">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0.00007g</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0.03</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20675">
                <a:tc rowSpan="2">
                  <a:txBody>
                    <a:bodyPr rtlCol="0"/>
                    <a:lstStyle/>
                    <a:p>
                      <a:pPr marL="0" indent="0" algn="ctr">
                        <a:lnSpc>
                          <a:spcPct val="100000"/>
                        </a:lnSpc>
                        <a:buNone/>
                        <a:defRPr/>
                      </a:pPr>
                      <a:r>
                        <a:rPr lang="en-US" altLang="en-US" sz="1100"/>
                        <a:t>003</a:t>
                      </a:r>
                      <a:endParaRPr lang="en-US" alt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zh-CN" alt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沙芬酰胺</a:t>
                      </a:r>
                      <a:endPar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en-US"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39090">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0.00006g</a:t>
                      </a:r>
                      <a:endParaRPr lang="en-US" sz="1100"/>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0.14</a:t>
                      </a:r>
                      <a:endParaRPr lang="en-US" sz="1100"/>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46710">
                <a:tc rowSpan="2">
                  <a:txBody>
                    <a:bodyPr/>
                    <a:p>
                      <a:pPr marL="0" indent="0" algn="ctr">
                        <a:lnSpc>
                          <a:spcPct val="100000"/>
                        </a:lnSpc>
                        <a:buNone/>
                        <a:defRPr/>
                      </a:pPr>
                      <a:r>
                        <a:rPr lang="en-US" altLang="en-US" sz="1100"/>
                        <a:t>004</a:t>
                      </a:r>
                      <a:endParaRPr lang="en-US" alt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algn="ctr">
                        <a:lnSpc>
                          <a:spcPct val="100000"/>
                        </a:lnSpc>
                        <a:buClrTx/>
                        <a:buSzTx/>
                        <a:buFontTx/>
                        <a:buNone/>
                        <a:defRPr/>
                      </a:pPr>
                      <a:r>
                        <a:rPr lang="zh-CN" alt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沙芬酰胺</a:t>
                      </a:r>
                      <a:endParaRPr lang="zh-CN" altLang="en-US" sz="1000">
                        <a:solidFill>
                          <a:srgbClr val="1F2329"/>
                        </a:solidFill>
                        <a:latin typeface="微软雅黑 Light" panose="020B0502040204020203" charset="-122"/>
                        <a:ea typeface="微软雅黑 Light" panose="020B0502040204020203" charset="-122"/>
                        <a:cs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algn="ctr">
                        <a:lnSpc>
                          <a:spcPct val="100000"/>
                        </a:lnSpc>
                        <a:buClrTx/>
                        <a:buSzTx/>
                        <a:buFontTx/>
                        <a:buNone/>
                        <a:defRPr/>
                      </a:pPr>
                      <a:r>
                        <a:rPr lang="en-US" altLang="zh-CN" sz="1000">
                          <a:solidFill>
                            <a:srgbClr val="1F2329"/>
                          </a:solidFill>
                          <a:latin typeface="微软雅黑 Light" panose="020B0502040204020203" charset="-122"/>
                          <a:ea typeface="微软雅黑 Light" panose="020B0502040204020203" charset="-122"/>
                          <a:cs typeface="微软雅黑 Light" panose="020B0502040204020203" charset="-122"/>
                        </a:rPr>
                        <a:t>/</a:t>
                      </a:r>
                      <a:endParaRPr lang="en-US" altLang="zh-CN" sz="1000">
                        <a:solidFill>
                          <a:srgbClr val="1F2329"/>
                        </a:solidFill>
                        <a:latin typeface="微软雅黑 Light" panose="020B0502040204020203" charset="-122"/>
                        <a:ea typeface="微软雅黑 Light" panose="020B0502040204020203" charset="-122"/>
                        <a:cs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algn="ctr">
                        <a:lnSpc>
                          <a:spcPct val="100000"/>
                        </a:lnSpc>
                        <a:buClrTx/>
                        <a:buSzTx/>
                        <a:buFontTx/>
                        <a:buNone/>
                        <a:defRPr/>
                      </a:pPr>
                      <a:r>
                        <a:rPr lang="en-US" altLang="zh-CN" sz="1000">
                          <a:solidFill>
                            <a:srgbClr val="1F2329"/>
                          </a:solidFill>
                          <a:latin typeface="微软雅黑 Light" panose="020B0502040204020203" charset="-122"/>
                          <a:ea typeface="微软雅黑 Light" panose="020B0502040204020203" charset="-122"/>
                          <a:cs typeface="微软雅黑 Light" panose="020B0502040204020203" charset="-122"/>
                        </a:rPr>
                        <a:t>/</a:t>
                      </a:r>
                      <a:endParaRPr lang="en-US" altLang="zh-CN" sz="1000">
                        <a:solidFill>
                          <a:srgbClr val="1F2329"/>
                        </a:solidFill>
                        <a:latin typeface="微软雅黑 Light" panose="020B0502040204020203" charset="-122"/>
                        <a:ea typeface="微软雅黑 Light" panose="020B0502040204020203" charset="-122"/>
                        <a:cs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46710">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algn="ctr">
                        <a:lnSpc>
                          <a:spcPct val="100000"/>
                        </a:lnSpc>
                        <a:buClrTx/>
                        <a:buSzTx/>
                        <a:buFontTx/>
                        <a:buNone/>
                        <a:defRPr/>
                      </a:pPr>
                      <a:r>
                        <a:rPr 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0.00008g</a:t>
                      </a:r>
                      <a:endParaRPr lang="zh-CN" altLang="en-US" sz="1000">
                        <a:solidFill>
                          <a:srgbClr val="1F2329"/>
                        </a:solidFill>
                        <a:latin typeface="微软雅黑 Light" panose="020B0502040204020203" charset="-122"/>
                        <a:ea typeface="微软雅黑 Light" panose="020B0502040204020203" charset="-122"/>
                        <a:cs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algn="ctr">
                        <a:lnSpc>
                          <a:spcPct val="100000"/>
                        </a:lnSpc>
                        <a:buClrTx/>
                        <a:buSzTx/>
                        <a:buFontTx/>
                        <a:buNone/>
                        <a:defRPr/>
                      </a:pPr>
                      <a:r>
                        <a:rPr 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0.07</a:t>
                      </a:r>
                      <a:endParaRPr lang="zh-CN" altLang="en-US" sz="1000">
                        <a:solidFill>
                          <a:srgbClr val="1F2329"/>
                        </a:solidFill>
                        <a:latin typeface="微软雅黑 Light" panose="020B0502040204020203" charset="-122"/>
                        <a:ea typeface="微软雅黑 Light" panose="020B0502040204020203" charset="-122"/>
                        <a:cs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Tree>
    <p:custDataLst>
      <p:tags r:id="rId3"/>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539" name="" descr="&lt;Slide style={{ position: 'relative', width: '1280px', height: '720px', overflow: 'hidden', background: '#ffffff', fontFamily: 'Microsoft YaHei, Arial, sans-serif', color: '#333333' }}&gt;&#10;  &lt;Box style={{ position: 'absolute', top: 20, left: 60, right: 60, height: 80, display: 'flex', flexDirection: 'row', alignItems: 'center', borderBottom: '2px solid #1F4E79' }}&gt;&#10;    &lt;Text style={{ fontSize: 34, fontWeight: 'bold', color: '#1F4E79' }}&gt;场景一 · 化学药与原料药 QC 实验室&lt;/Text&gt;&#10;  &lt;/Box&gt;&#10;  &lt;Box style={{ position: 'absolute', top: 120, left: 60, right: 60, bottom: 60, display: 'flex', flexDirection: 'row', gap: 32 }}&gt;&#10;    &lt;Box style={{ width: 480, height: 540, borderRadius: 12, overflow: 'hidden', position: 'relative' }}&gt;&#10;      &lt;Image src='assets/scene_chem.png' style={{ width: '100%', height: '100%', objectFit: 'cover' }} /&gt;&#10;      &lt;Box style={{ position: 'absolute', bottom: 0, left: 0, width: '100%', background: 'linear-gradient(0deg, rgba(31,78,121,0.85) 0%, rgba(31,78,121,0) 100%)', padding: '30px 20px 16px' }}&gt;&#10;        &lt;Text style={{ fontSize: 18, fontWeight: 'bold', color: '#fff' }}&gt;化学药与原料药 QC 实验室场景&lt;/Text&gt;&#10;      &lt;/Box&gt;&#10;    &lt;/Box&gt;&#10;    &lt;Box style={{ flex: 1, display: 'flex', flexDirection: 'column', gap: 14, justifyContent: 'center' }}&gt;&#10;      &lt;Box style={{ background: '#F5F7FA', borderRadius: 8, padding: 14, borderLeft: '4px solid #1F4E79' }}&gt;&#10;        &lt;Text style={{ fontSize: 18, fontWeight: 'bold', color: '#1F4E79', marginBottom: 4 }}&gt;典型检测任务&lt;/Text&gt;&#10;        &lt;Text style={{ fontSize: 16, color: '#333333', lineHeight: 1.6 }}&gt;原料药及辅料干燥失重（0831）、炽灼残渣（0841）、原料药纯度相关水分控制。&lt;/Text&gt;&#10;      &lt;/Box&gt;&#10;      &lt;Box style={{ background: '#F5F7FA', borderRadius: 8, padding: 14, borderLeft: '4px solid #2E74B5' }}&gt;&#10;        &lt;Text style={{ fontSize: 18, fontWeight: 'bold', color: '#1F4E79', marginBottom: 4 }}&gt;方案组合&lt;/Text&gt;&#10;        &lt;Text style={{ fontSize: 16, color: '#333333', lineHeight: 1.6 }}&gt;C870 系列（水分批量快检）＋ C860 系列（炽灼残渣），共用同一软件平台与数据体系。&lt;/Text&gt;&#10;      &lt;/Box&gt;&#10;      &lt;Box style={{ background: '#F5F7FA', borderRadius: 8, padding: 14, borderLeft: '4px solid #00A0B0' }}&gt;&#10;        &lt;Text style={{ fontSize: 18, fontWeight: 'bold', color: '#1F4E79', marginBottom: 4 }}&gt;实证数据（国内某大型化学药企业）&lt;/Text&gt;&#10;        &lt;Text style={{ fontSize: 16, color: '#333333', lineHeight: 1.6 }}&gt;麦芽糊精干燥失重 4.37%/4.47%（RD 1.13%）、共聚维酮 2.41%/2.42%（RD 0.4%）平行性佳；另完成 5 种样品共 12 杯次检测。&lt;/Text&gt;&#10;      &lt;/Box&gt;&#10;      &lt;Box style={{ padding: 14, background: 'linear-gradient(135deg, #1F4E79 0%, #2E74B5 100%)', borderRadius: 8 }}&gt;&#10;        &lt;Text style={{ fontSize: 16, fontWeight: 'bold', color: '#fff', lineHeight: 1.6 }}&gt;价值点：一致性评价与集采背景下批检量大、时限紧——批量自动化直接缩短放行周期。&lt;/Text&gt;&#10;      &lt;/Box&gt;&#10;    &lt;/Box&gt;&#10;  &lt;/Box&gt;&#10;  &lt;Box style={{ position: 'absolute', bottom: 20, left: 60, right: 60, height: 20, display: 'flex', flexDirection: 'row', justifyContent: 'space-between', alignItems: 'center' }}&gt;&#10;    &lt;Text style={{ fontSize: 13, color: '#8899AA' }}&gt;兰光集成式检测系统解决方案&lt;/Text&gt;&#10;    &lt;Text style={{ fontSize: 13, color: '#8899AA' }}&gt;29 / 37&lt;/Text&gt;&#10;  &lt;/Box&gt;&#10;&lt;/Slide&gt;&#10;"/>
        <p:cNvGrpSpPr/>
        <p:nvPr/>
      </p:nvGrpSpPr>
      <p:grpSpPr>
        <a:xfrm>
          <a:off x="0" y="0"/>
          <a:ext cx="0" cy="0"/>
          <a:chOff x="0" y="0"/>
          <a:chExt cx="0" cy="0"/>
        </a:xfrm>
      </p:grpSpPr>
      <p:sp>
        <p:nvSpPr>
          <p:cNvPr id="4" name="标题 3"/>
          <p:cNvSpPr>
            <a:spLocks noGrp="1"/>
          </p:cNvSpPr>
          <p:nvPr>
            <p:ph type="title"/>
          </p:nvPr>
        </p:nvSpPr>
        <p:spPr/>
        <p:txBody>
          <a:bodyPr/>
          <a:p>
            <a:pPr algn="l"/>
            <a:r>
              <a:rPr lang="zh-CN" altLang="en-US">
                <a:sym typeface="+mn-ea"/>
              </a:rPr>
              <a:t>场景三 · 干燥失重检测</a:t>
            </a:r>
            <a:endParaRPr lang="zh-CN" altLang="en-US"/>
          </a:p>
        </p:txBody>
      </p:sp>
      <p:sp>
        <p:nvSpPr>
          <p:cNvPr id="5" name="AutoShape 5"/>
          <p:cNvSpPr/>
          <p:nvPr/>
        </p:nvSpPr>
        <p:spPr>
          <a:xfrm>
            <a:off x="464185" y="995680"/>
            <a:ext cx="2575560" cy="269240"/>
          </a:xfrm>
          <a:prstGeom prst="rect">
            <a:avLst/>
          </a:prstGeom>
          <a:noFill/>
          <a:ln w="12700" cap="flat" cmpd="sng">
            <a:noFill/>
            <a:prstDash val="solid"/>
            <a:round/>
          </a:ln>
        </p:spPr>
        <p:txBody>
          <a:bodyPr vert="horz" wrap="none" lIns="0" tIns="0" rIns="0" bIns="0" rtlCol="0" anchor="ctr" anchorCtr="0">
            <a:spAutoFit/>
          </a:bodyPr>
          <a:lstStyle/>
          <a:p>
            <a:pPr marL="0" indent="0" algn="l">
              <a:lnSpc>
                <a:spcPct val="125000"/>
              </a:lnSpc>
              <a:defRPr/>
            </a:pPr>
            <a:r>
              <a:rPr lang="en-US" sz="1400">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客户：某大型化学药企QC实验室</a:t>
            </a:r>
            <a:endParaRPr lang="zh-CN" altLang="en-US" sz="14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12" name="AutoShape 12"/>
          <p:cNvSpPr/>
          <p:nvPr/>
        </p:nvSpPr>
        <p:spPr>
          <a:xfrm>
            <a:off x="464820" y="5319395"/>
            <a:ext cx="11285220" cy="1160145"/>
          </a:xfrm>
          <a:prstGeom prst="roundRect">
            <a:avLst>
              <a:gd name="adj" fmla="val 4651"/>
            </a:avLst>
          </a:prstGeom>
          <a:solidFill>
            <a:srgbClr val="FFFFFF">
              <a:alpha val="100000"/>
            </a:srgbClr>
          </a:solidFill>
          <a:ln w="12700" cap="flat" cmpd="sng">
            <a:solidFill>
              <a:srgbClr val="FCC800">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5193030" y="5370830"/>
            <a:ext cx="1828800" cy="368935"/>
          </a:xfrm>
          <a:prstGeom prst="rect">
            <a:avLst/>
          </a:prstGeom>
          <a:noFill/>
          <a:ln w="12700" cap="flat" cmpd="sng">
            <a:noFill/>
            <a:prstDash val="solid"/>
            <a:round/>
          </a:ln>
        </p:spPr>
        <p:txBody>
          <a:bodyPr vert="horz" wrap="square" lIns="0" tIns="0" rIns="0" bIns="0" rtlCol="0" anchor="ctr" anchorCtr="0">
            <a:spAutoFit/>
          </a:bodyPr>
          <a:lstStyle/>
          <a:p>
            <a:pPr marL="0" indent="0" algn="ctr">
              <a:lnSpc>
                <a:spcPct val="100000"/>
              </a:lnSpc>
              <a:defRPr/>
            </a:pPr>
            <a:r>
              <a:rPr lang="zh-CN" altLang="en-US" sz="2400" b="1" i="0" u="none" strike="noStrike">
                <a:solidFill>
                  <a:srgbClr val="FCC800"/>
                </a:solidFill>
                <a:latin typeface="微软雅黑" panose="020B0503020204020204" charset="-122"/>
                <a:ea typeface="微软雅黑" panose="020B0503020204020204" charset="-122"/>
                <a:cs typeface="微软雅黑" panose="020B0503020204020204" charset="-122"/>
                <a:sym typeface="微软雅黑 Light" panose="020B0502040204020203" charset="-122"/>
              </a:rPr>
              <a:t>客户</a:t>
            </a:r>
            <a:r>
              <a:rPr lang="zh-CN" altLang="en-US" sz="2400" b="1" i="0" u="none" strike="noStrike">
                <a:solidFill>
                  <a:srgbClr val="FCC800"/>
                </a:solidFill>
                <a:latin typeface="微软雅黑" panose="020B0503020204020204" charset="-122"/>
                <a:ea typeface="微软雅黑" panose="020B0503020204020204" charset="-122"/>
                <a:cs typeface="微软雅黑" panose="020B0503020204020204" charset="-122"/>
                <a:sym typeface="微软雅黑 Light" panose="020B0502040204020203" charset="-122"/>
              </a:rPr>
              <a:t>价值</a:t>
            </a:r>
            <a:endParaRPr lang="zh-CN" altLang="en-US" sz="2400" b="1" i="0" u="none" strike="noStrike">
              <a:solidFill>
                <a:srgbClr val="FCC800"/>
              </a:solidFill>
              <a:latin typeface="微软雅黑" panose="020B0503020204020204" charset="-122"/>
              <a:ea typeface="微软雅黑" panose="020B0503020204020204" charset="-122"/>
              <a:cs typeface="微软雅黑" panose="020B0503020204020204" charset="-122"/>
              <a:sym typeface="微软雅黑 Light" panose="020B0502040204020203" charset="-122"/>
            </a:endParaRPr>
          </a:p>
        </p:txBody>
      </p:sp>
      <p:sp>
        <p:nvSpPr>
          <p:cNvPr id="14" name="AutoShape 14"/>
          <p:cNvSpPr/>
          <p:nvPr/>
        </p:nvSpPr>
        <p:spPr>
          <a:xfrm>
            <a:off x="462280" y="5687695"/>
            <a:ext cx="11286490" cy="791845"/>
          </a:xfrm>
          <a:prstGeom prst="rect">
            <a:avLst/>
          </a:prstGeom>
          <a:noFill/>
          <a:ln w="12700" cap="flat" cmpd="sng">
            <a:noFill/>
            <a:prstDash val="solid"/>
            <a:round/>
          </a:ln>
        </p:spPr>
        <p:txBody>
          <a:bodyPr vert="horz" wrap="square" lIns="90170" tIns="46990" rIns="90170" bIns="46990" rtlCol="0" anchor="ctr" anchorCtr="0">
            <a:noAutofit/>
          </a:bodyPr>
          <a:lstStyle/>
          <a:p>
            <a:pPr indent="406400" algn="l" fontAlgn="auto">
              <a:lnSpc>
                <a:spcPct val="150000"/>
              </a:lnSpc>
              <a:defRPr/>
              <a:extLst>
                <a:ext uri="{35155182-B16C-46BC-9424-99874614C6A1}">
                  <wpsdc:indentchars xmlns:wpsdc="http://www.wps.cn/officeDocument/2017/drawingmlCustomData" val="200" checksum="1740828767"/>
                </a:ext>
              </a:extLst>
            </a:pPr>
            <a:r>
              <a:rPr lang="zh-CN" altLang="en-US" sz="16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自动化标准操作显著降低平行样差异，为放行判断提供更可信的数据基础；</a:t>
            </a:r>
            <a:r>
              <a:rPr lang="en-US" altLang="zh-CN" sz="16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overnight </a:t>
            </a:r>
            <a:r>
              <a:rPr lang="zh-CN" altLang="en-US" sz="16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批量检测，次日出具结果；数据一键导出，满足 </a:t>
            </a:r>
            <a:r>
              <a:rPr lang="en-US" altLang="zh-CN" sz="16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GMP </a:t>
            </a:r>
            <a:r>
              <a:rPr lang="zh-CN" altLang="en-US" sz="16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记录完整性要求；</a:t>
            </a:r>
            <a:r>
              <a:rPr lang="en-US" altLang="zh-CN" sz="16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QC</a:t>
            </a:r>
            <a:r>
              <a:rPr lang="zh-CN" altLang="en-US" sz="16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人员从重复操作中释放，转向方法开发与审核。</a:t>
            </a:r>
            <a:endParaRPr lang="zh-CN" altLang="en-US" sz="16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3" name="AutoShape 6"/>
          <p:cNvSpPr/>
          <p:nvPr/>
        </p:nvSpPr>
        <p:spPr>
          <a:xfrm>
            <a:off x="466725" y="1308735"/>
            <a:ext cx="2924175" cy="288290"/>
          </a:xfrm>
          <a:prstGeom prst="rect">
            <a:avLst/>
          </a:prstGeom>
          <a:noFill/>
          <a:ln w="12700" cap="flat" cmpd="sng">
            <a:noFill/>
            <a:prstDash val="solid"/>
            <a:round/>
          </a:ln>
        </p:spPr>
        <p:txBody>
          <a:bodyPr vert="horz" wrap="none" lIns="0" tIns="0" rIns="0" bIns="0" rtlCol="0" anchor="ctr" anchorCtr="0">
            <a:spAutoFit/>
          </a:bodyPr>
          <a:lstStyle/>
          <a:p>
            <a:pPr marL="0" indent="0" algn="l" defTabSz="914400">
              <a:lnSpc>
                <a:spcPct val="125000"/>
              </a:lnSpc>
              <a:defRPr/>
            </a:pPr>
            <a:r>
              <a:rPr lang="zh-CN" alt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微晶纤维素、蛋白胨</a:t>
            </a:r>
            <a:r>
              <a:rPr lang="en-US" altLang="zh-CN"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 </a:t>
            </a:r>
            <a:r>
              <a:rPr lang="zh-CN" alt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干燥失重</a:t>
            </a:r>
            <a:r>
              <a:rPr lang="zh-CN" alt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检测</a:t>
            </a:r>
            <a:endParaRPr lang="zh-CN" alt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11" name="AutoShape 5"/>
          <p:cNvSpPr/>
          <p:nvPr/>
        </p:nvSpPr>
        <p:spPr>
          <a:xfrm>
            <a:off x="6236335" y="995680"/>
            <a:ext cx="1422400" cy="269240"/>
          </a:xfrm>
          <a:prstGeom prst="rect">
            <a:avLst/>
          </a:prstGeom>
          <a:noFill/>
          <a:ln w="12700" cap="flat" cmpd="sng">
            <a:noFill/>
            <a:prstDash val="solid"/>
            <a:round/>
          </a:ln>
        </p:spPr>
        <p:txBody>
          <a:bodyPr vert="horz" wrap="none" lIns="0" tIns="0" rIns="0" bIns="0" rtlCol="0" anchor="ctr" anchorCtr="0">
            <a:spAutoFit/>
          </a:bodyPr>
          <a:lstStyle/>
          <a:p>
            <a:pPr marL="0" indent="0" algn="l">
              <a:lnSpc>
                <a:spcPct val="125000"/>
              </a:lnSpc>
              <a:defRPr/>
            </a:pPr>
            <a:r>
              <a:rPr lang="en-US" sz="14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客户：</a:t>
            </a:r>
            <a:r>
              <a:rPr lang="zh-CN" altLang="en-US" sz="14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某制药</a:t>
            </a:r>
            <a:r>
              <a:rPr lang="zh-CN" altLang="en-US" sz="14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企业</a:t>
            </a:r>
            <a:endParaRPr lang="zh-CN" altLang="en-US" sz="1400" b="0" i="0" u="none" strike="noStrike">
              <a:solidFill>
                <a:srgbClr val="3A414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16" name="AutoShape 6"/>
          <p:cNvSpPr/>
          <p:nvPr/>
        </p:nvSpPr>
        <p:spPr>
          <a:xfrm>
            <a:off x="6238875" y="1287780"/>
            <a:ext cx="41868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zh-CN" alt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亚胺</a:t>
            </a:r>
            <a:r>
              <a:rPr lang="en-US" altLang="zh-CN"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 </a:t>
            </a:r>
            <a:r>
              <a:rPr lang="zh-CN" alt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干燥失重检测</a:t>
            </a:r>
            <a:endParaRPr lang="zh-CN" altLang="en-US" sz="1500" b="1" i="0" u="none" strike="noStrike">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19" name="AutoShape 8"/>
          <p:cNvSpPr/>
          <p:nvPr/>
        </p:nvSpPr>
        <p:spPr>
          <a:xfrm>
            <a:off x="466725" y="1624965"/>
            <a:ext cx="5486400" cy="645795"/>
          </a:xfrm>
          <a:prstGeom prst="rect">
            <a:avLst/>
          </a:prstGeom>
          <a:noFill/>
          <a:ln w="12700" cap="flat" cmpd="sng">
            <a:noFill/>
            <a:prstDash val="solid"/>
            <a:round/>
          </a:ln>
        </p:spPr>
        <p:txBody>
          <a:bodyPr vert="horz" wrap="square" lIns="0" tIns="0" rIns="0" bIns="0" rtlCol="0" anchor="ctr" anchorCtr="0">
            <a:noAutofit/>
          </a:bodyPr>
          <a:lstStyle/>
          <a:p>
            <a:pPr marL="0" indent="0" algn="l">
              <a:lnSpc>
                <a:spcPct val="125000"/>
              </a:lnSpc>
              <a:defRPr/>
            </a:pP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空杯：烘干温度:</a:t>
            </a:r>
            <a:r>
              <a:rPr 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105</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C；</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首次烘干时间:</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120min；</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循环烘干时间:</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6</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min；</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差值模式(</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≤0.2mg)</a:t>
            </a:r>
            <a:endPar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p>
            <a:pPr marL="0" indent="0" algn="l">
              <a:lnSpc>
                <a:spcPct val="125000"/>
              </a:lnSpc>
              <a:defRPr/>
            </a:pP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试样：烘干温度:</a:t>
            </a:r>
            <a:r>
              <a:rPr 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105</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C；</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首次烘干时间:</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180min；</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循环烘干时间:</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3</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min；</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差值模式(</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≤0.2mg)</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；试样取样量</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:1.0g</a:t>
            </a:r>
            <a:endPar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sp>
        <p:nvSpPr>
          <p:cNvPr id="22" name="AutoShape 8"/>
          <p:cNvSpPr/>
          <p:nvPr/>
        </p:nvSpPr>
        <p:spPr>
          <a:xfrm>
            <a:off x="6236335" y="1628140"/>
            <a:ext cx="5486400" cy="645795"/>
          </a:xfrm>
          <a:prstGeom prst="rect">
            <a:avLst/>
          </a:prstGeom>
          <a:noFill/>
          <a:ln w="12700" cap="flat" cmpd="sng">
            <a:noFill/>
            <a:prstDash val="solid"/>
            <a:round/>
          </a:ln>
        </p:spPr>
        <p:txBody>
          <a:bodyPr vert="horz" wrap="square" lIns="0" tIns="0" rIns="0" bIns="0" rtlCol="0" anchor="ctr" anchorCtr="0">
            <a:noAutofit/>
          </a:bodyPr>
          <a:lstStyle/>
          <a:p>
            <a:pPr marL="0" indent="0" algn="l">
              <a:lnSpc>
                <a:spcPct val="125000"/>
              </a:lnSpc>
              <a:defRPr/>
            </a:pP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空杯：烘干温度:</a:t>
            </a:r>
            <a:r>
              <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105</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C；</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首次烘干时间:</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120min；</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循环烘干时间:</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6</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min；</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差值模式(</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≤0.2mg)</a:t>
            </a:r>
            <a:endPar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p>
            <a:pPr marL="0" indent="0" algn="l">
              <a:lnSpc>
                <a:spcPct val="125000"/>
              </a:lnSpc>
              <a:defRPr/>
            </a:pP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试样：</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烘干</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温度:</a:t>
            </a:r>
            <a:r>
              <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105</a:t>
            </a:r>
            <a:r>
              <a:rPr lang="zh-CN" alt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en-US" altLang="zh-CN"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C；</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首次烘干时间:</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120min；</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循环烘干时间:</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6</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min；</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差值模式(</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≤0.2mg)</a:t>
            </a:r>
            <a:r>
              <a:rPr lang="zh-CN" altLang="en-US"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；试样取样量</a:t>
            </a:r>
            <a:r>
              <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:1.0g</a:t>
            </a:r>
            <a:endParaRPr lang="en-US" altLang="zh-CN" sz="1000">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p:txBody>
      </p:sp>
      <p:graphicFrame>
        <p:nvGraphicFramePr>
          <p:cNvPr id="1" name="Table 9"/>
          <p:cNvGraphicFramePr>
            <a:graphicFrameLocks noGrp="1"/>
          </p:cNvGraphicFramePr>
          <p:nvPr>
            <p:custDataLst>
              <p:tags r:id="rId1"/>
            </p:custDataLst>
          </p:nvPr>
        </p:nvGraphicFramePr>
        <p:xfrm>
          <a:off x="6229350" y="2284095"/>
          <a:ext cx="5493385" cy="2925445"/>
        </p:xfrm>
        <a:graphic>
          <a:graphicData uri="http://schemas.openxmlformats.org/drawingml/2006/table">
            <a:tbl>
              <a:tblPr>
                <a:effectLst/>
              </a:tblPr>
              <a:tblGrid>
                <a:gridCol w="628015"/>
                <a:gridCol w="1367790"/>
                <a:gridCol w="882650"/>
                <a:gridCol w="1051560"/>
                <a:gridCol w="1563370"/>
              </a:tblGrid>
              <a:tr h="474345">
                <a:tc>
                  <a:txBody>
                    <a:bodyPr rtlCol="0"/>
                    <a:lstStyle/>
                    <a:p>
                      <a:pPr marL="0" indent="0" algn="ctr">
                        <a:lnSpc>
                          <a:spcPct val="100000"/>
                        </a:lnSpc>
                        <a:defRPr/>
                      </a:pP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杯号</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含水量（</a:t>
                      </a:r>
                      <a:r>
                        <a:rPr lang="en-US" altLang="zh-CN"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测定差（</a:t>
                      </a:r>
                      <a:r>
                        <a:rPr lang="en-US" altLang="zh-CN"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平均值</a:t>
                      </a:r>
                      <a:r>
                        <a:rPr lang="zh-CN" altLang="en-US" sz="1000" b="1">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en-US" altLang="zh-CN" sz="1000" b="1">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zh-CN" altLang="en-US" sz="1000" b="1">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RD</a:t>
                      </a: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值</a:t>
                      </a:r>
                      <a:r>
                        <a:rPr lang="zh-CN" altLang="en-US" sz="1000" b="1">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en-US" altLang="zh-CN" sz="1000" b="1">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zh-CN" altLang="en-US" sz="1000" b="1">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r>
              <a:tr h="394335">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001</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altLang="zh-CN" sz="1100"/>
                        <a:t>0.24</a:t>
                      </a:r>
                      <a:endParaRPr lang="en-US" altLang="zh-CN"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0.08</a:t>
                      </a:r>
                      <a:endPar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0.20</a:t>
                      </a:r>
                      <a:endPar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0.40</a:t>
                      </a:r>
                      <a:endParaRPr lang="en-US" altLang="zh-CN"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93065">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002</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altLang="zh-CN" sz="1000">
                          <a:sym typeface="+mn-ea"/>
                        </a:rPr>
                        <a:t>0.16</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416560">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003</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altLang="zh-CN" sz="1000">
                          <a:sym typeface="+mn-ea"/>
                        </a:rPr>
                        <a:t>0.19</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0.07</a:t>
                      </a:r>
                      <a:endParaRPr lang="en-US" sz="1000" b="0" i="0" u="none" strike="noStrike">
                        <a:solidFill>
                          <a:srgbClr val="7A828C"/>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0.23</a:t>
                      </a:r>
                      <a:endPar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0.31</a:t>
                      </a:r>
                      <a:endParaRPr lang="en-US" altLang="zh-CN"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415290">
                <a:tc>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004</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indent="0" algn="ctr">
                        <a:lnSpc>
                          <a:spcPct val="100000"/>
                        </a:lnSpc>
                        <a:defRPr/>
                      </a:pPr>
                      <a:r>
                        <a:rPr lang="en-US" altLang="zh-CN" sz="1000">
                          <a:sym typeface="+mn-ea"/>
                        </a:rPr>
                        <a:t>0.26</a:t>
                      </a:r>
                      <a:endParaRPr 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415925">
                <a:tc>
                  <a:txBody>
                    <a:bodyPr/>
                    <a:p>
                      <a:pPr marL="0" indent="0" algn="ctr">
                        <a:lnSpc>
                          <a:spcPct val="100000"/>
                        </a:lnSpc>
                        <a:buNone/>
                        <a:defRPr/>
                      </a:pPr>
                      <a:r>
                        <a:rPr lang="en-US" altLang="en-US" sz="1100"/>
                        <a:t>005</a:t>
                      </a:r>
                      <a:endParaRPr lang="en-US" alt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indent="0" algn="ctr">
                        <a:lnSpc>
                          <a:spcPct val="100000"/>
                        </a:lnSpc>
                        <a:defRPr/>
                      </a:pPr>
                      <a:r>
                        <a:rPr lang="en-US" altLang="zh-CN" sz="1100">
                          <a:sym typeface="+mn-ea"/>
                        </a:rPr>
                        <a:t>0.23</a:t>
                      </a:r>
                      <a:endParaRPr lang="en-US" alt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indent="0" algn="ctr">
                        <a:lnSpc>
                          <a:spcPct val="100000"/>
                        </a:lnSpc>
                        <a:defRPr/>
                      </a:pPr>
                      <a:r>
                        <a:rPr lang="en-US" altLang="zh-CN" sz="1100">
                          <a:sym typeface="+mn-ea"/>
                        </a:rPr>
                        <a:t>0.01</a:t>
                      </a:r>
                      <a:endParaRPr lang="en-US" alt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indent="0" algn="ctr">
                        <a:lnSpc>
                          <a:spcPct val="100000"/>
                        </a:lnSpc>
                        <a:buNone/>
                        <a:defRPr/>
                      </a:pPr>
                      <a:r>
                        <a:rPr lang="en-US" altLang="en-US" sz="1100"/>
                        <a:t>0.23</a:t>
                      </a:r>
                      <a:endParaRPr lang="en-US" alt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algn="ctr">
                        <a:lnSpc>
                          <a:spcPct val="100000"/>
                        </a:lnSpc>
                        <a:buClrTx/>
                        <a:buSzTx/>
                        <a:buFontTx/>
                        <a:buNone/>
                        <a:defRPr/>
                      </a:pPr>
                      <a:r>
                        <a:rPr 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0.04</a:t>
                      </a:r>
                      <a:endParaRPr lang="en-US" sz="1000" b="1" i="0" u="none" strike="noStrike">
                        <a:solidFill>
                          <a:srgbClr val="0D57A8"/>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415925">
                <a:tc>
                  <a:txBody>
                    <a:bodyPr/>
                    <a:p>
                      <a:pPr marL="0" indent="0" algn="ctr">
                        <a:lnSpc>
                          <a:spcPct val="100000"/>
                        </a:lnSpc>
                        <a:buNone/>
                        <a:defRPr/>
                      </a:pPr>
                      <a:r>
                        <a:rPr lang="en-US" altLang="en-US" sz="1100"/>
                        <a:t>006</a:t>
                      </a:r>
                      <a:endParaRPr lang="en-US" alt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indent="0" algn="ctr">
                        <a:lnSpc>
                          <a:spcPct val="100000"/>
                        </a:lnSpc>
                        <a:defRPr/>
                      </a:pPr>
                      <a:r>
                        <a:rPr lang="en-US" altLang="zh-CN" sz="1100">
                          <a:sym typeface="+mn-ea"/>
                        </a:rPr>
                        <a:t>0.22</a:t>
                      </a:r>
                      <a:endParaRPr lang="en-US" alt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graphicFrame>
        <p:nvGraphicFramePr>
          <p:cNvPr id="2" name="Table 6"/>
          <p:cNvGraphicFramePr>
            <a:graphicFrameLocks noGrp="1"/>
          </p:cNvGraphicFramePr>
          <p:nvPr>
            <p:custDataLst>
              <p:tags r:id="rId2"/>
            </p:custDataLst>
          </p:nvPr>
        </p:nvGraphicFramePr>
        <p:xfrm>
          <a:off x="466725" y="2284095"/>
          <a:ext cx="5495290" cy="2922270"/>
        </p:xfrm>
        <a:graphic>
          <a:graphicData uri="http://schemas.openxmlformats.org/drawingml/2006/table">
            <a:tbl>
              <a:tblPr>
                <a:effectLst/>
              </a:tblPr>
              <a:tblGrid>
                <a:gridCol w="533400"/>
                <a:gridCol w="555625"/>
                <a:gridCol w="1016000"/>
                <a:gridCol w="1000760"/>
                <a:gridCol w="1194435"/>
                <a:gridCol w="1195070"/>
              </a:tblGrid>
              <a:tr h="331470">
                <a:tc>
                  <a:txBody>
                    <a:bodyPr rtlCol="0"/>
                    <a:lstStyle/>
                    <a:p>
                      <a:pPr marL="0" indent="0" algn="ctr">
                        <a:lnSpc>
                          <a:spcPct val="100000"/>
                        </a:lnSpc>
                        <a:defRPr/>
                      </a:pP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杯号</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试样</a:t>
                      </a:r>
                      <a:endParaRPr lang="en-US" sz="1100"/>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rtlCol="0"/>
                    <a:lstStyle/>
                    <a:p>
                      <a:pPr marL="0" indent="0" algn="ctr">
                        <a:lnSpc>
                          <a:spcPct val="100000"/>
                        </a:lnSpc>
                        <a:defRPr/>
                      </a:pP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减失重量（</a:t>
                      </a:r>
                      <a:r>
                        <a:rPr lang="en-US" altLang="zh-CN"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a:p>
                      <a:pPr marL="0" indent="0" algn="ctr">
                        <a:lnSpc>
                          <a:spcPct val="100000"/>
                        </a:lnSpc>
                        <a:buNone/>
                        <a:defRPr/>
                      </a:pP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平均值（</a:t>
                      </a:r>
                      <a:r>
                        <a:rPr lang="en-US" altLang="zh-CN"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a:p>
                      <a:pPr marL="0" indent="0" algn="ctr">
                        <a:lnSpc>
                          <a:spcPct val="100000"/>
                        </a:lnSpc>
                        <a:buNone/>
                        <a:defRPr/>
                      </a:pP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绝对差值（</a:t>
                      </a:r>
                      <a:r>
                        <a:rPr lang="en-US" altLang="zh-CN"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c>
                  <a:txBody>
                    <a:bodyPr/>
                    <a:p>
                      <a:pPr marL="0" indent="0" algn="ctr">
                        <a:lnSpc>
                          <a:spcPct val="100000"/>
                        </a:lnSpc>
                        <a:buNone/>
                        <a:defRPr/>
                      </a:pPr>
                      <a:r>
                        <a:rPr lang="en-US" altLang="zh-CN"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RD</a:t>
                      </a: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值（</a:t>
                      </a:r>
                      <a:r>
                        <a:rPr lang="en-US" altLang="zh-CN"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r>
                        <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a:t>
                      </a:r>
                      <a:endParaRPr lang="zh-CN" altLang="en-US" sz="1000" b="1" i="0" u="none" strike="noStrike">
                        <a:solidFill>
                          <a:srgbClr val="FFFFFF"/>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A2540">
                        <a:alpha val="100000"/>
                      </a:srgbClr>
                    </a:solidFill>
                  </a:tcPr>
                </a:tc>
              </a:tr>
              <a:tr h="305435">
                <a:tc rowSpan="2">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001</a:t>
                      </a:r>
                      <a:endPar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zh-CN" alt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纤维素</a:t>
                      </a:r>
                      <a:endParaRPr lang="zh-CN" alt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algn="ctr">
                        <a:buClrTx/>
                        <a:buSzTx/>
                        <a:buFontTx/>
                        <a:defRPr/>
                      </a:pPr>
                      <a:r>
                        <a:rPr lang="en-US" altLang="zh-CN" sz="1000" i="0"/>
                        <a:t>9.78</a:t>
                      </a:r>
                      <a:endParaRPr lang="en-US" altLang="zh-CN" sz="1000" i="0"/>
                    </a:p>
                  </a:txBody>
                  <a:tcPr marL="68580" marR="6858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indent="0" algn="ctr">
                        <a:lnSpc>
                          <a:spcPct val="100000"/>
                        </a:lnSpc>
                        <a:buNone/>
                        <a:defRPr/>
                      </a:pPr>
                      <a:r>
                        <a:rPr lang="en-US" altLang="zh-CN" sz="1100"/>
                        <a:t>8.48</a:t>
                      </a:r>
                      <a:endParaRPr lang="en-US" altLang="zh-CN"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indent="0" algn="ctr">
                        <a:lnSpc>
                          <a:spcPct val="100000"/>
                        </a:lnSpc>
                        <a:buNone/>
                        <a:defRPr/>
                      </a:pPr>
                      <a:r>
                        <a:rPr lang="en-US" altLang="zh-CN" sz="1100"/>
                        <a:t>2.61</a:t>
                      </a:r>
                      <a:endParaRPr lang="en-US" altLang="zh-CN"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indent="0" algn="ctr">
                        <a:lnSpc>
                          <a:spcPct val="100000"/>
                        </a:lnSpc>
                        <a:buNone/>
                        <a:defRPr/>
                      </a:pPr>
                      <a:r>
                        <a:rPr lang="en-US" altLang="zh-CN" sz="1100"/>
                        <a:t>0.15</a:t>
                      </a:r>
                      <a:endParaRPr lang="en-US" altLang="zh-CN"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06070">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algn="ctr">
                        <a:buClrTx/>
                        <a:buSzTx/>
                        <a:buFontTx/>
                        <a:defRPr/>
                      </a:pPr>
                      <a:r>
                        <a:rPr lang="en-US" altLang="zh-CN" sz="1000" i="0"/>
                        <a:t>7.17</a:t>
                      </a:r>
                      <a:endParaRPr lang="en-US" altLang="zh-CN" sz="1000" i="0"/>
                    </a:p>
                  </a:txBody>
                  <a:tcPr marL="68580" marR="6858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05435">
                <a:tc rowSpan="2">
                  <a:txBody>
                    <a:bodyPr rtlCol="0"/>
                    <a:lstStyle/>
                    <a:p>
                      <a:pPr marL="0" indent="0" algn="ctr">
                        <a:lnSpc>
                          <a:spcPct val="100000"/>
                        </a:lnSpc>
                        <a:defRPr/>
                      </a:pPr>
                      <a:r>
                        <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002</a:t>
                      </a:r>
                      <a:endParaRPr lang="en-US" sz="1000" b="0" i="0" u="none" strike="noStrike">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zh-CN" alt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纤维素</a:t>
                      </a:r>
                      <a:endParaRPr lang="zh-CN" alt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algn="ctr">
                        <a:buClrTx/>
                        <a:buSzTx/>
                        <a:buFontTx/>
                        <a:defRPr/>
                      </a:pPr>
                      <a:r>
                        <a:rPr lang="en-US" altLang="zh-CN" sz="1000" i="0"/>
                        <a:t>9.95</a:t>
                      </a:r>
                      <a:endParaRPr lang="en-US" altLang="zh-CN" sz="1000" i="0"/>
                    </a:p>
                  </a:txBody>
                  <a:tcPr marL="68580" marR="6858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indent="0" algn="ctr">
                        <a:lnSpc>
                          <a:spcPct val="100000"/>
                        </a:lnSpc>
                        <a:buNone/>
                        <a:defRPr/>
                      </a:pPr>
                      <a:r>
                        <a:rPr lang="en-US" altLang="zh-CN" sz="1100"/>
                        <a:t>10.83</a:t>
                      </a:r>
                      <a:endParaRPr lang="en-US" altLang="zh-CN"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indent="0" algn="ctr">
                        <a:lnSpc>
                          <a:spcPct val="100000"/>
                        </a:lnSpc>
                        <a:buNone/>
                        <a:defRPr/>
                      </a:pPr>
                      <a:r>
                        <a:rPr lang="en-US" altLang="zh-CN" sz="1100"/>
                        <a:t>1.76</a:t>
                      </a:r>
                      <a:endParaRPr lang="en-US" altLang="zh-CN"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indent="0" algn="ctr">
                        <a:lnSpc>
                          <a:spcPct val="100000"/>
                        </a:lnSpc>
                        <a:buNone/>
                        <a:defRPr/>
                      </a:pPr>
                      <a:r>
                        <a:rPr lang="en-US" altLang="zh-CN" sz="1100"/>
                        <a:t>0.08</a:t>
                      </a:r>
                      <a:endParaRPr lang="en-US" altLang="zh-CN"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21310">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algn="ctr">
                        <a:buClrTx/>
                        <a:buSzTx/>
                        <a:buFontTx/>
                        <a:defRPr/>
                      </a:pPr>
                      <a:r>
                        <a:rPr lang="en-US" altLang="zh-CN" sz="1000" i="0"/>
                        <a:t>11.71</a:t>
                      </a:r>
                      <a:endParaRPr lang="en-US" altLang="zh-CN" sz="1000" i="0"/>
                    </a:p>
                  </a:txBody>
                  <a:tcPr marL="68580" marR="6858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20675">
                <a:tc rowSpan="2">
                  <a:txBody>
                    <a:bodyPr rtlCol="0"/>
                    <a:lstStyle/>
                    <a:p>
                      <a:pPr marL="0" indent="0" algn="ctr">
                        <a:lnSpc>
                          <a:spcPct val="100000"/>
                        </a:lnSpc>
                        <a:buNone/>
                        <a:defRPr/>
                      </a:pPr>
                      <a:r>
                        <a:rPr lang="en-US" altLang="en-US" sz="1100"/>
                        <a:t>003</a:t>
                      </a:r>
                      <a:endParaRPr lang="en-US" alt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rtlCol="0"/>
                    <a:lstStyle/>
                    <a:p>
                      <a:pPr marL="0" indent="0" algn="ctr">
                        <a:lnSpc>
                          <a:spcPct val="100000"/>
                        </a:lnSpc>
                        <a:defRPr/>
                      </a:pPr>
                      <a:r>
                        <a:rPr lang="zh-CN" alt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蛋白胨</a:t>
                      </a:r>
                      <a:endParaRPr lang="zh-CN" alt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algn="ctr">
                        <a:buClrTx/>
                        <a:buSzTx/>
                        <a:buFontTx/>
                        <a:defRPr/>
                      </a:pPr>
                      <a:r>
                        <a:rPr lang="en-US" altLang="zh-CN" sz="1000" i="0"/>
                        <a:t>7.87</a:t>
                      </a:r>
                      <a:endParaRPr lang="en-US" altLang="zh-CN" sz="1000" i="0"/>
                    </a:p>
                  </a:txBody>
                  <a:tcPr marL="68580" marR="6858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indent="0" algn="ctr">
                        <a:lnSpc>
                          <a:spcPct val="100000"/>
                        </a:lnSpc>
                        <a:buNone/>
                        <a:defRPr/>
                      </a:pPr>
                      <a:r>
                        <a:rPr lang="en-US" altLang="zh-CN" sz="1100"/>
                        <a:t>7.65</a:t>
                      </a:r>
                      <a:endParaRPr lang="en-US" altLang="zh-CN"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indent="0" algn="ctr">
                        <a:lnSpc>
                          <a:spcPct val="100000"/>
                        </a:lnSpc>
                        <a:buNone/>
                        <a:defRPr/>
                      </a:pPr>
                      <a:r>
                        <a:rPr lang="en-US" altLang="zh-CN" sz="1100"/>
                        <a:t>0.45</a:t>
                      </a:r>
                      <a:endParaRPr lang="en-US" altLang="zh-CN"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indent="0" algn="ctr">
                        <a:lnSpc>
                          <a:spcPct val="100000"/>
                        </a:lnSpc>
                        <a:buNone/>
                        <a:defRPr/>
                      </a:pPr>
                      <a:r>
                        <a:rPr lang="en-US" altLang="zh-CN" sz="1100"/>
                        <a:t>0.03</a:t>
                      </a:r>
                      <a:endParaRPr lang="en-US" altLang="zh-CN" sz="1100"/>
                    </a:p>
                  </a:txBody>
                  <a:tcPr marL="101600" marR="101600" marT="76200" marB="762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38455">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rtlCol="0"/>
                    <a:lstStyle/>
                    <a:p>
                      <a:pPr marL="0" algn="ctr">
                        <a:buClrTx/>
                        <a:buSzTx/>
                        <a:buFontTx/>
                        <a:defRPr/>
                      </a:pPr>
                      <a:r>
                        <a:rPr lang="en-US" altLang="zh-CN" sz="1000" i="0"/>
                        <a:t>7.42</a:t>
                      </a:r>
                      <a:endParaRPr lang="en-US" altLang="zh-CN" sz="1000" i="0"/>
                    </a:p>
                  </a:txBody>
                  <a:tcPr marL="68580" marR="6858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46710">
                <a:tc rowSpan="2">
                  <a:txBody>
                    <a:bodyPr/>
                    <a:p>
                      <a:pPr marL="0" indent="0" algn="ctr">
                        <a:lnSpc>
                          <a:spcPct val="100000"/>
                        </a:lnSpc>
                        <a:buNone/>
                        <a:defRPr/>
                      </a:pPr>
                      <a:r>
                        <a:rPr lang="en-US" altLang="en-US" sz="1100"/>
                        <a:t>004</a:t>
                      </a:r>
                      <a:endParaRPr lang="en-US" altLang="en-US" sz="1100"/>
                    </a:p>
                  </a:txBody>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algn="ctr">
                        <a:lnSpc>
                          <a:spcPct val="100000"/>
                        </a:lnSpc>
                        <a:buClrTx/>
                        <a:buSzTx/>
                        <a:buFontTx/>
                        <a:buNone/>
                        <a:defRPr/>
                      </a:pPr>
                      <a:r>
                        <a:rPr lang="zh-CN" alt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蛋白胨</a:t>
                      </a:r>
                      <a:endParaRPr lang="zh-CN" altLang="en-US" sz="1000">
                        <a:solidFill>
                          <a:srgbClr val="1F2329"/>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algn="ctr">
                        <a:buClrTx/>
                        <a:buSzTx/>
                        <a:buFontTx/>
                        <a:defRPr/>
                      </a:pPr>
                      <a:r>
                        <a:rPr lang="en-US" altLang="zh-CN" sz="1000" i="0"/>
                        <a:t>11.76</a:t>
                      </a:r>
                      <a:endParaRPr lang="en-US" altLang="zh-CN" sz="1000" i="0"/>
                    </a:p>
                  </a:txBody>
                  <a:tcPr marL="68580" marR="6858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algn="ctr">
                        <a:lnSpc>
                          <a:spcPct val="100000"/>
                        </a:lnSpc>
                        <a:buClrTx/>
                        <a:buSzTx/>
                        <a:buFontTx/>
                        <a:buNone/>
                        <a:defRPr/>
                      </a:pPr>
                      <a:r>
                        <a:rPr lang="en-US" altLang="zh-CN" sz="1000">
                          <a:solidFill>
                            <a:srgbClr val="1F2329"/>
                          </a:solidFill>
                          <a:latin typeface="微软雅黑 Light" panose="020B0502040204020203" charset="-122"/>
                          <a:ea typeface="微软雅黑 Light" panose="020B0502040204020203" charset="-122"/>
                          <a:cs typeface="微软雅黑 Light" panose="020B0502040204020203" charset="-122"/>
                        </a:rPr>
                        <a:t>9.49</a:t>
                      </a:r>
                      <a:endParaRPr lang="en-US" altLang="zh-CN" sz="1000">
                        <a:solidFill>
                          <a:srgbClr val="1F2329"/>
                        </a:solidFill>
                        <a:latin typeface="微软雅黑 Light" panose="020B0502040204020203" charset="-122"/>
                        <a:ea typeface="微软雅黑 Light" panose="020B0502040204020203" charset="-122"/>
                        <a:cs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algn="ctr">
                        <a:lnSpc>
                          <a:spcPct val="100000"/>
                        </a:lnSpc>
                        <a:buClrTx/>
                        <a:buSzTx/>
                        <a:buFontTx/>
                        <a:buNone/>
                        <a:defRPr/>
                      </a:pPr>
                      <a:r>
                        <a:rPr lang="en-US" altLang="zh-CN" sz="1000">
                          <a:solidFill>
                            <a:srgbClr val="1F2329"/>
                          </a:solidFill>
                          <a:latin typeface="微软雅黑 Light" panose="020B0502040204020203" charset="-122"/>
                          <a:ea typeface="微软雅黑 Light" panose="020B0502040204020203" charset="-122"/>
                          <a:cs typeface="微软雅黑 Light" panose="020B0502040204020203" charset="-122"/>
                        </a:rPr>
                        <a:t>4.55</a:t>
                      </a:r>
                      <a:endParaRPr lang="en-US" altLang="zh-CN" sz="1000">
                        <a:solidFill>
                          <a:srgbClr val="1F2329"/>
                        </a:solidFill>
                        <a:latin typeface="微软雅黑 Light" panose="020B0502040204020203" charset="-122"/>
                        <a:ea typeface="微软雅黑 Light" panose="020B0502040204020203" charset="-122"/>
                        <a:cs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rowSpan="2">
                  <a:txBody>
                    <a:bodyPr/>
                    <a:p>
                      <a:pPr marL="0" algn="ctr">
                        <a:lnSpc>
                          <a:spcPct val="100000"/>
                        </a:lnSpc>
                        <a:buClrTx/>
                        <a:buSzTx/>
                        <a:buFontTx/>
                        <a:buNone/>
                        <a:defRPr/>
                      </a:pPr>
                      <a:r>
                        <a:rPr lang="en-US" altLang="zh-CN" sz="1000">
                          <a:solidFill>
                            <a:srgbClr val="1F2329"/>
                          </a:solidFill>
                          <a:latin typeface="微软雅黑 Light" panose="020B0502040204020203" charset="-122"/>
                          <a:ea typeface="微软雅黑 Light" panose="020B0502040204020203" charset="-122"/>
                          <a:cs typeface="微软雅黑 Light" panose="020B0502040204020203" charset="-122"/>
                        </a:rPr>
                        <a:t>0.24</a:t>
                      </a:r>
                      <a:endParaRPr lang="en-US" altLang="zh-CN" sz="1000">
                        <a:solidFill>
                          <a:srgbClr val="1F2329"/>
                        </a:solidFill>
                        <a:latin typeface="微软雅黑 Light" panose="020B0502040204020203" charset="-122"/>
                        <a:ea typeface="微软雅黑 Light" panose="020B0502040204020203" charset="-122"/>
                        <a:cs typeface="微软雅黑 Light" panose="020B0502040204020203" charset="-122"/>
                      </a:endParaRPr>
                    </a:p>
                  </a:txBody>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46710">
                <a:tc vMerge="1">
                  <a:tcPr marL="46990" marR="46990" marT="46990" marB="4699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algn="ctr">
                        <a:buClrTx/>
                        <a:buSzTx/>
                        <a:buFontTx/>
                        <a:defRPr/>
                      </a:pPr>
                      <a:r>
                        <a:rPr lang="en-US" altLang="zh-CN" sz="1000" i="0"/>
                        <a:t>7.21</a:t>
                      </a:r>
                      <a:endParaRPr lang="en-US" altLang="zh-CN" sz="1000" i="0"/>
                    </a:p>
                  </a:txBody>
                  <a:tcPr marL="68580" marR="6858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vMerge="1">
                  <a:tcPr marL="101600" marR="101600" marT="88900" marB="889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Tree>
    <p:custDataLst>
      <p:tags r:id="rId3"/>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1292225" y="3165475"/>
            <a:ext cx="9608185" cy="1104900"/>
          </a:xfrm>
        </p:spPr>
        <p:txBody>
          <a:bodyPr/>
          <a:lstStyle/>
          <a:p>
            <a:r>
              <a:rPr lang="zh-CN" altLang="en-US">
                <a:solidFill>
                  <a:srgbClr val="FCC800"/>
                </a:solidFill>
                <a:latin typeface="微软雅黑" panose="020B0503020204020204" charset="-122"/>
                <a:ea typeface="微软雅黑" panose="020B0503020204020204" charset="-122"/>
              </a:rPr>
              <a:t>服务支持</a:t>
            </a:r>
            <a:endParaRPr lang="zh-CN" altLang="en-US">
              <a:solidFill>
                <a:srgbClr val="FCC800"/>
              </a:solidFill>
              <a:latin typeface="微软雅黑" panose="020B0503020204020204" charset="-122"/>
              <a:ea typeface="微软雅黑" panose="020B0503020204020204" charset="-122"/>
            </a:endParaRPr>
          </a:p>
        </p:txBody>
      </p:sp>
      <p:sp>
        <p:nvSpPr>
          <p:cNvPr id="7" name="椭圆 6"/>
          <p:cNvSpPr/>
          <p:nvPr/>
        </p:nvSpPr>
        <p:spPr>
          <a:xfrm>
            <a:off x="5299710" y="1303655"/>
            <a:ext cx="1592580" cy="1592580"/>
          </a:xfrm>
          <a:prstGeom prst="ellipse">
            <a:avLst/>
          </a:prstGeom>
          <a:solidFill>
            <a:srgbClr val="0405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6600" b="1">
              <a:latin typeface="微软雅黑" panose="020B0503020204020204" charset="-122"/>
              <a:ea typeface="微软雅黑" panose="020B0503020204020204" charset="-122"/>
            </a:endParaRPr>
          </a:p>
        </p:txBody>
      </p:sp>
      <p:sp>
        <p:nvSpPr>
          <p:cNvPr id="9" name="tab"/>
          <p:cNvSpPr/>
          <p:nvPr/>
        </p:nvSpPr>
        <p:spPr>
          <a:xfrm>
            <a:off x="5376545" y="4539615"/>
            <a:ext cx="1440000" cy="50800"/>
          </a:xfrm>
          <a:prstGeom prst="rect">
            <a:avLst/>
          </a:prstGeom>
          <a:solidFill>
            <a:srgbClr val="F5B700"/>
          </a:solidFill>
          <a:ln>
            <a:noFill/>
          </a:ln>
        </p:spPr>
      </p:sp>
      <p:grpSp>
        <p:nvGrpSpPr>
          <p:cNvPr id="62" name="组合 61"/>
          <p:cNvGrpSpPr>
            <a:grpSpLocks noChangeAspect="1"/>
          </p:cNvGrpSpPr>
          <p:nvPr/>
        </p:nvGrpSpPr>
        <p:grpSpPr>
          <a:xfrm>
            <a:off x="5771718" y="1649945"/>
            <a:ext cx="648564" cy="900000"/>
            <a:chOff x="10149594" y="864880"/>
            <a:chExt cx="1352286" cy="1876543"/>
          </a:xfrm>
        </p:grpSpPr>
        <p:sp>
          <p:nvSpPr>
            <p:cNvPr id="29" name="任意多边形: 形状 28"/>
            <p:cNvSpPr/>
            <p:nvPr/>
          </p:nvSpPr>
          <p:spPr>
            <a:xfrm>
              <a:off x="10149594" y="864880"/>
              <a:ext cx="1352286" cy="1876543"/>
            </a:xfrm>
            <a:custGeom>
              <a:avLst/>
              <a:gdLst>
                <a:gd name="connsiteX0" fmla="*/ 0 w 1352286"/>
                <a:gd name="connsiteY0" fmla="*/ 1687092 h 1876543"/>
                <a:gd name="connsiteX1" fmla="*/ 0 w 1352286"/>
                <a:gd name="connsiteY1" fmla="*/ 1687092 h 1876543"/>
                <a:gd name="connsiteX2" fmla="*/ 385434 w 1352286"/>
                <a:gd name="connsiteY2" fmla="*/ 1518873 h 1876543"/>
                <a:gd name="connsiteX3" fmla="*/ 581418 w 1352286"/>
                <a:gd name="connsiteY3" fmla="*/ 1546637 h 1876543"/>
                <a:gd name="connsiteX4" fmla="*/ 957053 w 1352286"/>
                <a:gd name="connsiteY4" fmla="*/ 1249396 h 1876543"/>
                <a:gd name="connsiteX5" fmla="*/ 548754 w 1352286"/>
                <a:gd name="connsiteY5" fmla="*/ 955420 h 1876543"/>
                <a:gd name="connsiteX6" fmla="*/ 209049 w 1352286"/>
                <a:gd name="connsiteY6" fmla="*/ 1050146 h 1876543"/>
                <a:gd name="connsiteX7" fmla="*/ 209049 w 1352286"/>
                <a:gd name="connsiteY7" fmla="*/ 1050146 h 1876543"/>
                <a:gd name="connsiteX8" fmla="*/ 68594 w 1352286"/>
                <a:gd name="connsiteY8" fmla="*/ 984818 h 1876543"/>
                <a:gd name="connsiteX9" fmla="*/ 68594 w 1352286"/>
                <a:gd name="connsiteY9" fmla="*/ 0 h 1876543"/>
                <a:gd name="connsiteX10" fmla="*/ 1246129 w 1352286"/>
                <a:gd name="connsiteY10" fmla="*/ 0 h 1876543"/>
                <a:gd name="connsiteX11" fmla="*/ 1246129 w 1352286"/>
                <a:gd name="connsiteY11" fmla="*/ 0 h 1876543"/>
                <a:gd name="connsiteX12" fmla="*/ 906424 w 1352286"/>
                <a:gd name="connsiteY12" fmla="*/ 339705 h 1876543"/>
                <a:gd name="connsiteX13" fmla="*/ 450762 w 1352286"/>
                <a:gd name="connsiteY13" fmla="*/ 339705 h 1876543"/>
                <a:gd name="connsiteX14" fmla="*/ 450762 w 1352286"/>
                <a:gd name="connsiteY14" fmla="*/ 677777 h 1876543"/>
                <a:gd name="connsiteX15" fmla="*/ 667977 w 1352286"/>
                <a:gd name="connsiteY15" fmla="*/ 646746 h 1876543"/>
                <a:gd name="connsiteX16" fmla="*/ 1352287 w 1352286"/>
                <a:gd name="connsiteY16" fmla="*/ 1231431 h 1876543"/>
                <a:gd name="connsiteX17" fmla="*/ 591217 w 1352286"/>
                <a:gd name="connsiteY17" fmla="*/ 1876543 h 1876543"/>
                <a:gd name="connsiteX18" fmla="*/ 0 w 1352286"/>
                <a:gd name="connsiteY18" fmla="*/ 1687092 h 1876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52286" h="1876543">
                  <a:moveTo>
                    <a:pt x="0" y="1687092"/>
                  </a:moveTo>
                  <a:lnTo>
                    <a:pt x="0" y="1687092"/>
                  </a:lnTo>
                  <a:cubicBezTo>
                    <a:pt x="71860" y="1546637"/>
                    <a:pt x="233547" y="1478043"/>
                    <a:pt x="385434" y="1518873"/>
                  </a:cubicBezTo>
                  <a:cubicBezTo>
                    <a:pt x="449129" y="1536838"/>
                    <a:pt x="517724" y="1546637"/>
                    <a:pt x="581418" y="1546637"/>
                  </a:cubicBezTo>
                  <a:cubicBezTo>
                    <a:pt x="837830" y="1546637"/>
                    <a:pt x="957053" y="1404549"/>
                    <a:pt x="957053" y="1249396"/>
                  </a:cubicBezTo>
                  <a:cubicBezTo>
                    <a:pt x="957053" y="1053412"/>
                    <a:pt x="777401" y="955420"/>
                    <a:pt x="548754" y="955420"/>
                  </a:cubicBezTo>
                  <a:cubicBezTo>
                    <a:pt x="418098" y="955420"/>
                    <a:pt x="289076" y="1004416"/>
                    <a:pt x="209049" y="1050146"/>
                  </a:cubicBezTo>
                  <a:lnTo>
                    <a:pt x="209049" y="1050146"/>
                  </a:lnTo>
                  <a:cubicBezTo>
                    <a:pt x="153520" y="1095875"/>
                    <a:pt x="68594" y="1056678"/>
                    <a:pt x="68594" y="984818"/>
                  </a:cubicBezTo>
                  <a:lnTo>
                    <a:pt x="68594" y="0"/>
                  </a:lnTo>
                  <a:lnTo>
                    <a:pt x="1246129" y="0"/>
                  </a:lnTo>
                  <a:lnTo>
                    <a:pt x="1246129" y="0"/>
                  </a:lnTo>
                  <a:cubicBezTo>
                    <a:pt x="1246129" y="187818"/>
                    <a:pt x="1094242" y="339705"/>
                    <a:pt x="906424" y="339705"/>
                  </a:cubicBezTo>
                  <a:lnTo>
                    <a:pt x="450762" y="339705"/>
                  </a:lnTo>
                  <a:lnTo>
                    <a:pt x="450762" y="677777"/>
                  </a:lnTo>
                  <a:cubicBezTo>
                    <a:pt x="516090" y="658178"/>
                    <a:pt x="591217" y="646746"/>
                    <a:pt x="667977" y="646746"/>
                  </a:cubicBezTo>
                  <a:cubicBezTo>
                    <a:pt x="1035446" y="646746"/>
                    <a:pt x="1352287" y="845996"/>
                    <a:pt x="1352287" y="1231431"/>
                  </a:cubicBezTo>
                  <a:cubicBezTo>
                    <a:pt x="1352287" y="1628297"/>
                    <a:pt x="1043612" y="1876543"/>
                    <a:pt x="591217" y="1876543"/>
                  </a:cubicBezTo>
                  <a:cubicBezTo>
                    <a:pt x="339705" y="1876543"/>
                    <a:pt x="140455" y="1798150"/>
                    <a:pt x="0" y="1687092"/>
                  </a:cubicBezTo>
                  <a:close/>
                </a:path>
              </a:pathLst>
            </a:custGeom>
            <a:gradFill flip="none" rotWithShape="1">
              <a:gsLst>
                <a:gs pos="98000">
                  <a:srgbClr val="FCC800"/>
                </a:gs>
                <a:gs pos="0">
                  <a:srgbClr val="FCC800">
                    <a:lumMod val="75000"/>
                    <a:lumOff val="25000"/>
                  </a:srgbClr>
                </a:gs>
              </a:gsLst>
              <a:lin ang="5400000" scaled="1"/>
              <a:tileRect/>
            </a:gradFill>
            <a:ln w="163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30" name="任意多边形: 形状 29"/>
            <p:cNvSpPr/>
            <p:nvPr/>
          </p:nvSpPr>
          <p:spPr>
            <a:xfrm>
              <a:off x="10151227" y="1818667"/>
              <a:ext cx="1085498" cy="922756"/>
            </a:xfrm>
            <a:custGeom>
              <a:avLst/>
              <a:gdLst>
                <a:gd name="connsiteX0" fmla="*/ 553654 w 1085498"/>
                <a:gd name="connsiteY0" fmla="*/ 3266 h 922756"/>
                <a:gd name="connsiteX1" fmla="*/ 548755 w 1085498"/>
                <a:gd name="connsiteY1" fmla="*/ 3266 h 922756"/>
                <a:gd name="connsiteX2" fmla="*/ 957054 w 1085498"/>
                <a:gd name="connsiteY2" fmla="*/ 297242 h 922756"/>
                <a:gd name="connsiteX3" fmla="*/ 581419 w 1085498"/>
                <a:gd name="connsiteY3" fmla="*/ 594484 h 922756"/>
                <a:gd name="connsiteX4" fmla="*/ 385435 w 1085498"/>
                <a:gd name="connsiteY4" fmla="*/ 566719 h 922756"/>
                <a:gd name="connsiteX5" fmla="*/ 0 w 1085498"/>
                <a:gd name="connsiteY5" fmla="*/ 734939 h 922756"/>
                <a:gd name="connsiteX6" fmla="*/ 592850 w 1085498"/>
                <a:gd name="connsiteY6" fmla="*/ 922756 h 922756"/>
                <a:gd name="connsiteX7" fmla="*/ 643480 w 1085498"/>
                <a:gd name="connsiteY7" fmla="*/ 921123 h 922756"/>
                <a:gd name="connsiteX8" fmla="*/ 632047 w 1085498"/>
                <a:gd name="connsiteY8" fmla="*/ 0 h 922756"/>
                <a:gd name="connsiteX9" fmla="*/ 553654 w 1085498"/>
                <a:gd name="connsiteY9" fmla="*/ 3266 h 922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498" h="922756">
                  <a:moveTo>
                    <a:pt x="553654" y="3266"/>
                  </a:moveTo>
                  <a:cubicBezTo>
                    <a:pt x="550388" y="3266"/>
                    <a:pt x="548755" y="3266"/>
                    <a:pt x="548755" y="3266"/>
                  </a:cubicBezTo>
                  <a:cubicBezTo>
                    <a:pt x="777402" y="3266"/>
                    <a:pt x="957054" y="99625"/>
                    <a:pt x="957054" y="297242"/>
                  </a:cubicBezTo>
                  <a:cubicBezTo>
                    <a:pt x="957054" y="450762"/>
                    <a:pt x="837830" y="594484"/>
                    <a:pt x="581419" y="594484"/>
                  </a:cubicBezTo>
                  <a:cubicBezTo>
                    <a:pt x="517724" y="594484"/>
                    <a:pt x="449129" y="584684"/>
                    <a:pt x="385435" y="566719"/>
                  </a:cubicBezTo>
                  <a:cubicBezTo>
                    <a:pt x="233547" y="524256"/>
                    <a:pt x="71861" y="594484"/>
                    <a:pt x="0" y="734939"/>
                  </a:cubicBezTo>
                  <a:cubicBezTo>
                    <a:pt x="140456" y="845996"/>
                    <a:pt x="339705" y="922756"/>
                    <a:pt x="592850" y="922756"/>
                  </a:cubicBezTo>
                  <a:cubicBezTo>
                    <a:pt x="610816" y="922756"/>
                    <a:pt x="627148" y="922756"/>
                    <a:pt x="643480" y="921123"/>
                  </a:cubicBezTo>
                  <a:cubicBezTo>
                    <a:pt x="1239597" y="894992"/>
                    <a:pt x="1229797" y="4900"/>
                    <a:pt x="632047" y="0"/>
                  </a:cubicBezTo>
                  <a:cubicBezTo>
                    <a:pt x="592850" y="0"/>
                    <a:pt x="565087" y="1633"/>
                    <a:pt x="553654" y="3266"/>
                  </a:cubicBezTo>
                  <a:close/>
                </a:path>
              </a:pathLst>
            </a:custGeom>
            <a:gradFill flip="none" rotWithShape="1">
              <a:gsLst>
                <a:gs pos="98000">
                  <a:srgbClr val="FCC800">
                    <a:lumMod val="90000"/>
                  </a:srgbClr>
                </a:gs>
                <a:gs pos="0">
                  <a:srgbClr val="FCC800">
                    <a:lumMod val="90000"/>
                    <a:lumOff val="10000"/>
                  </a:srgbClr>
                </a:gs>
              </a:gsLst>
              <a:lin ang="0" scaled="1"/>
              <a:tileRect/>
            </a:gradFill>
            <a:ln w="163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31" name="任意多边形: 形状 30"/>
            <p:cNvSpPr/>
            <p:nvPr/>
          </p:nvSpPr>
          <p:spPr>
            <a:xfrm>
              <a:off x="10603622" y="864880"/>
              <a:ext cx="795366" cy="339704"/>
            </a:xfrm>
            <a:custGeom>
              <a:avLst/>
              <a:gdLst>
                <a:gd name="connsiteX0" fmla="*/ 0 w 795366"/>
                <a:gd name="connsiteY0" fmla="*/ 339705 h 339704"/>
                <a:gd name="connsiteX1" fmla="*/ 455662 w 795366"/>
                <a:gd name="connsiteY1" fmla="*/ 339705 h 339704"/>
                <a:gd name="connsiteX2" fmla="*/ 795367 w 795366"/>
                <a:gd name="connsiteY2" fmla="*/ 0 h 339704"/>
                <a:gd name="connsiteX3" fmla="*/ 795367 w 795366"/>
                <a:gd name="connsiteY3" fmla="*/ 0 h 339704"/>
                <a:gd name="connsiteX4" fmla="*/ 339705 w 795366"/>
                <a:gd name="connsiteY4" fmla="*/ 0 h 339704"/>
                <a:gd name="connsiteX5" fmla="*/ 0 w 795366"/>
                <a:gd name="connsiteY5" fmla="*/ 339705 h 339704"/>
                <a:gd name="connsiteX6" fmla="*/ 0 w 795366"/>
                <a:gd name="connsiteY6" fmla="*/ 339705 h 339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5366" h="339704">
                  <a:moveTo>
                    <a:pt x="0" y="339705"/>
                  </a:moveTo>
                  <a:lnTo>
                    <a:pt x="455662" y="339705"/>
                  </a:lnTo>
                  <a:cubicBezTo>
                    <a:pt x="643480" y="339705"/>
                    <a:pt x="795367" y="187818"/>
                    <a:pt x="795367" y="0"/>
                  </a:cubicBezTo>
                  <a:lnTo>
                    <a:pt x="795367" y="0"/>
                  </a:lnTo>
                  <a:lnTo>
                    <a:pt x="339705" y="0"/>
                  </a:lnTo>
                  <a:cubicBezTo>
                    <a:pt x="151887" y="0"/>
                    <a:pt x="0" y="151887"/>
                    <a:pt x="0" y="339705"/>
                  </a:cubicBezTo>
                  <a:lnTo>
                    <a:pt x="0" y="339705"/>
                  </a:lnTo>
                  <a:close/>
                </a:path>
              </a:pathLst>
            </a:custGeom>
            <a:gradFill flip="none" rotWithShape="1">
              <a:gsLst>
                <a:gs pos="98000">
                  <a:srgbClr val="FCC800">
                    <a:lumMod val="90000"/>
                  </a:srgbClr>
                </a:gs>
                <a:gs pos="0">
                  <a:srgbClr val="FCC800">
                    <a:lumMod val="90000"/>
                    <a:lumOff val="10000"/>
                  </a:srgbClr>
                </a:gs>
              </a:gsLst>
              <a:lin ang="0" scaled="1"/>
              <a:tileRect/>
            </a:gradFill>
            <a:ln w="163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spTree>
    <p:custDataLst>
      <p:tags r:id="rId2"/>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26"/>
          <p:cNvSpPr>
            <a:spLocks noGrp="1"/>
          </p:cNvSpPr>
          <p:nvPr>
            <p:ph type="title"/>
          </p:nvPr>
        </p:nvSpPr>
        <p:spPr/>
        <p:txBody>
          <a:bodyPr/>
          <a:p>
            <a:pPr algn="l"/>
            <a:r>
              <a:rPr lang="zh-CN" altLang="en-US"/>
              <a:t>实施建议</a:t>
            </a:r>
            <a:endParaRPr lang="zh-CN" altLang="en-US"/>
          </a:p>
        </p:txBody>
      </p:sp>
      <p:sp>
        <p:nvSpPr>
          <p:cNvPr id="3" name="矩形 2"/>
          <p:cNvSpPr/>
          <p:nvPr/>
        </p:nvSpPr>
        <p:spPr>
          <a:xfrm>
            <a:off x="0" y="4018915"/>
            <a:ext cx="12192000" cy="2839085"/>
          </a:xfrm>
          <a:prstGeom prst="rect">
            <a:avLst/>
          </a:prstGeom>
          <a:gradFill>
            <a:gsLst>
              <a:gs pos="0">
                <a:srgbClr val="FCC800"/>
              </a:gs>
              <a:gs pos="100000">
                <a:srgbClr val="FCC800">
                  <a:lumMod val="90000"/>
                </a:srgbClr>
              </a:gs>
            </a:gsLst>
            <a:lin ang="27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22"/>
          <p:cNvSpPr/>
          <p:nvPr/>
        </p:nvSpPr>
        <p:spPr>
          <a:xfrm>
            <a:off x="463550" y="1009015"/>
            <a:ext cx="3488055" cy="5227955"/>
          </a:xfrm>
          <a:custGeom>
            <a:avLst/>
            <a:gdLst>
              <a:gd name="connsiteX0" fmla="*/ 0 w 3487810"/>
              <a:gd name="connsiteY0" fmla="*/ 0 h 4621846"/>
              <a:gd name="connsiteX1" fmla="*/ 0 w 3487810"/>
              <a:gd name="connsiteY1" fmla="*/ 0 h 4621846"/>
              <a:gd name="connsiteX2" fmla="*/ 3487810 w 3487810"/>
              <a:gd name="connsiteY2" fmla="*/ 0 h 4621846"/>
              <a:gd name="connsiteX3" fmla="*/ 3487810 w 3487810"/>
              <a:gd name="connsiteY3" fmla="*/ 0 h 4621846"/>
              <a:gd name="connsiteX4" fmla="*/ 3487810 w 3487810"/>
              <a:gd name="connsiteY4" fmla="*/ 4621846 h 4621846"/>
              <a:gd name="connsiteX5" fmla="*/ 3487810 w 3487810"/>
              <a:gd name="connsiteY5" fmla="*/ 4621846 h 4621846"/>
              <a:gd name="connsiteX6" fmla="*/ 0 w 3487810"/>
              <a:gd name="connsiteY6" fmla="*/ 4621846 h 4621846"/>
              <a:gd name="connsiteX7" fmla="*/ 0 w 3487810"/>
              <a:gd name="connsiteY7" fmla="*/ 4621846 h 4621846"/>
              <a:gd name="connsiteX8" fmla="*/ 0 w 3487810"/>
              <a:gd name="connsiteY8" fmla="*/ 0 h 4621846"/>
              <a:gd name="connsiteX0-1" fmla="*/ 695325 w 4183135"/>
              <a:gd name="connsiteY0-2" fmla="*/ 1615442 h 6237288"/>
              <a:gd name="connsiteX1-3" fmla="*/ 0 w 4183135"/>
              <a:gd name="connsiteY1-4" fmla="*/ 0 h 6237288"/>
              <a:gd name="connsiteX2-5" fmla="*/ 695325 w 4183135"/>
              <a:gd name="connsiteY2-6" fmla="*/ 1615442 h 6237288"/>
              <a:gd name="connsiteX3-7" fmla="*/ 4183135 w 4183135"/>
              <a:gd name="connsiteY3-8" fmla="*/ 1615442 h 6237288"/>
              <a:gd name="connsiteX4-9" fmla="*/ 4183135 w 4183135"/>
              <a:gd name="connsiteY4-10" fmla="*/ 1615442 h 6237288"/>
              <a:gd name="connsiteX5-11" fmla="*/ 4183135 w 4183135"/>
              <a:gd name="connsiteY5-12" fmla="*/ 6237288 h 6237288"/>
              <a:gd name="connsiteX6-13" fmla="*/ 4183135 w 4183135"/>
              <a:gd name="connsiteY6-14" fmla="*/ 6237288 h 6237288"/>
              <a:gd name="connsiteX7-15" fmla="*/ 695325 w 4183135"/>
              <a:gd name="connsiteY7-16" fmla="*/ 6237288 h 6237288"/>
              <a:gd name="connsiteX8-17" fmla="*/ 695325 w 4183135"/>
              <a:gd name="connsiteY8-18" fmla="*/ 6237288 h 6237288"/>
              <a:gd name="connsiteX9" fmla="*/ 695325 w 4183135"/>
              <a:gd name="connsiteY9" fmla="*/ 1615442 h 6237288"/>
              <a:gd name="connsiteX0-19" fmla="*/ 0 w 3487810"/>
              <a:gd name="connsiteY0-20" fmla="*/ 0 h 4621846"/>
              <a:gd name="connsiteX1-21" fmla="*/ 0 w 3487810"/>
              <a:gd name="connsiteY1-22" fmla="*/ 0 h 4621846"/>
              <a:gd name="connsiteX2-23" fmla="*/ 3487810 w 3487810"/>
              <a:gd name="connsiteY2-24" fmla="*/ 0 h 4621846"/>
              <a:gd name="connsiteX3-25" fmla="*/ 3487810 w 3487810"/>
              <a:gd name="connsiteY3-26" fmla="*/ 0 h 4621846"/>
              <a:gd name="connsiteX4-27" fmla="*/ 3487810 w 3487810"/>
              <a:gd name="connsiteY4-28" fmla="*/ 4621846 h 4621846"/>
              <a:gd name="connsiteX5-29" fmla="*/ 3487810 w 3487810"/>
              <a:gd name="connsiteY5-30" fmla="*/ 4621846 h 4621846"/>
              <a:gd name="connsiteX6-31" fmla="*/ 0 w 3487810"/>
              <a:gd name="connsiteY6-32" fmla="*/ 4621846 h 4621846"/>
              <a:gd name="connsiteX7-33" fmla="*/ 0 w 3487810"/>
              <a:gd name="connsiteY7-34" fmla="*/ 4621846 h 4621846"/>
              <a:gd name="connsiteX8-35" fmla="*/ 0 w 3487810"/>
              <a:gd name="connsiteY8-36" fmla="*/ 0 h 46218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87810" h="4621846">
                <a:moveTo>
                  <a:pt x="0" y="0"/>
                </a:moveTo>
                <a:lnTo>
                  <a:pt x="0" y="0"/>
                </a:lnTo>
                <a:lnTo>
                  <a:pt x="3487810" y="0"/>
                </a:lnTo>
                <a:lnTo>
                  <a:pt x="3487810" y="0"/>
                </a:lnTo>
                <a:lnTo>
                  <a:pt x="3487810" y="4621846"/>
                </a:lnTo>
                <a:lnTo>
                  <a:pt x="3487810" y="4621846"/>
                </a:lnTo>
                <a:lnTo>
                  <a:pt x="0" y="4621846"/>
                </a:lnTo>
                <a:lnTo>
                  <a:pt x="0" y="4621846"/>
                </a:lnTo>
                <a:lnTo>
                  <a:pt x="0" y="0"/>
                </a:lnTo>
                <a:close/>
              </a:path>
            </a:pathLst>
          </a:custGeom>
          <a:solidFill>
            <a:schemeClr val="bg1"/>
          </a:solidFill>
          <a:ln>
            <a:noFill/>
          </a:ln>
          <a:effectLst>
            <a:outerShdw blurRad="444500" dist="127000" dir="8100000" algn="tr" rotWithShape="0">
              <a:schemeClr val="accent1">
                <a:lumMod val="5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mj-lt"/>
              <a:ea typeface="+mj-ea"/>
              <a:sym typeface="+mn-ea"/>
            </a:endParaRPr>
          </a:p>
        </p:txBody>
      </p:sp>
      <p:sp>
        <p:nvSpPr>
          <p:cNvPr id="7" name="矩形 6"/>
          <p:cNvSpPr/>
          <p:nvPr/>
        </p:nvSpPr>
        <p:spPr>
          <a:xfrm>
            <a:off x="694690" y="2887345"/>
            <a:ext cx="3024505" cy="2830195"/>
          </a:xfrm>
          <a:prstGeom prst="rect">
            <a:avLst/>
          </a:prstGeom>
        </p:spPr>
        <p:txBody>
          <a:bodyPr wrap="square">
            <a:spAutoFit/>
          </a:bodyPr>
          <a:lstStyle/>
          <a:p>
            <a:pPr marL="177800" indent="-177800" algn="just" fontAlgn="auto">
              <a:lnSpc>
                <a:spcPct val="150000"/>
              </a:lnSpc>
              <a:spcAft>
                <a:spcPts val="1200"/>
              </a:spcAft>
              <a:buFont typeface="Arial" panose="020B0604020202020204" pitchFamily="34" charset="0"/>
              <a:buChar char="•"/>
            </a:pP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按检测项目匹配系列；按检测量与精度选版本（</a:t>
            </a:r>
            <a:r>
              <a:rPr lang="en-US" altLang="zh-CN"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H</a:t>
            </a: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高配 0.01</a:t>
            </a:r>
            <a:r>
              <a:rPr lang="en-US" altLang="zh-CN"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mg/36 </a:t>
            </a: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工位，</a:t>
            </a:r>
            <a:r>
              <a:rPr lang="en-US" altLang="zh-CN"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M</a:t>
            </a: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标准紧凑性价比优先，0.01</a:t>
            </a:r>
            <a:r>
              <a:rPr lang="en-US" altLang="zh-CN"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mg </a:t>
            </a: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可选配）。</a:t>
            </a:r>
            <a:endPar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endParaRPr>
          </a:p>
          <a:p>
            <a:pPr marL="177800" indent="-177800" algn="just" fontAlgn="auto">
              <a:lnSpc>
                <a:spcPct val="150000"/>
              </a:lnSpc>
              <a:spcAft>
                <a:spcPts val="1200"/>
              </a:spcAft>
              <a:buFont typeface="Arial" panose="020B0604020202020204" pitchFamily="34" charset="0"/>
              <a:buChar char="•"/>
            </a:pP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提供样品免费比对检测，用数据定方案。</a:t>
            </a:r>
            <a:endPar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endParaRPr>
          </a:p>
        </p:txBody>
      </p:sp>
      <p:sp>
        <p:nvSpPr>
          <p:cNvPr id="8" name="矩形 7"/>
          <p:cNvSpPr/>
          <p:nvPr/>
        </p:nvSpPr>
        <p:spPr>
          <a:xfrm>
            <a:off x="1196340" y="1657350"/>
            <a:ext cx="2022475" cy="460375"/>
          </a:xfrm>
          <a:prstGeom prst="rect">
            <a:avLst/>
          </a:prstGeom>
        </p:spPr>
        <p:txBody>
          <a:bodyPr wrap="none">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第一步 · 选型</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cxnSp>
        <p:nvCxnSpPr>
          <p:cNvPr id="10" name="直接连接符 9"/>
          <p:cNvCxnSpPr/>
          <p:nvPr/>
        </p:nvCxnSpPr>
        <p:spPr>
          <a:xfrm>
            <a:off x="803910" y="2720340"/>
            <a:ext cx="2807335"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Freeform 5"/>
          <p:cNvSpPr>
            <a:spLocks noEditPoints="1"/>
          </p:cNvSpPr>
          <p:nvPr/>
        </p:nvSpPr>
        <p:spPr bwMode="auto">
          <a:xfrm>
            <a:off x="2207895" y="4502785"/>
            <a:ext cx="1403350" cy="1402080"/>
          </a:xfrm>
          <a:custGeom>
            <a:avLst/>
            <a:gdLst>
              <a:gd name="T0" fmla="*/ 801 w 2344"/>
              <a:gd name="T1" fmla="*/ 144 h 2344"/>
              <a:gd name="T2" fmla="*/ 200 w 2344"/>
              <a:gd name="T3" fmla="*/ 144 h 2344"/>
              <a:gd name="T4" fmla="*/ 0 w 2344"/>
              <a:gd name="T5" fmla="*/ 344 h 2344"/>
              <a:gd name="T6" fmla="*/ 0 w 2344"/>
              <a:gd name="T7" fmla="*/ 944 h 2344"/>
              <a:gd name="T8" fmla="*/ 200 w 2344"/>
              <a:gd name="T9" fmla="*/ 1144 h 2344"/>
              <a:gd name="T10" fmla="*/ 801 w 2344"/>
              <a:gd name="T11" fmla="*/ 1144 h 2344"/>
              <a:gd name="T12" fmla="*/ 1000 w 2344"/>
              <a:gd name="T13" fmla="*/ 944 h 2344"/>
              <a:gd name="T14" fmla="*/ 1000 w 2344"/>
              <a:gd name="T15" fmla="*/ 344 h 2344"/>
              <a:gd name="T16" fmla="*/ 801 w 2344"/>
              <a:gd name="T17" fmla="*/ 144 h 2344"/>
              <a:gd name="T18" fmla="*/ 2266 w 2344"/>
              <a:gd name="T19" fmla="*/ 503 h 2344"/>
              <a:gd name="T20" fmla="*/ 1842 w 2344"/>
              <a:gd name="T21" fmla="*/ 78 h 2344"/>
              <a:gd name="T22" fmla="*/ 1559 w 2344"/>
              <a:gd name="T23" fmla="*/ 78 h 2344"/>
              <a:gd name="T24" fmla="*/ 1500 w 2344"/>
              <a:gd name="T25" fmla="*/ 137 h 2344"/>
              <a:gd name="T26" fmla="*/ 1135 w 2344"/>
              <a:gd name="T27" fmla="*/ 503 h 2344"/>
              <a:gd name="T28" fmla="*/ 1076 w 2344"/>
              <a:gd name="T29" fmla="*/ 644 h 2344"/>
              <a:gd name="T30" fmla="*/ 1135 w 2344"/>
              <a:gd name="T31" fmla="*/ 785 h 2344"/>
              <a:gd name="T32" fmla="*/ 1193 w 2344"/>
              <a:gd name="T33" fmla="*/ 844 h 2344"/>
              <a:gd name="T34" fmla="*/ 1500 w 2344"/>
              <a:gd name="T35" fmla="*/ 1151 h 2344"/>
              <a:gd name="T36" fmla="*/ 1559 w 2344"/>
              <a:gd name="T37" fmla="*/ 1210 h 2344"/>
              <a:gd name="T38" fmla="*/ 1842 w 2344"/>
              <a:gd name="T39" fmla="*/ 1210 h 2344"/>
              <a:gd name="T40" fmla="*/ 2208 w 2344"/>
              <a:gd name="T41" fmla="*/ 844 h 2344"/>
              <a:gd name="T42" fmla="*/ 2266 w 2344"/>
              <a:gd name="T43" fmla="*/ 785 h 2344"/>
              <a:gd name="T44" fmla="*/ 2266 w 2344"/>
              <a:gd name="T45" fmla="*/ 503 h 2344"/>
              <a:gd name="T46" fmla="*/ 801 w 2344"/>
              <a:gd name="T47" fmla="*/ 1344 h 2344"/>
              <a:gd name="T48" fmla="*/ 200 w 2344"/>
              <a:gd name="T49" fmla="*/ 1344 h 2344"/>
              <a:gd name="T50" fmla="*/ 0 w 2344"/>
              <a:gd name="T51" fmla="*/ 1544 h 2344"/>
              <a:gd name="T52" fmla="*/ 0 w 2344"/>
              <a:gd name="T53" fmla="*/ 2144 h 2344"/>
              <a:gd name="T54" fmla="*/ 200 w 2344"/>
              <a:gd name="T55" fmla="*/ 2344 h 2344"/>
              <a:gd name="T56" fmla="*/ 801 w 2344"/>
              <a:gd name="T57" fmla="*/ 2344 h 2344"/>
              <a:gd name="T58" fmla="*/ 1000 w 2344"/>
              <a:gd name="T59" fmla="*/ 2144 h 2344"/>
              <a:gd name="T60" fmla="*/ 1000 w 2344"/>
              <a:gd name="T61" fmla="*/ 1544 h 2344"/>
              <a:gd name="T62" fmla="*/ 801 w 2344"/>
              <a:gd name="T63" fmla="*/ 1344 h 2344"/>
              <a:gd name="T64" fmla="*/ 2001 w 2344"/>
              <a:gd name="T65" fmla="*/ 1344 h 2344"/>
              <a:gd name="T66" fmla="*/ 1400 w 2344"/>
              <a:gd name="T67" fmla="*/ 1344 h 2344"/>
              <a:gd name="T68" fmla="*/ 1200 w 2344"/>
              <a:gd name="T69" fmla="*/ 1544 h 2344"/>
              <a:gd name="T70" fmla="*/ 1200 w 2344"/>
              <a:gd name="T71" fmla="*/ 2144 h 2344"/>
              <a:gd name="T72" fmla="*/ 1400 w 2344"/>
              <a:gd name="T73" fmla="*/ 2344 h 2344"/>
              <a:gd name="T74" fmla="*/ 2001 w 2344"/>
              <a:gd name="T75" fmla="*/ 2344 h 2344"/>
              <a:gd name="T76" fmla="*/ 2200 w 2344"/>
              <a:gd name="T77" fmla="*/ 2144 h 2344"/>
              <a:gd name="T78" fmla="*/ 2200 w 2344"/>
              <a:gd name="T79" fmla="*/ 1544 h 2344"/>
              <a:gd name="T80" fmla="*/ 2001 w 2344"/>
              <a:gd name="T81" fmla="*/ 1344 h 2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344" h="2344">
                <a:moveTo>
                  <a:pt x="801" y="144"/>
                </a:moveTo>
                <a:lnTo>
                  <a:pt x="200" y="144"/>
                </a:lnTo>
                <a:cubicBezTo>
                  <a:pt x="90" y="144"/>
                  <a:pt x="0" y="233"/>
                  <a:pt x="0" y="344"/>
                </a:cubicBezTo>
                <a:lnTo>
                  <a:pt x="0" y="944"/>
                </a:lnTo>
                <a:cubicBezTo>
                  <a:pt x="1" y="1054"/>
                  <a:pt x="90" y="1144"/>
                  <a:pt x="200" y="1144"/>
                </a:cubicBezTo>
                <a:lnTo>
                  <a:pt x="801" y="1144"/>
                </a:lnTo>
                <a:cubicBezTo>
                  <a:pt x="911" y="1144"/>
                  <a:pt x="1000" y="1054"/>
                  <a:pt x="1000" y="944"/>
                </a:cubicBezTo>
                <a:lnTo>
                  <a:pt x="1000" y="344"/>
                </a:lnTo>
                <a:cubicBezTo>
                  <a:pt x="1000" y="233"/>
                  <a:pt x="911" y="144"/>
                  <a:pt x="801" y="144"/>
                </a:cubicBezTo>
                <a:moveTo>
                  <a:pt x="2266" y="503"/>
                </a:moveTo>
                <a:lnTo>
                  <a:pt x="1842" y="78"/>
                </a:lnTo>
                <a:cubicBezTo>
                  <a:pt x="1764" y="0"/>
                  <a:pt x="1637" y="0"/>
                  <a:pt x="1559" y="78"/>
                </a:cubicBezTo>
                <a:lnTo>
                  <a:pt x="1500" y="137"/>
                </a:lnTo>
                <a:lnTo>
                  <a:pt x="1135" y="503"/>
                </a:lnTo>
                <a:cubicBezTo>
                  <a:pt x="1097" y="540"/>
                  <a:pt x="1076" y="591"/>
                  <a:pt x="1076" y="644"/>
                </a:cubicBezTo>
                <a:cubicBezTo>
                  <a:pt x="1076" y="697"/>
                  <a:pt x="1097" y="748"/>
                  <a:pt x="1135" y="785"/>
                </a:cubicBezTo>
                <a:lnTo>
                  <a:pt x="1193" y="844"/>
                </a:lnTo>
                <a:lnTo>
                  <a:pt x="1500" y="1151"/>
                </a:lnTo>
                <a:lnTo>
                  <a:pt x="1559" y="1210"/>
                </a:lnTo>
                <a:cubicBezTo>
                  <a:pt x="1637" y="1288"/>
                  <a:pt x="1764" y="1288"/>
                  <a:pt x="1842" y="1210"/>
                </a:cubicBezTo>
                <a:lnTo>
                  <a:pt x="2208" y="844"/>
                </a:lnTo>
                <a:lnTo>
                  <a:pt x="2266" y="785"/>
                </a:lnTo>
                <a:cubicBezTo>
                  <a:pt x="2344" y="707"/>
                  <a:pt x="2344" y="581"/>
                  <a:pt x="2266" y="503"/>
                </a:cubicBezTo>
                <a:moveTo>
                  <a:pt x="801" y="1344"/>
                </a:moveTo>
                <a:lnTo>
                  <a:pt x="200" y="1344"/>
                </a:lnTo>
                <a:cubicBezTo>
                  <a:pt x="90" y="1344"/>
                  <a:pt x="0" y="1433"/>
                  <a:pt x="0" y="1544"/>
                </a:cubicBezTo>
                <a:lnTo>
                  <a:pt x="0" y="2144"/>
                </a:lnTo>
                <a:cubicBezTo>
                  <a:pt x="1" y="2254"/>
                  <a:pt x="90" y="2344"/>
                  <a:pt x="200" y="2344"/>
                </a:cubicBezTo>
                <a:lnTo>
                  <a:pt x="801" y="2344"/>
                </a:lnTo>
                <a:cubicBezTo>
                  <a:pt x="911" y="2344"/>
                  <a:pt x="1000" y="2254"/>
                  <a:pt x="1000" y="2144"/>
                </a:cubicBezTo>
                <a:lnTo>
                  <a:pt x="1000" y="1544"/>
                </a:lnTo>
                <a:cubicBezTo>
                  <a:pt x="1000" y="1433"/>
                  <a:pt x="911" y="1344"/>
                  <a:pt x="801" y="1344"/>
                </a:cubicBezTo>
                <a:moveTo>
                  <a:pt x="2001" y="1344"/>
                </a:moveTo>
                <a:lnTo>
                  <a:pt x="1400" y="1344"/>
                </a:lnTo>
                <a:cubicBezTo>
                  <a:pt x="1290" y="1344"/>
                  <a:pt x="1200" y="1433"/>
                  <a:pt x="1200" y="1544"/>
                </a:cubicBezTo>
                <a:lnTo>
                  <a:pt x="1200" y="2144"/>
                </a:lnTo>
                <a:cubicBezTo>
                  <a:pt x="1201" y="2254"/>
                  <a:pt x="1290" y="2344"/>
                  <a:pt x="1400" y="2344"/>
                </a:cubicBezTo>
                <a:lnTo>
                  <a:pt x="2001" y="2344"/>
                </a:lnTo>
                <a:cubicBezTo>
                  <a:pt x="2111" y="2344"/>
                  <a:pt x="2200" y="2254"/>
                  <a:pt x="2200" y="2144"/>
                </a:cubicBezTo>
                <a:lnTo>
                  <a:pt x="2200" y="1544"/>
                </a:lnTo>
                <a:cubicBezTo>
                  <a:pt x="2200" y="1433"/>
                  <a:pt x="2111" y="1344"/>
                  <a:pt x="2001" y="1344"/>
                </a:cubicBezTo>
              </a:path>
            </a:pathLst>
          </a:custGeom>
          <a:gradFill>
            <a:gsLst>
              <a:gs pos="10000">
                <a:srgbClr val="FCC800">
                  <a:alpha val="0"/>
                </a:srgbClr>
              </a:gs>
              <a:gs pos="100000">
                <a:srgbClr val="FCC800">
                  <a:alpha val="20000"/>
                </a:srgbClr>
              </a:gs>
            </a:gsLst>
            <a:lin ang="2700000" scaled="1"/>
          </a:gradFill>
          <a:ln w="0">
            <a:noFill/>
            <a:prstDash val="solid"/>
            <a:round/>
          </a:ln>
        </p:spPr>
        <p:txBody>
          <a:bodyPr vert="horz" wrap="square" lIns="91440" tIns="45720" rIns="91440" bIns="45720" numCol="1" anchor="t" anchorCtr="0" compatLnSpc="1"/>
          <a:lstStyle/>
          <a:p>
            <a:endParaRPr lang="zh-CN" altLang="en-US">
              <a:solidFill>
                <a:schemeClr val="tx1">
                  <a:lumMod val="75000"/>
                  <a:lumOff val="25000"/>
                </a:schemeClr>
              </a:solidFill>
            </a:endParaRPr>
          </a:p>
        </p:txBody>
      </p:sp>
      <p:sp>
        <p:nvSpPr>
          <p:cNvPr id="24" name="Rectangle 3"/>
          <p:cNvSpPr/>
          <p:nvPr/>
        </p:nvSpPr>
        <p:spPr>
          <a:xfrm>
            <a:off x="462915" y="1009015"/>
            <a:ext cx="3488055" cy="45720"/>
          </a:xfrm>
          <a:prstGeom prst="rect">
            <a:avLst/>
          </a:prstGeom>
          <a:gradFill>
            <a:gsLst>
              <a:gs pos="100000">
                <a:srgbClr val="FCC800"/>
              </a:gs>
              <a:gs pos="0">
                <a:srgbClr val="FCC800">
                  <a:lumMod val="60000"/>
                  <a:lumOff val="4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0" name="矩形: 圆角 22"/>
          <p:cNvSpPr/>
          <p:nvPr/>
        </p:nvSpPr>
        <p:spPr>
          <a:xfrm>
            <a:off x="4362450" y="1009015"/>
            <a:ext cx="3488055" cy="5227955"/>
          </a:xfrm>
          <a:custGeom>
            <a:avLst/>
            <a:gdLst>
              <a:gd name="connsiteX0" fmla="*/ 0 w 3487810"/>
              <a:gd name="connsiteY0" fmla="*/ 0 h 4621846"/>
              <a:gd name="connsiteX1" fmla="*/ 0 w 3487810"/>
              <a:gd name="connsiteY1" fmla="*/ 0 h 4621846"/>
              <a:gd name="connsiteX2" fmla="*/ 3487810 w 3487810"/>
              <a:gd name="connsiteY2" fmla="*/ 0 h 4621846"/>
              <a:gd name="connsiteX3" fmla="*/ 3487810 w 3487810"/>
              <a:gd name="connsiteY3" fmla="*/ 0 h 4621846"/>
              <a:gd name="connsiteX4" fmla="*/ 3487810 w 3487810"/>
              <a:gd name="connsiteY4" fmla="*/ 4621846 h 4621846"/>
              <a:gd name="connsiteX5" fmla="*/ 3487810 w 3487810"/>
              <a:gd name="connsiteY5" fmla="*/ 4621846 h 4621846"/>
              <a:gd name="connsiteX6" fmla="*/ 0 w 3487810"/>
              <a:gd name="connsiteY6" fmla="*/ 4621846 h 4621846"/>
              <a:gd name="connsiteX7" fmla="*/ 0 w 3487810"/>
              <a:gd name="connsiteY7" fmla="*/ 4621846 h 4621846"/>
              <a:gd name="connsiteX8" fmla="*/ 0 w 3487810"/>
              <a:gd name="connsiteY8" fmla="*/ 0 h 4621846"/>
              <a:gd name="connsiteX0-1" fmla="*/ 695325 w 4183135"/>
              <a:gd name="connsiteY0-2" fmla="*/ 1615442 h 6237288"/>
              <a:gd name="connsiteX1-3" fmla="*/ 0 w 4183135"/>
              <a:gd name="connsiteY1-4" fmla="*/ 0 h 6237288"/>
              <a:gd name="connsiteX2-5" fmla="*/ 695325 w 4183135"/>
              <a:gd name="connsiteY2-6" fmla="*/ 1615442 h 6237288"/>
              <a:gd name="connsiteX3-7" fmla="*/ 4183135 w 4183135"/>
              <a:gd name="connsiteY3-8" fmla="*/ 1615442 h 6237288"/>
              <a:gd name="connsiteX4-9" fmla="*/ 4183135 w 4183135"/>
              <a:gd name="connsiteY4-10" fmla="*/ 1615442 h 6237288"/>
              <a:gd name="connsiteX5-11" fmla="*/ 4183135 w 4183135"/>
              <a:gd name="connsiteY5-12" fmla="*/ 6237288 h 6237288"/>
              <a:gd name="connsiteX6-13" fmla="*/ 4183135 w 4183135"/>
              <a:gd name="connsiteY6-14" fmla="*/ 6237288 h 6237288"/>
              <a:gd name="connsiteX7-15" fmla="*/ 695325 w 4183135"/>
              <a:gd name="connsiteY7-16" fmla="*/ 6237288 h 6237288"/>
              <a:gd name="connsiteX8-17" fmla="*/ 695325 w 4183135"/>
              <a:gd name="connsiteY8-18" fmla="*/ 6237288 h 6237288"/>
              <a:gd name="connsiteX9" fmla="*/ 695325 w 4183135"/>
              <a:gd name="connsiteY9" fmla="*/ 1615442 h 6237288"/>
              <a:gd name="connsiteX0-19" fmla="*/ 0 w 3487810"/>
              <a:gd name="connsiteY0-20" fmla="*/ 0 h 4621846"/>
              <a:gd name="connsiteX1-21" fmla="*/ 0 w 3487810"/>
              <a:gd name="connsiteY1-22" fmla="*/ 0 h 4621846"/>
              <a:gd name="connsiteX2-23" fmla="*/ 3487810 w 3487810"/>
              <a:gd name="connsiteY2-24" fmla="*/ 0 h 4621846"/>
              <a:gd name="connsiteX3-25" fmla="*/ 3487810 w 3487810"/>
              <a:gd name="connsiteY3-26" fmla="*/ 0 h 4621846"/>
              <a:gd name="connsiteX4-27" fmla="*/ 3487810 w 3487810"/>
              <a:gd name="connsiteY4-28" fmla="*/ 4621846 h 4621846"/>
              <a:gd name="connsiteX5-29" fmla="*/ 3487810 w 3487810"/>
              <a:gd name="connsiteY5-30" fmla="*/ 4621846 h 4621846"/>
              <a:gd name="connsiteX6-31" fmla="*/ 0 w 3487810"/>
              <a:gd name="connsiteY6-32" fmla="*/ 4621846 h 4621846"/>
              <a:gd name="connsiteX7-33" fmla="*/ 0 w 3487810"/>
              <a:gd name="connsiteY7-34" fmla="*/ 4621846 h 4621846"/>
              <a:gd name="connsiteX8-35" fmla="*/ 0 w 3487810"/>
              <a:gd name="connsiteY8-36" fmla="*/ 0 h 46218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87810" h="4621846">
                <a:moveTo>
                  <a:pt x="0" y="0"/>
                </a:moveTo>
                <a:lnTo>
                  <a:pt x="0" y="0"/>
                </a:lnTo>
                <a:lnTo>
                  <a:pt x="3487810" y="0"/>
                </a:lnTo>
                <a:lnTo>
                  <a:pt x="3487810" y="0"/>
                </a:lnTo>
                <a:lnTo>
                  <a:pt x="3487810" y="4621846"/>
                </a:lnTo>
                <a:lnTo>
                  <a:pt x="3487810" y="4621846"/>
                </a:lnTo>
                <a:lnTo>
                  <a:pt x="0" y="4621846"/>
                </a:lnTo>
                <a:lnTo>
                  <a:pt x="0" y="4621846"/>
                </a:lnTo>
                <a:lnTo>
                  <a:pt x="0" y="0"/>
                </a:lnTo>
                <a:close/>
              </a:path>
            </a:pathLst>
          </a:custGeom>
          <a:solidFill>
            <a:schemeClr val="bg1"/>
          </a:solidFill>
          <a:ln>
            <a:noFill/>
          </a:ln>
          <a:effectLst>
            <a:outerShdw blurRad="444500" dist="127000" dir="8100000" algn="tr" rotWithShape="0">
              <a:schemeClr val="accent1">
                <a:lumMod val="5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mj-lt"/>
              <a:ea typeface="+mj-ea"/>
              <a:sym typeface="+mn-ea"/>
            </a:endParaRPr>
          </a:p>
        </p:txBody>
      </p:sp>
      <p:sp>
        <p:nvSpPr>
          <p:cNvPr id="36" name="Freeform 9"/>
          <p:cNvSpPr>
            <a:spLocks noEditPoints="1"/>
          </p:cNvSpPr>
          <p:nvPr/>
        </p:nvSpPr>
        <p:spPr bwMode="auto">
          <a:xfrm>
            <a:off x="6113145" y="4520565"/>
            <a:ext cx="1391285" cy="1384300"/>
          </a:xfrm>
          <a:custGeom>
            <a:avLst/>
            <a:gdLst>
              <a:gd name="T0" fmla="*/ 1373 w 3209"/>
              <a:gd name="T1" fmla="*/ 3042 h 3192"/>
              <a:gd name="T2" fmla="*/ 1419 w 3209"/>
              <a:gd name="T3" fmla="*/ 2712 h 3192"/>
              <a:gd name="T4" fmla="*/ 1454 w 3209"/>
              <a:gd name="T5" fmla="*/ 2443 h 3192"/>
              <a:gd name="T6" fmla="*/ 1479 w 3209"/>
              <a:gd name="T7" fmla="*/ 2216 h 3192"/>
              <a:gd name="T8" fmla="*/ 1433 w 3209"/>
              <a:gd name="T9" fmla="*/ 2008 h 3192"/>
              <a:gd name="T10" fmla="*/ 1767 w 3209"/>
              <a:gd name="T11" fmla="*/ 1988 h 3192"/>
              <a:gd name="T12" fmla="*/ 1751 w 3209"/>
              <a:gd name="T13" fmla="*/ 2116 h 3192"/>
              <a:gd name="T14" fmla="*/ 1749 w 3209"/>
              <a:gd name="T15" fmla="*/ 2310 h 3192"/>
              <a:gd name="T16" fmla="*/ 1776 w 3209"/>
              <a:gd name="T17" fmla="*/ 2575 h 3192"/>
              <a:gd name="T18" fmla="*/ 1821 w 3209"/>
              <a:gd name="T19" fmla="*/ 2905 h 3192"/>
              <a:gd name="T20" fmla="*/ 1848 w 3209"/>
              <a:gd name="T21" fmla="*/ 3153 h 3192"/>
              <a:gd name="T22" fmla="*/ 1906 w 3209"/>
              <a:gd name="T23" fmla="*/ 3021 h 3192"/>
              <a:gd name="T24" fmla="*/ 1977 w 3209"/>
              <a:gd name="T25" fmla="*/ 2769 h 3192"/>
              <a:gd name="T26" fmla="*/ 2036 w 3209"/>
              <a:gd name="T27" fmla="*/ 2553 h 3192"/>
              <a:gd name="T28" fmla="*/ 2096 w 3209"/>
              <a:gd name="T29" fmla="*/ 2339 h 3192"/>
              <a:gd name="T30" fmla="*/ 2155 w 3209"/>
              <a:gd name="T31" fmla="*/ 2116 h 3192"/>
              <a:gd name="T32" fmla="*/ 2214 w 3209"/>
              <a:gd name="T33" fmla="*/ 1905 h 3192"/>
              <a:gd name="T34" fmla="*/ 2278 w 3209"/>
              <a:gd name="T35" fmla="*/ 1849 h 3192"/>
              <a:gd name="T36" fmla="*/ 2664 w 3209"/>
              <a:gd name="T37" fmla="*/ 1998 h 3192"/>
              <a:gd name="T38" fmla="*/ 3007 w 3209"/>
              <a:gd name="T39" fmla="*/ 2159 h 3192"/>
              <a:gd name="T40" fmla="*/ 3138 w 3209"/>
              <a:gd name="T41" fmla="*/ 2387 h 3192"/>
              <a:gd name="T42" fmla="*/ 3173 w 3209"/>
              <a:gd name="T43" fmla="*/ 2729 h 3192"/>
              <a:gd name="T44" fmla="*/ 3188 w 3209"/>
              <a:gd name="T45" fmla="*/ 2924 h 3192"/>
              <a:gd name="T46" fmla="*/ 3062 w 3209"/>
              <a:gd name="T47" fmla="*/ 3191 h 3192"/>
              <a:gd name="T48" fmla="*/ 160 w 3209"/>
              <a:gd name="T49" fmla="*/ 3190 h 3192"/>
              <a:gd name="T50" fmla="*/ 14 w 3209"/>
              <a:gd name="T51" fmla="*/ 2979 h 3192"/>
              <a:gd name="T52" fmla="*/ 33 w 3209"/>
              <a:gd name="T53" fmla="*/ 2780 h 3192"/>
              <a:gd name="T54" fmla="*/ 54 w 3209"/>
              <a:gd name="T55" fmla="*/ 2615 h 3192"/>
              <a:gd name="T56" fmla="*/ 111 w 3209"/>
              <a:gd name="T57" fmla="*/ 2258 h 3192"/>
              <a:gd name="T58" fmla="*/ 527 w 3209"/>
              <a:gd name="T59" fmla="*/ 2008 h 3192"/>
              <a:gd name="T60" fmla="*/ 931 w 3209"/>
              <a:gd name="T61" fmla="*/ 1849 h 3192"/>
              <a:gd name="T62" fmla="*/ 1025 w 3209"/>
              <a:gd name="T63" fmla="*/ 2001 h 3192"/>
              <a:gd name="T64" fmla="*/ 1084 w 3209"/>
              <a:gd name="T65" fmla="*/ 2218 h 3192"/>
              <a:gd name="T66" fmla="*/ 1155 w 3209"/>
              <a:gd name="T67" fmla="*/ 2478 h 3192"/>
              <a:gd name="T68" fmla="*/ 1215 w 3209"/>
              <a:gd name="T69" fmla="*/ 2694 h 3192"/>
              <a:gd name="T70" fmla="*/ 1273 w 3209"/>
              <a:gd name="T71" fmla="*/ 2911 h 3192"/>
              <a:gd name="T72" fmla="*/ 1338 w 3209"/>
              <a:gd name="T73" fmla="*/ 3159 h 3192"/>
              <a:gd name="T74" fmla="*/ 857 w 3209"/>
              <a:gd name="T75" fmla="*/ 800 h 3192"/>
              <a:gd name="T76" fmla="*/ 1004 w 3209"/>
              <a:gd name="T77" fmla="*/ 342 h 3192"/>
              <a:gd name="T78" fmla="*/ 1464 w 3209"/>
              <a:gd name="T79" fmla="*/ 19 h 3192"/>
              <a:gd name="T80" fmla="*/ 1741 w 3209"/>
              <a:gd name="T81" fmla="*/ 17 h 3192"/>
              <a:gd name="T82" fmla="*/ 2159 w 3209"/>
              <a:gd name="T83" fmla="*/ 270 h 3192"/>
              <a:gd name="T84" fmla="*/ 2333 w 3209"/>
              <a:gd name="T85" fmla="*/ 648 h 3192"/>
              <a:gd name="T86" fmla="*/ 2334 w 3209"/>
              <a:gd name="T87" fmla="*/ 976 h 3192"/>
              <a:gd name="T88" fmla="*/ 2229 w 3209"/>
              <a:gd name="T89" fmla="*/ 1284 h 3192"/>
              <a:gd name="T90" fmla="*/ 1793 w 3209"/>
              <a:gd name="T91" fmla="*/ 1675 h 3192"/>
              <a:gd name="T92" fmla="*/ 1266 w 3209"/>
              <a:gd name="T93" fmla="*/ 1599 h 3192"/>
              <a:gd name="T94" fmla="*/ 947 w 3209"/>
              <a:gd name="T95" fmla="*/ 1203 h 3192"/>
              <a:gd name="T96" fmla="*/ 874 w 3209"/>
              <a:gd name="T97" fmla="*/ 942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09" h="3192">
                <a:moveTo>
                  <a:pt x="1359" y="3176"/>
                </a:moveTo>
                <a:cubicBezTo>
                  <a:pt x="1364" y="3127"/>
                  <a:pt x="1367" y="3085"/>
                  <a:pt x="1373" y="3042"/>
                </a:cubicBezTo>
                <a:cubicBezTo>
                  <a:pt x="1383" y="2969"/>
                  <a:pt x="1395" y="2896"/>
                  <a:pt x="1406" y="2822"/>
                </a:cubicBezTo>
                <a:cubicBezTo>
                  <a:pt x="1411" y="2786"/>
                  <a:pt x="1414" y="2749"/>
                  <a:pt x="1419" y="2712"/>
                </a:cubicBezTo>
                <a:lnTo>
                  <a:pt x="1441" y="2542"/>
                </a:lnTo>
                <a:cubicBezTo>
                  <a:pt x="1446" y="2509"/>
                  <a:pt x="1450" y="2476"/>
                  <a:pt x="1454" y="2443"/>
                </a:cubicBezTo>
                <a:cubicBezTo>
                  <a:pt x="1459" y="2394"/>
                  <a:pt x="1462" y="2344"/>
                  <a:pt x="1468" y="2295"/>
                </a:cubicBezTo>
                <a:cubicBezTo>
                  <a:pt x="1471" y="2268"/>
                  <a:pt x="1476" y="2242"/>
                  <a:pt x="1479" y="2216"/>
                </a:cubicBezTo>
                <a:cubicBezTo>
                  <a:pt x="1484" y="2161"/>
                  <a:pt x="1462" y="2112"/>
                  <a:pt x="1447" y="2062"/>
                </a:cubicBezTo>
                <a:cubicBezTo>
                  <a:pt x="1443" y="2044"/>
                  <a:pt x="1436" y="2026"/>
                  <a:pt x="1433" y="2008"/>
                </a:cubicBezTo>
                <a:cubicBezTo>
                  <a:pt x="1433" y="2002"/>
                  <a:pt x="1444" y="1989"/>
                  <a:pt x="1450" y="1989"/>
                </a:cubicBezTo>
                <a:cubicBezTo>
                  <a:pt x="1556" y="1988"/>
                  <a:pt x="1662" y="1988"/>
                  <a:pt x="1767" y="1988"/>
                </a:cubicBezTo>
                <a:cubicBezTo>
                  <a:pt x="1782" y="1988"/>
                  <a:pt x="1788" y="1992"/>
                  <a:pt x="1782" y="2009"/>
                </a:cubicBezTo>
                <a:cubicBezTo>
                  <a:pt x="1770" y="2044"/>
                  <a:pt x="1761" y="2080"/>
                  <a:pt x="1751" y="2116"/>
                </a:cubicBezTo>
                <a:cubicBezTo>
                  <a:pt x="1747" y="2131"/>
                  <a:pt x="1742" y="2145"/>
                  <a:pt x="1740" y="2160"/>
                </a:cubicBezTo>
                <a:cubicBezTo>
                  <a:pt x="1731" y="2210"/>
                  <a:pt x="1739" y="2260"/>
                  <a:pt x="1749" y="2310"/>
                </a:cubicBezTo>
                <a:cubicBezTo>
                  <a:pt x="1757" y="2345"/>
                  <a:pt x="1759" y="2382"/>
                  <a:pt x="1762" y="2418"/>
                </a:cubicBezTo>
                <a:cubicBezTo>
                  <a:pt x="1767" y="2470"/>
                  <a:pt x="1770" y="2523"/>
                  <a:pt x="1776" y="2575"/>
                </a:cubicBezTo>
                <a:cubicBezTo>
                  <a:pt x="1786" y="2651"/>
                  <a:pt x="1798" y="2727"/>
                  <a:pt x="1809" y="2803"/>
                </a:cubicBezTo>
                <a:cubicBezTo>
                  <a:pt x="1814" y="2837"/>
                  <a:pt x="1818" y="2871"/>
                  <a:pt x="1821" y="2905"/>
                </a:cubicBezTo>
                <a:cubicBezTo>
                  <a:pt x="1827" y="2957"/>
                  <a:pt x="1830" y="3008"/>
                  <a:pt x="1835" y="3059"/>
                </a:cubicBezTo>
                <a:cubicBezTo>
                  <a:pt x="1838" y="3091"/>
                  <a:pt x="1843" y="3122"/>
                  <a:pt x="1848" y="3153"/>
                </a:cubicBezTo>
                <a:cubicBezTo>
                  <a:pt x="1848" y="3159"/>
                  <a:pt x="1856" y="3164"/>
                  <a:pt x="1866" y="3175"/>
                </a:cubicBezTo>
                <a:cubicBezTo>
                  <a:pt x="1881" y="3118"/>
                  <a:pt x="1893" y="3069"/>
                  <a:pt x="1906" y="3021"/>
                </a:cubicBezTo>
                <a:cubicBezTo>
                  <a:pt x="1920" y="2971"/>
                  <a:pt x="1936" y="2922"/>
                  <a:pt x="1950" y="2873"/>
                </a:cubicBezTo>
                <a:cubicBezTo>
                  <a:pt x="1960" y="2839"/>
                  <a:pt x="1968" y="2804"/>
                  <a:pt x="1977" y="2769"/>
                </a:cubicBezTo>
                <a:cubicBezTo>
                  <a:pt x="1988" y="2731"/>
                  <a:pt x="1999" y="2694"/>
                  <a:pt x="2009" y="2656"/>
                </a:cubicBezTo>
                <a:cubicBezTo>
                  <a:pt x="2019" y="2622"/>
                  <a:pt x="2027" y="2587"/>
                  <a:pt x="2036" y="2553"/>
                </a:cubicBezTo>
                <a:cubicBezTo>
                  <a:pt x="2046" y="2516"/>
                  <a:pt x="2057" y="2479"/>
                  <a:pt x="2068" y="2442"/>
                </a:cubicBezTo>
                <a:cubicBezTo>
                  <a:pt x="2077" y="2408"/>
                  <a:pt x="2086" y="2373"/>
                  <a:pt x="2096" y="2339"/>
                </a:cubicBezTo>
                <a:cubicBezTo>
                  <a:pt x="2106" y="2300"/>
                  <a:pt x="2118" y="2262"/>
                  <a:pt x="2128" y="2223"/>
                </a:cubicBezTo>
                <a:cubicBezTo>
                  <a:pt x="2138" y="2187"/>
                  <a:pt x="2146" y="2152"/>
                  <a:pt x="2155" y="2116"/>
                </a:cubicBezTo>
                <a:cubicBezTo>
                  <a:pt x="2165" y="2079"/>
                  <a:pt x="2177" y="2043"/>
                  <a:pt x="2187" y="2006"/>
                </a:cubicBezTo>
                <a:cubicBezTo>
                  <a:pt x="2196" y="1973"/>
                  <a:pt x="2205" y="1939"/>
                  <a:pt x="2214" y="1905"/>
                </a:cubicBezTo>
                <a:cubicBezTo>
                  <a:pt x="2218" y="1890"/>
                  <a:pt x="2218" y="1869"/>
                  <a:pt x="2228" y="1861"/>
                </a:cubicBezTo>
                <a:cubicBezTo>
                  <a:pt x="2240" y="1851"/>
                  <a:pt x="2264" y="1845"/>
                  <a:pt x="2278" y="1849"/>
                </a:cubicBezTo>
                <a:cubicBezTo>
                  <a:pt x="2342" y="1872"/>
                  <a:pt x="2404" y="1900"/>
                  <a:pt x="2467" y="1925"/>
                </a:cubicBezTo>
                <a:cubicBezTo>
                  <a:pt x="2532" y="1950"/>
                  <a:pt x="2598" y="1974"/>
                  <a:pt x="2664" y="1998"/>
                </a:cubicBezTo>
                <a:cubicBezTo>
                  <a:pt x="2716" y="2018"/>
                  <a:pt x="2767" y="2038"/>
                  <a:pt x="2819" y="2059"/>
                </a:cubicBezTo>
                <a:cubicBezTo>
                  <a:pt x="2886" y="2085"/>
                  <a:pt x="2949" y="2117"/>
                  <a:pt x="3007" y="2159"/>
                </a:cubicBezTo>
                <a:cubicBezTo>
                  <a:pt x="3060" y="2197"/>
                  <a:pt x="3101" y="2244"/>
                  <a:pt x="3124" y="2303"/>
                </a:cubicBezTo>
                <a:cubicBezTo>
                  <a:pt x="3135" y="2329"/>
                  <a:pt x="3135" y="2359"/>
                  <a:pt x="3138" y="2387"/>
                </a:cubicBezTo>
                <a:cubicBezTo>
                  <a:pt x="3143" y="2440"/>
                  <a:pt x="3146" y="2492"/>
                  <a:pt x="3151" y="2545"/>
                </a:cubicBezTo>
                <a:cubicBezTo>
                  <a:pt x="3158" y="2606"/>
                  <a:pt x="3166" y="2667"/>
                  <a:pt x="3173" y="2729"/>
                </a:cubicBezTo>
                <a:lnTo>
                  <a:pt x="3174" y="2737"/>
                </a:lnTo>
                <a:cubicBezTo>
                  <a:pt x="3178" y="2800"/>
                  <a:pt x="3183" y="2862"/>
                  <a:pt x="3188" y="2924"/>
                </a:cubicBezTo>
                <a:cubicBezTo>
                  <a:pt x="3191" y="2967"/>
                  <a:pt x="3195" y="3010"/>
                  <a:pt x="3200" y="3052"/>
                </a:cubicBezTo>
                <a:cubicBezTo>
                  <a:pt x="3209" y="3120"/>
                  <a:pt x="3135" y="3192"/>
                  <a:pt x="3062" y="3191"/>
                </a:cubicBezTo>
                <a:cubicBezTo>
                  <a:pt x="2660" y="3188"/>
                  <a:pt x="2257" y="3189"/>
                  <a:pt x="1855" y="3189"/>
                </a:cubicBezTo>
                <a:cubicBezTo>
                  <a:pt x="1290" y="3189"/>
                  <a:pt x="725" y="3189"/>
                  <a:pt x="160" y="3190"/>
                </a:cubicBezTo>
                <a:cubicBezTo>
                  <a:pt x="110" y="3190"/>
                  <a:pt x="66" y="3180"/>
                  <a:pt x="38" y="3140"/>
                </a:cubicBezTo>
                <a:cubicBezTo>
                  <a:pt x="5" y="3091"/>
                  <a:pt x="0" y="3036"/>
                  <a:pt x="14" y="2979"/>
                </a:cubicBezTo>
                <a:cubicBezTo>
                  <a:pt x="15" y="2974"/>
                  <a:pt x="18" y="2968"/>
                  <a:pt x="18" y="2963"/>
                </a:cubicBezTo>
                <a:cubicBezTo>
                  <a:pt x="23" y="2902"/>
                  <a:pt x="27" y="2841"/>
                  <a:pt x="33" y="2780"/>
                </a:cubicBezTo>
                <a:cubicBezTo>
                  <a:pt x="38" y="2728"/>
                  <a:pt x="47" y="2676"/>
                  <a:pt x="53" y="2624"/>
                </a:cubicBezTo>
                <a:lnTo>
                  <a:pt x="54" y="2615"/>
                </a:lnTo>
                <a:cubicBezTo>
                  <a:pt x="59" y="2555"/>
                  <a:pt x="58" y="2492"/>
                  <a:pt x="69" y="2433"/>
                </a:cubicBezTo>
                <a:cubicBezTo>
                  <a:pt x="80" y="2374"/>
                  <a:pt x="71" y="2313"/>
                  <a:pt x="111" y="2258"/>
                </a:cubicBezTo>
                <a:cubicBezTo>
                  <a:pt x="151" y="2205"/>
                  <a:pt x="198" y="2161"/>
                  <a:pt x="253" y="2126"/>
                </a:cubicBezTo>
                <a:cubicBezTo>
                  <a:pt x="338" y="2073"/>
                  <a:pt x="434" y="2043"/>
                  <a:pt x="527" y="2008"/>
                </a:cubicBezTo>
                <a:cubicBezTo>
                  <a:pt x="600" y="1980"/>
                  <a:pt x="672" y="1949"/>
                  <a:pt x="746" y="1920"/>
                </a:cubicBezTo>
                <a:cubicBezTo>
                  <a:pt x="807" y="1896"/>
                  <a:pt x="869" y="1872"/>
                  <a:pt x="931" y="1849"/>
                </a:cubicBezTo>
                <a:cubicBezTo>
                  <a:pt x="960" y="1838"/>
                  <a:pt x="986" y="1858"/>
                  <a:pt x="993" y="1887"/>
                </a:cubicBezTo>
                <a:cubicBezTo>
                  <a:pt x="1002" y="1925"/>
                  <a:pt x="1015" y="1963"/>
                  <a:pt x="1025" y="2001"/>
                </a:cubicBezTo>
                <a:cubicBezTo>
                  <a:pt x="1034" y="2035"/>
                  <a:pt x="1042" y="2070"/>
                  <a:pt x="1052" y="2104"/>
                </a:cubicBezTo>
                <a:cubicBezTo>
                  <a:pt x="1062" y="2142"/>
                  <a:pt x="1074" y="2180"/>
                  <a:pt x="1084" y="2218"/>
                </a:cubicBezTo>
                <a:cubicBezTo>
                  <a:pt x="1093" y="2251"/>
                  <a:pt x="1101" y="2285"/>
                  <a:pt x="1111" y="2318"/>
                </a:cubicBezTo>
                <a:cubicBezTo>
                  <a:pt x="1125" y="2372"/>
                  <a:pt x="1141" y="2424"/>
                  <a:pt x="1155" y="2478"/>
                </a:cubicBezTo>
                <a:cubicBezTo>
                  <a:pt x="1165" y="2511"/>
                  <a:pt x="1173" y="2545"/>
                  <a:pt x="1182" y="2578"/>
                </a:cubicBezTo>
                <a:cubicBezTo>
                  <a:pt x="1192" y="2617"/>
                  <a:pt x="1204" y="2655"/>
                  <a:pt x="1215" y="2694"/>
                </a:cubicBezTo>
                <a:cubicBezTo>
                  <a:pt x="1224" y="2729"/>
                  <a:pt x="1232" y="2764"/>
                  <a:pt x="1241" y="2798"/>
                </a:cubicBezTo>
                <a:cubicBezTo>
                  <a:pt x="1252" y="2836"/>
                  <a:pt x="1263" y="2873"/>
                  <a:pt x="1273" y="2911"/>
                </a:cubicBezTo>
                <a:cubicBezTo>
                  <a:pt x="1283" y="2946"/>
                  <a:pt x="1292" y="2980"/>
                  <a:pt x="1301" y="3015"/>
                </a:cubicBezTo>
                <a:cubicBezTo>
                  <a:pt x="1313" y="3063"/>
                  <a:pt x="1325" y="3111"/>
                  <a:pt x="1338" y="3159"/>
                </a:cubicBezTo>
                <a:cubicBezTo>
                  <a:pt x="1340" y="3165"/>
                  <a:pt x="1349" y="3168"/>
                  <a:pt x="1359" y="3176"/>
                </a:cubicBezTo>
                <a:close/>
                <a:moveTo>
                  <a:pt x="857" y="800"/>
                </a:moveTo>
                <a:cubicBezTo>
                  <a:pt x="869" y="739"/>
                  <a:pt x="882" y="664"/>
                  <a:pt x="897" y="588"/>
                </a:cubicBezTo>
                <a:cubicBezTo>
                  <a:pt x="914" y="499"/>
                  <a:pt x="955" y="418"/>
                  <a:pt x="1004" y="342"/>
                </a:cubicBezTo>
                <a:cubicBezTo>
                  <a:pt x="1075" y="231"/>
                  <a:pt x="1175" y="140"/>
                  <a:pt x="1292" y="79"/>
                </a:cubicBezTo>
                <a:cubicBezTo>
                  <a:pt x="1346" y="51"/>
                  <a:pt x="1403" y="28"/>
                  <a:pt x="1464" y="19"/>
                </a:cubicBezTo>
                <a:cubicBezTo>
                  <a:pt x="1509" y="13"/>
                  <a:pt x="1555" y="1"/>
                  <a:pt x="1600" y="1"/>
                </a:cubicBezTo>
                <a:cubicBezTo>
                  <a:pt x="1647" y="0"/>
                  <a:pt x="1695" y="8"/>
                  <a:pt x="1741" y="17"/>
                </a:cubicBezTo>
                <a:cubicBezTo>
                  <a:pt x="1785" y="26"/>
                  <a:pt x="1829" y="38"/>
                  <a:pt x="1870" y="55"/>
                </a:cubicBezTo>
                <a:cubicBezTo>
                  <a:pt x="1983" y="101"/>
                  <a:pt x="2082" y="175"/>
                  <a:pt x="2159" y="270"/>
                </a:cubicBezTo>
                <a:cubicBezTo>
                  <a:pt x="2216" y="341"/>
                  <a:pt x="2261" y="417"/>
                  <a:pt x="2294" y="499"/>
                </a:cubicBezTo>
                <a:cubicBezTo>
                  <a:pt x="2313" y="547"/>
                  <a:pt x="2322" y="598"/>
                  <a:pt x="2333" y="648"/>
                </a:cubicBezTo>
                <a:cubicBezTo>
                  <a:pt x="2342" y="694"/>
                  <a:pt x="2353" y="740"/>
                  <a:pt x="2353" y="786"/>
                </a:cubicBezTo>
                <a:cubicBezTo>
                  <a:pt x="2351" y="850"/>
                  <a:pt x="2344" y="913"/>
                  <a:pt x="2334" y="976"/>
                </a:cubicBezTo>
                <a:cubicBezTo>
                  <a:pt x="2329" y="1013"/>
                  <a:pt x="2318" y="1050"/>
                  <a:pt x="2310" y="1086"/>
                </a:cubicBezTo>
                <a:cubicBezTo>
                  <a:pt x="2294" y="1156"/>
                  <a:pt x="2263" y="1220"/>
                  <a:pt x="2229" y="1284"/>
                </a:cubicBezTo>
                <a:cubicBezTo>
                  <a:pt x="2173" y="1392"/>
                  <a:pt x="2096" y="1483"/>
                  <a:pt x="2001" y="1560"/>
                </a:cubicBezTo>
                <a:cubicBezTo>
                  <a:pt x="1939" y="1611"/>
                  <a:pt x="1869" y="1650"/>
                  <a:pt x="1793" y="1675"/>
                </a:cubicBezTo>
                <a:cubicBezTo>
                  <a:pt x="1724" y="1697"/>
                  <a:pt x="1655" y="1712"/>
                  <a:pt x="1584" y="1707"/>
                </a:cubicBezTo>
                <a:cubicBezTo>
                  <a:pt x="1470" y="1700"/>
                  <a:pt x="1360" y="1663"/>
                  <a:pt x="1266" y="1599"/>
                </a:cubicBezTo>
                <a:cubicBezTo>
                  <a:pt x="1181" y="1541"/>
                  <a:pt x="1107" y="1473"/>
                  <a:pt x="1052" y="1387"/>
                </a:cubicBezTo>
                <a:cubicBezTo>
                  <a:pt x="1013" y="1328"/>
                  <a:pt x="978" y="1266"/>
                  <a:pt x="947" y="1203"/>
                </a:cubicBezTo>
                <a:cubicBezTo>
                  <a:pt x="921" y="1148"/>
                  <a:pt x="905" y="1089"/>
                  <a:pt x="888" y="1032"/>
                </a:cubicBezTo>
                <a:cubicBezTo>
                  <a:pt x="879" y="1003"/>
                  <a:pt x="878" y="972"/>
                  <a:pt x="874" y="942"/>
                </a:cubicBezTo>
                <a:cubicBezTo>
                  <a:pt x="869" y="900"/>
                  <a:pt x="864" y="858"/>
                  <a:pt x="857" y="800"/>
                </a:cubicBezTo>
                <a:close/>
              </a:path>
            </a:pathLst>
          </a:custGeom>
          <a:gradFill>
            <a:gsLst>
              <a:gs pos="10000">
                <a:srgbClr val="FCC800">
                  <a:alpha val="0"/>
                </a:srgbClr>
              </a:gs>
              <a:gs pos="100000">
                <a:srgbClr val="FCC800">
                  <a:alpha val="20000"/>
                </a:srgbClr>
              </a:gs>
            </a:gsLst>
            <a:lin ang="2700000" scaled="1"/>
          </a:gradFill>
          <a:ln w="0">
            <a:noFill/>
            <a:prstDash val="solid"/>
            <a:round/>
          </a:ln>
        </p:spPr>
        <p:txBody>
          <a:bodyPr vert="horz" wrap="square" lIns="91440" tIns="45720" rIns="91440" bIns="45720" numCol="1" anchor="t" anchorCtr="0" compatLnSpc="1"/>
          <a:lstStyle/>
          <a:p>
            <a:endParaRPr lang="zh-CN" altLang="en-US">
              <a:solidFill>
                <a:schemeClr val="tx1">
                  <a:lumMod val="75000"/>
                  <a:lumOff val="25000"/>
                </a:schemeClr>
              </a:solidFill>
            </a:endParaRPr>
          </a:p>
        </p:txBody>
      </p:sp>
      <p:sp>
        <p:nvSpPr>
          <p:cNvPr id="31" name="矩形 30"/>
          <p:cNvSpPr/>
          <p:nvPr/>
        </p:nvSpPr>
        <p:spPr>
          <a:xfrm>
            <a:off x="4593590" y="2887345"/>
            <a:ext cx="3024505" cy="2984500"/>
          </a:xfrm>
          <a:prstGeom prst="rect">
            <a:avLst/>
          </a:prstGeom>
        </p:spPr>
        <p:txBody>
          <a:bodyPr wrap="square">
            <a:spAutoFit/>
          </a:bodyPr>
          <a:lstStyle/>
          <a:p>
            <a:pPr marL="177800" indent="-177800" algn="just" fontAlgn="auto">
              <a:lnSpc>
                <a:spcPct val="150000"/>
              </a:lnSpc>
              <a:spcAft>
                <a:spcPts val="1200"/>
              </a:spcAft>
              <a:buFont typeface="Arial" panose="020B0604020202020204" pitchFamily="34" charset="0"/>
              <a:buChar char="•"/>
            </a:pP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桌面级占地（63×105×73</a:t>
            </a:r>
            <a:r>
              <a:rPr lang="en-US" altLang="zh-CN"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cm </a:t>
            </a: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至 115×125×78</a:t>
            </a:r>
            <a:r>
              <a:rPr lang="en-US" altLang="zh-CN"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cm，</a:t>
            </a: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预留操作散热空间）；</a:t>
            </a:r>
            <a:endPar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endParaRPr>
          </a:p>
          <a:p>
            <a:pPr marL="177800" indent="-177800" algn="just" fontAlgn="auto">
              <a:lnSpc>
                <a:spcPct val="150000"/>
              </a:lnSpc>
              <a:spcAft>
                <a:spcPts val="1200"/>
              </a:spcAft>
              <a:buFont typeface="Arial" panose="020B0604020202020204" pitchFamily="34" charset="0"/>
              <a:buChar char="•"/>
            </a:pP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气源 0.5–0.7</a:t>
            </a:r>
            <a:r>
              <a:rPr lang="en-US" altLang="zh-CN"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MPa（Φ8mm </a:t>
            </a: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聚氨酯管）；</a:t>
            </a:r>
            <a:endPar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endParaRPr>
          </a:p>
          <a:p>
            <a:pPr marL="177800" indent="-177800" algn="just" fontAlgn="auto">
              <a:lnSpc>
                <a:spcPct val="150000"/>
              </a:lnSpc>
              <a:spcAft>
                <a:spcPts val="1200"/>
              </a:spcAft>
              <a:buFont typeface="Arial" panose="020B0604020202020204" pitchFamily="34" charset="0"/>
              <a:buChar char="•"/>
            </a:pP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认证工程师上门安装调试，一对一操作培训。</a:t>
            </a:r>
            <a:endPar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endParaRPr>
          </a:p>
        </p:txBody>
      </p:sp>
      <p:sp>
        <p:nvSpPr>
          <p:cNvPr id="32" name="矩形 31"/>
          <p:cNvSpPr/>
          <p:nvPr/>
        </p:nvSpPr>
        <p:spPr>
          <a:xfrm>
            <a:off x="5095875" y="1657350"/>
            <a:ext cx="2022475" cy="460375"/>
          </a:xfrm>
          <a:prstGeom prst="rect">
            <a:avLst/>
          </a:prstGeom>
        </p:spPr>
        <p:txBody>
          <a:bodyPr wrap="none">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第二步 · 部署</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cxnSp>
        <p:nvCxnSpPr>
          <p:cNvPr id="33" name="直接连接符 32"/>
          <p:cNvCxnSpPr/>
          <p:nvPr/>
        </p:nvCxnSpPr>
        <p:spPr>
          <a:xfrm>
            <a:off x="4702810" y="2720340"/>
            <a:ext cx="2807335"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Rectangle 3"/>
          <p:cNvSpPr/>
          <p:nvPr/>
        </p:nvSpPr>
        <p:spPr>
          <a:xfrm>
            <a:off x="4361815" y="1009015"/>
            <a:ext cx="3488055" cy="45720"/>
          </a:xfrm>
          <a:prstGeom prst="rect">
            <a:avLst/>
          </a:prstGeom>
          <a:gradFill>
            <a:gsLst>
              <a:gs pos="100000">
                <a:srgbClr val="FCC800"/>
              </a:gs>
              <a:gs pos="0">
                <a:srgbClr val="FCC800">
                  <a:lumMod val="60000"/>
                  <a:lumOff val="4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9" name="矩形: 圆角 22"/>
          <p:cNvSpPr/>
          <p:nvPr/>
        </p:nvSpPr>
        <p:spPr>
          <a:xfrm>
            <a:off x="8260715" y="1009015"/>
            <a:ext cx="3488055" cy="5227955"/>
          </a:xfrm>
          <a:custGeom>
            <a:avLst/>
            <a:gdLst>
              <a:gd name="connsiteX0" fmla="*/ 0 w 3487810"/>
              <a:gd name="connsiteY0" fmla="*/ 0 h 4621846"/>
              <a:gd name="connsiteX1" fmla="*/ 0 w 3487810"/>
              <a:gd name="connsiteY1" fmla="*/ 0 h 4621846"/>
              <a:gd name="connsiteX2" fmla="*/ 3487810 w 3487810"/>
              <a:gd name="connsiteY2" fmla="*/ 0 h 4621846"/>
              <a:gd name="connsiteX3" fmla="*/ 3487810 w 3487810"/>
              <a:gd name="connsiteY3" fmla="*/ 0 h 4621846"/>
              <a:gd name="connsiteX4" fmla="*/ 3487810 w 3487810"/>
              <a:gd name="connsiteY4" fmla="*/ 4621846 h 4621846"/>
              <a:gd name="connsiteX5" fmla="*/ 3487810 w 3487810"/>
              <a:gd name="connsiteY5" fmla="*/ 4621846 h 4621846"/>
              <a:gd name="connsiteX6" fmla="*/ 0 w 3487810"/>
              <a:gd name="connsiteY6" fmla="*/ 4621846 h 4621846"/>
              <a:gd name="connsiteX7" fmla="*/ 0 w 3487810"/>
              <a:gd name="connsiteY7" fmla="*/ 4621846 h 4621846"/>
              <a:gd name="connsiteX8" fmla="*/ 0 w 3487810"/>
              <a:gd name="connsiteY8" fmla="*/ 0 h 4621846"/>
              <a:gd name="connsiteX0-1" fmla="*/ 695325 w 4183135"/>
              <a:gd name="connsiteY0-2" fmla="*/ 1615442 h 6237288"/>
              <a:gd name="connsiteX1-3" fmla="*/ 0 w 4183135"/>
              <a:gd name="connsiteY1-4" fmla="*/ 0 h 6237288"/>
              <a:gd name="connsiteX2-5" fmla="*/ 695325 w 4183135"/>
              <a:gd name="connsiteY2-6" fmla="*/ 1615442 h 6237288"/>
              <a:gd name="connsiteX3-7" fmla="*/ 4183135 w 4183135"/>
              <a:gd name="connsiteY3-8" fmla="*/ 1615442 h 6237288"/>
              <a:gd name="connsiteX4-9" fmla="*/ 4183135 w 4183135"/>
              <a:gd name="connsiteY4-10" fmla="*/ 1615442 h 6237288"/>
              <a:gd name="connsiteX5-11" fmla="*/ 4183135 w 4183135"/>
              <a:gd name="connsiteY5-12" fmla="*/ 6237288 h 6237288"/>
              <a:gd name="connsiteX6-13" fmla="*/ 4183135 w 4183135"/>
              <a:gd name="connsiteY6-14" fmla="*/ 6237288 h 6237288"/>
              <a:gd name="connsiteX7-15" fmla="*/ 695325 w 4183135"/>
              <a:gd name="connsiteY7-16" fmla="*/ 6237288 h 6237288"/>
              <a:gd name="connsiteX8-17" fmla="*/ 695325 w 4183135"/>
              <a:gd name="connsiteY8-18" fmla="*/ 6237288 h 6237288"/>
              <a:gd name="connsiteX9" fmla="*/ 695325 w 4183135"/>
              <a:gd name="connsiteY9" fmla="*/ 1615442 h 6237288"/>
              <a:gd name="connsiteX0-19" fmla="*/ 0 w 3487810"/>
              <a:gd name="connsiteY0-20" fmla="*/ 0 h 4621846"/>
              <a:gd name="connsiteX1-21" fmla="*/ 0 w 3487810"/>
              <a:gd name="connsiteY1-22" fmla="*/ 0 h 4621846"/>
              <a:gd name="connsiteX2-23" fmla="*/ 3487810 w 3487810"/>
              <a:gd name="connsiteY2-24" fmla="*/ 0 h 4621846"/>
              <a:gd name="connsiteX3-25" fmla="*/ 3487810 w 3487810"/>
              <a:gd name="connsiteY3-26" fmla="*/ 0 h 4621846"/>
              <a:gd name="connsiteX4-27" fmla="*/ 3487810 w 3487810"/>
              <a:gd name="connsiteY4-28" fmla="*/ 4621846 h 4621846"/>
              <a:gd name="connsiteX5-29" fmla="*/ 3487810 w 3487810"/>
              <a:gd name="connsiteY5-30" fmla="*/ 4621846 h 4621846"/>
              <a:gd name="connsiteX6-31" fmla="*/ 0 w 3487810"/>
              <a:gd name="connsiteY6-32" fmla="*/ 4621846 h 4621846"/>
              <a:gd name="connsiteX7-33" fmla="*/ 0 w 3487810"/>
              <a:gd name="connsiteY7-34" fmla="*/ 4621846 h 4621846"/>
              <a:gd name="connsiteX8-35" fmla="*/ 0 w 3487810"/>
              <a:gd name="connsiteY8-36" fmla="*/ 0 h 46218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87810" h="4621846">
                <a:moveTo>
                  <a:pt x="0" y="0"/>
                </a:moveTo>
                <a:lnTo>
                  <a:pt x="0" y="0"/>
                </a:lnTo>
                <a:lnTo>
                  <a:pt x="3487810" y="0"/>
                </a:lnTo>
                <a:lnTo>
                  <a:pt x="3487810" y="0"/>
                </a:lnTo>
                <a:lnTo>
                  <a:pt x="3487810" y="4621846"/>
                </a:lnTo>
                <a:lnTo>
                  <a:pt x="3487810" y="4621846"/>
                </a:lnTo>
                <a:lnTo>
                  <a:pt x="0" y="4621846"/>
                </a:lnTo>
                <a:lnTo>
                  <a:pt x="0" y="4621846"/>
                </a:lnTo>
                <a:lnTo>
                  <a:pt x="0" y="0"/>
                </a:lnTo>
                <a:close/>
              </a:path>
            </a:pathLst>
          </a:custGeom>
          <a:solidFill>
            <a:schemeClr val="bg1"/>
          </a:solidFill>
          <a:ln>
            <a:noFill/>
          </a:ln>
          <a:effectLst>
            <a:outerShdw blurRad="444500" dist="127000" dir="8100000" algn="tr" rotWithShape="0">
              <a:schemeClr val="accent1">
                <a:lumMod val="5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mj-lt"/>
              <a:ea typeface="+mj-ea"/>
              <a:sym typeface="+mn-ea"/>
            </a:endParaRPr>
          </a:p>
        </p:txBody>
      </p:sp>
      <p:sp>
        <p:nvSpPr>
          <p:cNvPr id="37" name="Freeform 13"/>
          <p:cNvSpPr>
            <a:spLocks noEditPoints="1"/>
          </p:cNvSpPr>
          <p:nvPr/>
        </p:nvSpPr>
        <p:spPr bwMode="auto">
          <a:xfrm>
            <a:off x="10005060" y="4500880"/>
            <a:ext cx="1403350" cy="1403350"/>
          </a:xfrm>
          <a:custGeom>
            <a:avLst/>
            <a:gdLst>
              <a:gd name="T0" fmla="*/ 2078 w 3198"/>
              <a:gd name="T1" fmla="*/ 3199 h 3199"/>
              <a:gd name="T2" fmla="*/ 1927 w 3198"/>
              <a:gd name="T3" fmla="*/ 3131 h 3199"/>
              <a:gd name="T4" fmla="*/ 1590 w 3198"/>
              <a:gd name="T5" fmla="*/ 2923 h 3199"/>
              <a:gd name="T6" fmla="*/ 1256 w 3198"/>
              <a:gd name="T7" fmla="*/ 3127 h 3199"/>
              <a:gd name="T8" fmla="*/ 1106 w 3198"/>
              <a:gd name="T9" fmla="*/ 3194 h 3199"/>
              <a:gd name="T10" fmla="*/ 1029 w 3198"/>
              <a:gd name="T11" fmla="*/ 3177 h 3199"/>
              <a:gd name="T12" fmla="*/ 1025 w 3198"/>
              <a:gd name="T13" fmla="*/ 3175 h 3199"/>
              <a:gd name="T14" fmla="*/ 633 w 3198"/>
              <a:gd name="T15" fmla="*/ 2943 h 3199"/>
              <a:gd name="T16" fmla="*/ 629 w 3198"/>
              <a:gd name="T17" fmla="*/ 2940 h 3199"/>
              <a:gd name="T18" fmla="*/ 565 w 3198"/>
              <a:gd name="T19" fmla="*/ 2699 h 3199"/>
              <a:gd name="T20" fmla="*/ 602 w 3198"/>
              <a:gd name="T21" fmla="*/ 2531 h 3199"/>
              <a:gd name="T22" fmla="*/ 186 w 3198"/>
              <a:gd name="T23" fmla="*/ 2090 h 3199"/>
              <a:gd name="T24" fmla="*/ 169 w 3198"/>
              <a:gd name="T25" fmla="*/ 2090 h 3199"/>
              <a:gd name="T26" fmla="*/ 33 w 3198"/>
              <a:gd name="T27" fmla="*/ 1933 h 3199"/>
              <a:gd name="T28" fmla="*/ 0 w 3198"/>
              <a:gd name="T29" fmla="*/ 1601 h 3199"/>
              <a:gd name="T30" fmla="*/ 33 w 3198"/>
              <a:gd name="T31" fmla="*/ 1269 h 3199"/>
              <a:gd name="T32" fmla="*/ 172 w 3198"/>
              <a:gd name="T33" fmla="*/ 1112 h 3199"/>
              <a:gd name="T34" fmla="*/ 186 w 3198"/>
              <a:gd name="T35" fmla="*/ 1112 h 3199"/>
              <a:gd name="T36" fmla="*/ 602 w 3198"/>
              <a:gd name="T37" fmla="*/ 671 h 3199"/>
              <a:gd name="T38" fmla="*/ 565 w 3198"/>
              <a:gd name="T39" fmla="*/ 503 h 3199"/>
              <a:gd name="T40" fmla="*/ 629 w 3198"/>
              <a:gd name="T41" fmla="*/ 262 h 3199"/>
              <a:gd name="T42" fmla="*/ 633 w 3198"/>
              <a:gd name="T43" fmla="*/ 259 h 3199"/>
              <a:gd name="T44" fmla="*/ 1047 w 3198"/>
              <a:gd name="T45" fmla="*/ 18 h 3199"/>
              <a:gd name="T46" fmla="*/ 1052 w 3198"/>
              <a:gd name="T47" fmla="*/ 16 h 3199"/>
              <a:gd name="T48" fmla="*/ 1127 w 3198"/>
              <a:gd name="T49" fmla="*/ 0 h 3199"/>
              <a:gd name="T50" fmla="*/ 1278 w 3198"/>
              <a:gd name="T51" fmla="*/ 66 h 3199"/>
              <a:gd name="T52" fmla="*/ 1607 w 3198"/>
              <a:gd name="T53" fmla="*/ 262 h 3199"/>
              <a:gd name="T54" fmla="*/ 1934 w 3198"/>
              <a:gd name="T55" fmla="*/ 70 h 3199"/>
              <a:gd name="T56" fmla="*/ 2084 w 3198"/>
              <a:gd name="T57" fmla="*/ 5 h 3199"/>
              <a:gd name="T58" fmla="*/ 2161 w 3198"/>
              <a:gd name="T59" fmla="*/ 22 h 3199"/>
              <a:gd name="T60" fmla="*/ 2165 w 3198"/>
              <a:gd name="T61" fmla="*/ 24 h 3199"/>
              <a:gd name="T62" fmla="*/ 2565 w 3198"/>
              <a:gd name="T63" fmla="*/ 259 h 3199"/>
              <a:gd name="T64" fmla="*/ 2569 w 3198"/>
              <a:gd name="T65" fmla="*/ 262 h 3199"/>
              <a:gd name="T66" fmla="*/ 2632 w 3198"/>
              <a:gd name="T67" fmla="*/ 503 h 3199"/>
              <a:gd name="T68" fmla="*/ 2596 w 3198"/>
              <a:gd name="T69" fmla="*/ 671 h 3199"/>
              <a:gd name="T70" fmla="*/ 3012 w 3198"/>
              <a:gd name="T71" fmla="*/ 1112 h 3199"/>
              <a:gd name="T72" fmla="*/ 3026 w 3198"/>
              <a:gd name="T73" fmla="*/ 1112 h 3199"/>
              <a:gd name="T74" fmla="*/ 3165 w 3198"/>
              <a:gd name="T75" fmla="*/ 1269 h 3199"/>
              <a:gd name="T76" fmla="*/ 3198 w 3198"/>
              <a:gd name="T77" fmla="*/ 1601 h 3199"/>
              <a:gd name="T78" fmla="*/ 3165 w 3198"/>
              <a:gd name="T79" fmla="*/ 1933 h 3199"/>
              <a:gd name="T80" fmla="*/ 3026 w 3198"/>
              <a:gd name="T81" fmla="*/ 2090 h 3199"/>
              <a:gd name="T82" fmla="*/ 3012 w 3198"/>
              <a:gd name="T83" fmla="*/ 2090 h 3199"/>
              <a:gd name="T84" fmla="*/ 2596 w 3198"/>
              <a:gd name="T85" fmla="*/ 2531 h 3199"/>
              <a:gd name="T86" fmla="*/ 2632 w 3198"/>
              <a:gd name="T87" fmla="*/ 2699 h 3199"/>
              <a:gd name="T88" fmla="*/ 2569 w 3198"/>
              <a:gd name="T89" fmla="*/ 2940 h 3199"/>
              <a:gd name="T90" fmla="*/ 2565 w 3198"/>
              <a:gd name="T91" fmla="*/ 2943 h 3199"/>
              <a:gd name="T92" fmla="*/ 2158 w 3198"/>
              <a:gd name="T93" fmla="*/ 3181 h 3199"/>
              <a:gd name="T94" fmla="*/ 2154 w 3198"/>
              <a:gd name="T95" fmla="*/ 3183 h 3199"/>
              <a:gd name="T96" fmla="*/ 2078 w 3198"/>
              <a:gd name="T97" fmla="*/ 3199 h 3199"/>
              <a:gd name="T98" fmla="*/ 1592 w 3198"/>
              <a:gd name="T99" fmla="*/ 2185 h 3199"/>
              <a:gd name="T100" fmla="*/ 2146 w 3198"/>
              <a:gd name="T101" fmla="*/ 1599 h 3199"/>
              <a:gd name="T102" fmla="*/ 1592 w 3198"/>
              <a:gd name="T103" fmla="*/ 1012 h 3199"/>
              <a:gd name="T104" fmla="*/ 1038 w 3198"/>
              <a:gd name="T105" fmla="*/ 1599 h 3199"/>
              <a:gd name="T106" fmla="*/ 1592 w 3198"/>
              <a:gd name="T107" fmla="*/ 2185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198" h="3199">
                <a:moveTo>
                  <a:pt x="2078" y="3199"/>
                </a:moveTo>
                <a:cubicBezTo>
                  <a:pt x="2020" y="3199"/>
                  <a:pt x="1964" y="3174"/>
                  <a:pt x="1927" y="3131"/>
                </a:cubicBezTo>
                <a:cubicBezTo>
                  <a:pt x="1877" y="3073"/>
                  <a:pt x="1720" y="2923"/>
                  <a:pt x="1590" y="2923"/>
                </a:cubicBezTo>
                <a:cubicBezTo>
                  <a:pt x="1462" y="2923"/>
                  <a:pt x="1302" y="3074"/>
                  <a:pt x="1256" y="3127"/>
                </a:cubicBezTo>
                <a:cubicBezTo>
                  <a:pt x="1218" y="3170"/>
                  <a:pt x="1163" y="3194"/>
                  <a:pt x="1106" y="3194"/>
                </a:cubicBezTo>
                <a:cubicBezTo>
                  <a:pt x="1079" y="3194"/>
                  <a:pt x="1053" y="3188"/>
                  <a:pt x="1029" y="3177"/>
                </a:cubicBezTo>
                <a:lnTo>
                  <a:pt x="1025" y="3175"/>
                </a:lnTo>
                <a:lnTo>
                  <a:pt x="633" y="2943"/>
                </a:lnTo>
                <a:lnTo>
                  <a:pt x="629" y="2940"/>
                </a:lnTo>
                <a:cubicBezTo>
                  <a:pt x="557" y="2887"/>
                  <a:pt x="530" y="2784"/>
                  <a:pt x="565" y="2699"/>
                </a:cubicBezTo>
                <a:cubicBezTo>
                  <a:pt x="566" y="2699"/>
                  <a:pt x="602" y="2611"/>
                  <a:pt x="602" y="2531"/>
                </a:cubicBezTo>
                <a:cubicBezTo>
                  <a:pt x="602" y="2288"/>
                  <a:pt x="415" y="2090"/>
                  <a:pt x="186" y="2090"/>
                </a:cubicBezTo>
                <a:lnTo>
                  <a:pt x="169" y="2090"/>
                </a:lnTo>
                <a:cubicBezTo>
                  <a:pt x="104" y="2090"/>
                  <a:pt x="50" y="2029"/>
                  <a:pt x="33" y="1933"/>
                </a:cubicBezTo>
                <a:cubicBezTo>
                  <a:pt x="32" y="1925"/>
                  <a:pt x="0" y="1744"/>
                  <a:pt x="0" y="1601"/>
                </a:cubicBezTo>
                <a:cubicBezTo>
                  <a:pt x="0" y="1458"/>
                  <a:pt x="32" y="1277"/>
                  <a:pt x="33" y="1269"/>
                </a:cubicBezTo>
                <a:cubicBezTo>
                  <a:pt x="50" y="1172"/>
                  <a:pt x="105" y="1110"/>
                  <a:pt x="172" y="1112"/>
                </a:cubicBezTo>
                <a:lnTo>
                  <a:pt x="186" y="1112"/>
                </a:lnTo>
                <a:cubicBezTo>
                  <a:pt x="415" y="1112"/>
                  <a:pt x="602" y="914"/>
                  <a:pt x="602" y="671"/>
                </a:cubicBezTo>
                <a:cubicBezTo>
                  <a:pt x="602" y="591"/>
                  <a:pt x="566" y="504"/>
                  <a:pt x="565" y="503"/>
                </a:cubicBezTo>
                <a:cubicBezTo>
                  <a:pt x="530" y="418"/>
                  <a:pt x="557" y="315"/>
                  <a:pt x="629" y="262"/>
                </a:cubicBezTo>
                <a:lnTo>
                  <a:pt x="633" y="259"/>
                </a:lnTo>
                <a:lnTo>
                  <a:pt x="1047" y="18"/>
                </a:lnTo>
                <a:lnTo>
                  <a:pt x="1052" y="16"/>
                </a:lnTo>
                <a:cubicBezTo>
                  <a:pt x="1075" y="6"/>
                  <a:pt x="1100" y="0"/>
                  <a:pt x="1127" y="0"/>
                </a:cubicBezTo>
                <a:cubicBezTo>
                  <a:pt x="1185" y="0"/>
                  <a:pt x="1241" y="25"/>
                  <a:pt x="1278" y="66"/>
                </a:cubicBezTo>
                <a:cubicBezTo>
                  <a:pt x="1327" y="120"/>
                  <a:pt x="1482" y="262"/>
                  <a:pt x="1607" y="262"/>
                </a:cubicBezTo>
                <a:cubicBezTo>
                  <a:pt x="1731" y="262"/>
                  <a:pt x="1885" y="123"/>
                  <a:pt x="1934" y="70"/>
                </a:cubicBezTo>
                <a:cubicBezTo>
                  <a:pt x="1973" y="29"/>
                  <a:pt x="2027" y="5"/>
                  <a:pt x="2084" y="5"/>
                </a:cubicBezTo>
                <a:cubicBezTo>
                  <a:pt x="2111" y="5"/>
                  <a:pt x="2137" y="11"/>
                  <a:pt x="2161" y="22"/>
                </a:cubicBezTo>
                <a:lnTo>
                  <a:pt x="2165" y="24"/>
                </a:lnTo>
                <a:lnTo>
                  <a:pt x="2565" y="259"/>
                </a:lnTo>
                <a:lnTo>
                  <a:pt x="2569" y="262"/>
                </a:lnTo>
                <a:cubicBezTo>
                  <a:pt x="2641" y="315"/>
                  <a:pt x="2668" y="419"/>
                  <a:pt x="2632" y="503"/>
                </a:cubicBezTo>
                <a:cubicBezTo>
                  <a:pt x="2632" y="504"/>
                  <a:pt x="2596" y="591"/>
                  <a:pt x="2596" y="671"/>
                </a:cubicBezTo>
                <a:cubicBezTo>
                  <a:pt x="2596" y="914"/>
                  <a:pt x="2783" y="1112"/>
                  <a:pt x="3012" y="1112"/>
                </a:cubicBezTo>
                <a:lnTo>
                  <a:pt x="3026" y="1112"/>
                </a:lnTo>
                <a:cubicBezTo>
                  <a:pt x="3093" y="1110"/>
                  <a:pt x="3147" y="1172"/>
                  <a:pt x="3165" y="1269"/>
                </a:cubicBezTo>
                <a:cubicBezTo>
                  <a:pt x="3166" y="1277"/>
                  <a:pt x="3198" y="1458"/>
                  <a:pt x="3198" y="1601"/>
                </a:cubicBezTo>
                <a:cubicBezTo>
                  <a:pt x="3198" y="1744"/>
                  <a:pt x="3166" y="1925"/>
                  <a:pt x="3165" y="1933"/>
                </a:cubicBezTo>
                <a:cubicBezTo>
                  <a:pt x="3147" y="2030"/>
                  <a:pt x="3093" y="2092"/>
                  <a:pt x="3026" y="2090"/>
                </a:cubicBezTo>
                <a:lnTo>
                  <a:pt x="3012" y="2090"/>
                </a:lnTo>
                <a:cubicBezTo>
                  <a:pt x="2783" y="2090"/>
                  <a:pt x="2596" y="2288"/>
                  <a:pt x="2596" y="2531"/>
                </a:cubicBezTo>
                <a:cubicBezTo>
                  <a:pt x="2596" y="2611"/>
                  <a:pt x="2632" y="2699"/>
                  <a:pt x="2632" y="2699"/>
                </a:cubicBezTo>
                <a:cubicBezTo>
                  <a:pt x="2668" y="2784"/>
                  <a:pt x="2640" y="2887"/>
                  <a:pt x="2569" y="2940"/>
                </a:cubicBezTo>
                <a:lnTo>
                  <a:pt x="2565" y="2943"/>
                </a:lnTo>
                <a:lnTo>
                  <a:pt x="2158" y="3181"/>
                </a:lnTo>
                <a:lnTo>
                  <a:pt x="2154" y="3183"/>
                </a:lnTo>
                <a:cubicBezTo>
                  <a:pt x="2131" y="3194"/>
                  <a:pt x="2105" y="3199"/>
                  <a:pt x="2078" y="3199"/>
                </a:cubicBezTo>
                <a:close/>
                <a:moveTo>
                  <a:pt x="1592" y="2185"/>
                </a:moveTo>
                <a:cubicBezTo>
                  <a:pt x="1897" y="2185"/>
                  <a:pt x="2146" y="1922"/>
                  <a:pt x="2146" y="1599"/>
                </a:cubicBezTo>
                <a:cubicBezTo>
                  <a:pt x="2146" y="1275"/>
                  <a:pt x="1897" y="1012"/>
                  <a:pt x="1592" y="1012"/>
                </a:cubicBezTo>
                <a:cubicBezTo>
                  <a:pt x="1286" y="1012"/>
                  <a:pt x="1038" y="1275"/>
                  <a:pt x="1038" y="1599"/>
                </a:cubicBezTo>
                <a:cubicBezTo>
                  <a:pt x="1038" y="1922"/>
                  <a:pt x="1286" y="2185"/>
                  <a:pt x="1592" y="2185"/>
                </a:cubicBezTo>
                <a:close/>
              </a:path>
            </a:pathLst>
          </a:custGeom>
          <a:gradFill>
            <a:gsLst>
              <a:gs pos="10000">
                <a:srgbClr val="FCC800">
                  <a:alpha val="0"/>
                </a:srgbClr>
              </a:gs>
              <a:gs pos="100000">
                <a:srgbClr val="FCC800">
                  <a:alpha val="20000"/>
                </a:srgbClr>
              </a:gs>
            </a:gsLst>
            <a:lin ang="2700000" scaled="1"/>
          </a:gradFill>
          <a:ln w="0">
            <a:no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chemeClr val="tx1">
                  <a:lumMod val="75000"/>
                  <a:lumOff val="25000"/>
                </a:schemeClr>
              </a:solidFill>
              <a:sym typeface="+mn-ea"/>
            </a:endParaRPr>
          </a:p>
        </p:txBody>
      </p:sp>
      <p:sp>
        <p:nvSpPr>
          <p:cNvPr id="40" name="矩形 39"/>
          <p:cNvSpPr/>
          <p:nvPr/>
        </p:nvSpPr>
        <p:spPr>
          <a:xfrm>
            <a:off x="8491855" y="2887345"/>
            <a:ext cx="3024505" cy="2768600"/>
          </a:xfrm>
          <a:prstGeom prst="rect">
            <a:avLst/>
          </a:prstGeom>
        </p:spPr>
        <p:txBody>
          <a:bodyPr wrap="square">
            <a:spAutoFit/>
          </a:bodyPr>
          <a:lstStyle/>
          <a:p>
            <a:pPr marL="177800" indent="-177800" algn="just" fontAlgn="auto">
              <a:lnSpc>
                <a:spcPct val="150000"/>
              </a:lnSpc>
              <a:spcAft>
                <a:spcPts val="1200"/>
              </a:spcAft>
              <a:buFont typeface="Arial" panose="020B0604020202020204" pitchFamily="34" charset="0"/>
              <a:buChar char="•"/>
            </a:pP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按</a:t>
            </a:r>
            <a:r>
              <a:rPr lang="en-US" altLang="zh-CN"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GMP</a:t>
            </a: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计算机化系统验证思路完成</a:t>
            </a:r>
            <a:r>
              <a:rPr lang="en-US" altLang="zh-CN"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IQ/OQ/PQ</a:t>
            </a: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a:t>
            </a:r>
            <a:endParaRPr lang="en-US" altLang="zh-CN"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endParaRPr>
          </a:p>
          <a:p>
            <a:pPr marL="177800" indent="-177800" algn="just" fontAlgn="auto">
              <a:lnSpc>
                <a:spcPct val="150000"/>
              </a:lnSpc>
              <a:spcAft>
                <a:spcPts val="1200"/>
              </a:spcAft>
              <a:buFont typeface="Arial" panose="020B0604020202020204" pitchFamily="34" charset="0"/>
              <a:buChar char="•"/>
            </a:pP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选配 21 </a:t>
            </a:r>
            <a:r>
              <a:rPr lang="en-US" altLang="zh-CN"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CFR Part 11 </a:t>
            </a: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模块；</a:t>
            </a:r>
            <a:endPar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endParaRPr>
          </a:p>
          <a:p>
            <a:pPr marL="177800" indent="-177800" algn="just" fontAlgn="auto">
              <a:lnSpc>
                <a:spcPct val="150000"/>
              </a:lnSpc>
              <a:spcAft>
                <a:spcPts val="1200"/>
              </a:spcAft>
              <a:buFont typeface="Arial" panose="020B0604020202020204" pitchFamily="34" charset="0"/>
              <a:buChar char="•"/>
            </a:pPr>
            <a:r>
              <a:rPr lang="en-US" altLang="zh-CN"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LIMS </a:t>
            </a: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对接内嵌网口远程支持；</a:t>
            </a:r>
            <a:endPar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endParaRPr>
          </a:p>
          <a:p>
            <a:pPr marL="177800" indent="-177800" algn="just" fontAlgn="auto">
              <a:lnSpc>
                <a:spcPct val="150000"/>
              </a:lnSpc>
              <a:spcAft>
                <a:spcPts val="1200"/>
              </a:spcAft>
              <a:buFont typeface="Arial" panose="020B0604020202020204" pitchFamily="34" charset="0"/>
              <a:buChar char="•"/>
            </a:pPr>
            <a:r>
              <a:rPr lang="zh-CN" altLang="en-US"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rPr>
              <a:t>终身免费软件升级＋全球备件库。</a:t>
            </a:r>
            <a:endParaRPr lang="en-US" altLang="zh-CN" sz="1600" dirty="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endParaRPr>
          </a:p>
        </p:txBody>
      </p:sp>
      <p:sp>
        <p:nvSpPr>
          <p:cNvPr id="41" name="矩形 40"/>
          <p:cNvSpPr/>
          <p:nvPr/>
        </p:nvSpPr>
        <p:spPr>
          <a:xfrm>
            <a:off x="8536940" y="1657350"/>
            <a:ext cx="2936875" cy="460375"/>
          </a:xfrm>
          <a:prstGeom prst="rect">
            <a:avLst/>
          </a:prstGeom>
        </p:spPr>
        <p:txBody>
          <a:bodyPr wrap="none">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第三步 · 验证与运行</a:t>
            </a:r>
            <a:endParaRPr lang="en-US" altLang="zh-CN" sz="24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cxnSp>
        <p:nvCxnSpPr>
          <p:cNvPr id="42" name="直接连接符 41"/>
          <p:cNvCxnSpPr/>
          <p:nvPr/>
        </p:nvCxnSpPr>
        <p:spPr>
          <a:xfrm>
            <a:off x="8601075" y="2720340"/>
            <a:ext cx="2807335"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Rectangle 3"/>
          <p:cNvSpPr/>
          <p:nvPr/>
        </p:nvSpPr>
        <p:spPr>
          <a:xfrm>
            <a:off x="8260080" y="1009015"/>
            <a:ext cx="3488055" cy="45720"/>
          </a:xfrm>
          <a:prstGeom prst="rect">
            <a:avLst/>
          </a:prstGeom>
          <a:gradFill>
            <a:gsLst>
              <a:gs pos="100000">
                <a:srgbClr val="FCC800"/>
              </a:gs>
              <a:gs pos="0">
                <a:srgbClr val="FCC800">
                  <a:lumMod val="60000"/>
                  <a:lumOff val="4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671" name="" descr="&lt;Slide style={{ position: 'relative', width: '1280px', height: '720px', overflow: 'hidden', background: '#ffffff', fontFamily: 'Microsoft YaHei, Arial, sans-serif', color: '#333333' }}&gt;&#10;  &lt;Box style={{ position: 'absolute', top: 20, left: 60, right: 60, height: 80, display: 'flex', flexDirection: 'row', alignItems: 'center', borderBottom: '2px solid #1F4E79' }}&gt;&#10;    &lt;Text style={{ fontSize: 34, fontWeight: 'bold', color: '#1F4E79' }}&gt;服务与支持&lt;/Text&gt;&#10;    &lt;Text style={{ fontSize: 18, color: '#8899AA', marginLeft: 20, letterSpacing: 2 }}&gt;购买只是合作的开始&lt;/Text&gt;&#10;  &lt;/Box&gt;&#10;  &lt;Box style={{ position: 'absolute', top: 120, left: 60, right: 60, bottom: 60, display: 'flex', flexDirection: 'column', gap: 18 }}&gt;&#10;    &lt;Box style={{ flex: 1, display: 'flex', flexDirection: 'row', gap: 20 }}&gt;&#10;      &lt;Box style={{ flex: 1, background: '#F5F7FA', borderRadius: 10, padding: 22, borderTop: '5px solid #1F4E79' }}&gt;&#10;        &lt;Text style={{ fontSize: 22, fontWeight: 'bold', color: '#1F4E79', marginBottom: 10 }}&gt;专业技术支持&lt;/Text&gt;&#10;        &lt;Text style={{ fontSize: 16, color: '#333333', lineHeight: 1.7 }}&gt;全球四大中心本地化团队，7×24 小时及时响应；认证工程师上门安装调试；一对一操作培训与维护指导。&lt;/Text&gt;&#10;      &lt;/Box&gt;&#10;      &lt;Box style={{ flex: 1, background: '#F5F7FA', borderRadius: 10, padding: 22, borderTop: '5px solid #2E74B5' }}&gt;&#10;        &lt;Text style={{ fontSize: 22, fontWeight: 'bold', color: '#1F4E79', marginBottom: 10 }}&gt;完善售后服务&lt;/Text&gt;&#10;        &lt;Text style={{ fontSize: 16, color: '#333333', lineHeight: 1.7 }}&gt;行业领先质保承诺；规定时限内快速响应机制；全球多地备件库，故障及时修复。&lt;/Text&gt;&#10;      &lt;/Box&gt;&#10;      &lt;Box style={{ flex: 1, background: '#F5F7FA', borderRadius: 10, padding: 22, borderTop: '5px solid #00A0B0' }}&gt;&#10;        &lt;Text style={{ fontSize: 22, fontWeight: 'bold', color: '#1F4E79', marginBottom: 10 }}&gt;持续软件升级&lt;/Text&gt;&#10;        &lt;Text style={{ fontSize: 16, color: '#333333', lineHeight: 1.7 }}&gt;终身免费软件更新，功能常用常新；支持远程诊断、调试与系统升级，减少停机时间。&lt;/Text&gt;&#10;      &lt;/Box&gt;&#10;    &lt;/Box&gt;&#10;    &lt;Box style={{ height: 150, borderRadius: 10, overflow: 'hidden', position: 'relative' }}&gt;&#10;      &lt;Image src='assets/world_lab.png' style={{ width: '100%', height: '100%', objectFit: 'cover' }} /&gt;&#10;      &lt;Box style={{ position: 'absolute', top: 0, left: 0, width: '100%', height: '100%', background: 'linear-gradient(90deg, rgba(31,78,121,0.80) 0%, rgba(31,78,121,0.35) 100%)' }} /&gt;&#10;      &lt;Box style={{ position: 'absolute', top: 0, left: 0, height: '100%', display: 'flex', flexDirection: 'column', justifyContent: 'center', paddingLeft: 32 }}&gt;&#10;        &lt;Text style={{ fontSize: 22, fontWeight: 'bold', color: '#ffffff', marginBottom: 8 }}&gt;全球服务网络&lt;/Text&gt;&#10;        &lt;Text style={{ fontSize: 16, color: '#F5F7FA', lineHeight: 1.6 }}&gt;美洲 +1 978 788 1114 · 欧洲 +49 69 271 376 0 · 亚太 +60 3 7627 9888 · 非洲中东 +971 4 885 6700&lt;/Text&gt;&#10;      &lt;/Box&gt;&#10;    &lt;/Box&gt;&#10;  &lt;/Box&gt;&#10;  &lt;Box style={{ position: 'absolute', bottom: 20, left: 60, right: 60, height: 20, display: 'flex', flexDirection: 'row', justifyContent: 'space-between', alignItems: 'center' }}&gt;&#10;    &lt;Text style={{ fontSize: 13, color: '#8899AA' }}&gt;兰光集成式检测系统解决方案&lt;/Text&gt;&#10;    &lt;Text style={{ fontSize: 13, color: '#8899AA' }}&gt;35 / 37&lt;/Text&gt;&#10;  &lt;/Box&gt;&#10;&lt;/Slide&gt;&#10;"/>
        <p:cNvGrpSpPr/>
        <p:nvPr/>
      </p:nvGrpSpPr>
      <p:grpSpPr>
        <a:xfrm>
          <a:off x="0" y="0"/>
          <a:ext cx="0" cy="0"/>
          <a:chOff x="0" y="0"/>
          <a:chExt cx="0" cy="0"/>
        </a:xfrm>
      </p:grpSpPr>
      <p:sp>
        <p:nvSpPr>
          <p:cNvPr id="2" name="标题 1"/>
          <p:cNvSpPr>
            <a:spLocks noGrp="1"/>
          </p:cNvSpPr>
          <p:nvPr>
            <p:ph type="title"/>
          </p:nvPr>
        </p:nvSpPr>
        <p:spPr/>
        <p:txBody>
          <a:bodyPr/>
          <a:p>
            <a:pPr algn="l"/>
            <a:r>
              <a:rPr lang="zh-CN" altLang="en-US"/>
              <a:t>服务与支持</a:t>
            </a:r>
            <a:r>
              <a:rPr lang="en-US" altLang="zh-CN"/>
              <a:t>——</a:t>
            </a:r>
            <a:r>
              <a:rPr lang="zh-CN" altLang="en-US"/>
              <a:t>购买只是合作的开始</a:t>
            </a:r>
            <a:endParaRPr lang="zh-CN" altLang="en-US"/>
          </a:p>
        </p:txBody>
      </p:sp>
      <p:grpSp>
        <p:nvGrpSpPr>
          <p:cNvPr id="5" name="组合 4"/>
          <p:cNvGrpSpPr/>
          <p:nvPr/>
        </p:nvGrpSpPr>
        <p:grpSpPr>
          <a:xfrm>
            <a:off x="438150" y="995680"/>
            <a:ext cx="3564255" cy="5252720"/>
            <a:chOff x="690" y="1568"/>
            <a:chExt cx="5613" cy="8272"/>
          </a:xfrm>
        </p:grpSpPr>
        <p:sp>
          <p:nvSpPr>
            <p:cNvPr id="7" name="矩形: 圆角 3"/>
            <p:cNvSpPr/>
            <p:nvPr/>
          </p:nvSpPr>
          <p:spPr>
            <a:xfrm>
              <a:off x="690" y="1891"/>
              <a:ext cx="5613" cy="7949"/>
            </a:xfrm>
            <a:prstGeom prst="roundRect">
              <a:avLst>
                <a:gd name="adj" fmla="val 4899"/>
              </a:avLst>
            </a:prstGeom>
            <a:solidFill>
              <a:schemeClr val="bg1"/>
            </a:solidFill>
            <a:ln>
              <a:noFill/>
            </a:ln>
            <a:effectLst>
              <a:outerShdw blurRad="444500" dist="127000" dir="8100000" algn="tr" rotWithShape="0">
                <a:schemeClr val="accent1">
                  <a:lumMod val="5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j-lt"/>
                <a:ea typeface="+mj-ea"/>
                <a:cs typeface="+mn-cs"/>
              </a:endParaRPr>
            </a:p>
          </p:txBody>
        </p:sp>
        <p:sp>
          <p:nvSpPr>
            <p:cNvPr id="34" name="文本框 33"/>
            <p:cNvSpPr txBox="1"/>
            <p:nvPr>
              <p:custDataLst>
                <p:tags r:id="rId1"/>
              </p:custDataLst>
            </p:nvPr>
          </p:nvSpPr>
          <p:spPr>
            <a:xfrm>
              <a:off x="690" y="1568"/>
              <a:ext cx="5613" cy="1940"/>
            </a:xfrm>
            <a:prstGeom prst="rect">
              <a:avLst/>
            </a:prstGeom>
            <a:solidFill>
              <a:srgbClr val="FCC800"/>
            </a:solidFill>
          </p:spPr>
          <p:txBody>
            <a:bodyPr wrap="square" anchor="ctr" anchorCtr="0">
              <a:noAutofit/>
            </a:bodyPr>
            <a:lstStyle/>
            <a:p>
              <a:pPr lvl="0" algn="ctr">
                <a:lnSpc>
                  <a:spcPct val="100000"/>
                </a:lnSpc>
                <a:buClrTx/>
                <a:buSzTx/>
                <a:buFontTx/>
              </a:pPr>
              <a:r>
                <a:rPr lang="zh-CN" altLang="en-US" sz="2400" b="1" dirty="0">
                  <a:latin typeface="微软雅黑" panose="020B0503020204020204" charset="-122"/>
                  <a:ea typeface="微软雅黑" panose="020B0503020204020204" charset="-122"/>
                  <a:cs typeface="微软雅黑 Light" panose="020B0502040204020203" charset="-122"/>
                  <a:sym typeface="+mn-ea"/>
                </a:rPr>
                <a:t>专业技术支持</a:t>
              </a:r>
              <a:endParaRPr lang="zh-CN" altLang="en-US" sz="2400" b="1" dirty="0">
                <a:latin typeface="微软雅黑" panose="020B0503020204020204" charset="-122"/>
                <a:ea typeface="微软雅黑" panose="020B0503020204020204" charset="-122"/>
                <a:cs typeface="微软雅黑 Light" panose="020B0502040204020203" charset="-122"/>
                <a:sym typeface="+mn-ea"/>
              </a:endParaRPr>
            </a:p>
          </p:txBody>
        </p:sp>
        <p:sp>
          <p:nvSpPr>
            <p:cNvPr id="43" name="矩形: 圆角 66"/>
            <p:cNvSpPr/>
            <p:nvPr/>
          </p:nvSpPr>
          <p:spPr>
            <a:xfrm>
              <a:off x="1325" y="3975"/>
              <a:ext cx="4535" cy="907"/>
            </a:xfrm>
            <a:prstGeom prst="roundRect">
              <a:avLst>
                <a:gd name="adj" fmla="val 50000"/>
              </a:avLst>
            </a:prstGeom>
            <a:noFill/>
            <a:ln>
              <a:solidFill>
                <a:srgbClr val="FCC80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rPr>
                <a:t>全球四大中心本地化团队</a:t>
              </a:r>
              <a:endPar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endParaRPr>
            </a:p>
          </p:txBody>
        </p:sp>
        <p:sp>
          <p:nvSpPr>
            <p:cNvPr id="11" name="矩形: 圆角 66"/>
            <p:cNvSpPr/>
            <p:nvPr/>
          </p:nvSpPr>
          <p:spPr>
            <a:xfrm>
              <a:off x="1325" y="5454"/>
              <a:ext cx="4535" cy="907"/>
            </a:xfrm>
            <a:prstGeom prst="roundRect">
              <a:avLst>
                <a:gd name="adj" fmla="val 50000"/>
              </a:avLst>
            </a:prstGeom>
            <a:noFill/>
            <a:ln>
              <a:solidFill>
                <a:srgbClr val="FCC80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rPr>
                <a:t>7×24 小时及时响应</a:t>
              </a:r>
              <a:endPar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endParaRPr>
            </a:p>
          </p:txBody>
        </p:sp>
        <p:sp>
          <p:nvSpPr>
            <p:cNvPr id="12" name="矩形: 圆角 66"/>
            <p:cNvSpPr/>
            <p:nvPr/>
          </p:nvSpPr>
          <p:spPr>
            <a:xfrm>
              <a:off x="1325" y="6933"/>
              <a:ext cx="4535" cy="907"/>
            </a:xfrm>
            <a:prstGeom prst="roundRect">
              <a:avLst>
                <a:gd name="adj" fmla="val 50000"/>
              </a:avLst>
            </a:prstGeom>
            <a:noFill/>
            <a:ln>
              <a:solidFill>
                <a:srgbClr val="FCC80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rPr>
                <a:t>认证工程师上门安装调试</a:t>
              </a:r>
              <a:endPar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endParaRPr>
            </a:p>
          </p:txBody>
        </p:sp>
        <p:sp>
          <p:nvSpPr>
            <p:cNvPr id="13" name="矩形: 圆角 66"/>
            <p:cNvSpPr/>
            <p:nvPr/>
          </p:nvSpPr>
          <p:spPr>
            <a:xfrm>
              <a:off x="1325" y="8412"/>
              <a:ext cx="4535" cy="907"/>
            </a:xfrm>
            <a:prstGeom prst="roundRect">
              <a:avLst>
                <a:gd name="adj" fmla="val 50000"/>
              </a:avLst>
            </a:prstGeom>
            <a:noFill/>
            <a:ln>
              <a:solidFill>
                <a:srgbClr val="FCC80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rPr>
                <a:t>一对一操作培训与维护指导</a:t>
              </a:r>
              <a:endPar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endParaRPr>
            </a:p>
          </p:txBody>
        </p:sp>
      </p:grpSp>
      <p:grpSp>
        <p:nvGrpSpPr>
          <p:cNvPr id="6" name="组合 5"/>
          <p:cNvGrpSpPr/>
          <p:nvPr/>
        </p:nvGrpSpPr>
        <p:grpSpPr>
          <a:xfrm>
            <a:off x="4305935" y="995680"/>
            <a:ext cx="3564255" cy="5201920"/>
            <a:chOff x="6693" y="1568"/>
            <a:chExt cx="5613" cy="8192"/>
          </a:xfrm>
        </p:grpSpPr>
        <p:sp>
          <p:nvSpPr>
            <p:cNvPr id="8" name="矩形: 圆角 3"/>
            <p:cNvSpPr/>
            <p:nvPr/>
          </p:nvSpPr>
          <p:spPr>
            <a:xfrm>
              <a:off x="6693" y="1812"/>
              <a:ext cx="5613" cy="7948"/>
            </a:xfrm>
            <a:prstGeom prst="roundRect">
              <a:avLst>
                <a:gd name="adj" fmla="val 4899"/>
              </a:avLst>
            </a:prstGeom>
            <a:solidFill>
              <a:schemeClr val="bg1"/>
            </a:solidFill>
            <a:ln>
              <a:noFill/>
            </a:ln>
            <a:effectLst>
              <a:outerShdw blurRad="444500" dist="127000" dir="8100000" algn="tr" rotWithShape="0">
                <a:schemeClr val="accent1">
                  <a:lumMod val="5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j-lt"/>
                <a:ea typeface="+mj-ea"/>
                <a:cs typeface="+mn-cs"/>
              </a:endParaRPr>
            </a:p>
          </p:txBody>
        </p:sp>
        <p:sp>
          <p:nvSpPr>
            <p:cNvPr id="4" name="文本框 3"/>
            <p:cNvSpPr txBox="1"/>
            <p:nvPr>
              <p:custDataLst>
                <p:tags r:id="rId2"/>
              </p:custDataLst>
            </p:nvPr>
          </p:nvSpPr>
          <p:spPr>
            <a:xfrm>
              <a:off x="6693" y="1568"/>
              <a:ext cx="5613" cy="1931"/>
            </a:xfrm>
            <a:prstGeom prst="rect">
              <a:avLst/>
            </a:prstGeom>
            <a:solidFill>
              <a:srgbClr val="FCC800"/>
            </a:solidFill>
          </p:spPr>
          <p:txBody>
            <a:bodyPr wrap="square" anchor="ctr" anchorCtr="0">
              <a:noAutofit/>
            </a:bodyPr>
            <a:lstStyle/>
            <a:p>
              <a:pPr lvl="0" algn="ctr">
                <a:buClrTx/>
                <a:buSzTx/>
                <a:buFontTx/>
              </a:pPr>
              <a:r>
                <a:rPr lang="zh-CN" altLang="en-US" sz="2400" b="1" dirty="0">
                  <a:latin typeface="微软雅黑" panose="020B0503020204020204" charset="-122"/>
                  <a:ea typeface="微软雅黑" panose="020B0503020204020204" charset="-122"/>
                  <a:cs typeface="微软雅黑 Light" panose="020B0502040204020203" charset="-122"/>
                  <a:sym typeface="+mn-ea"/>
                </a:rPr>
                <a:t>完善售后服务</a:t>
              </a:r>
              <a:endParaRPr lang="zh-CN" altLang="en-US" sz="2400" b="1" dirty="0">
                <a:latin typeface="微软雅黑" panose="020B0503020204020204" charset="-122"/>
                <a:ea typeface="微软雅黑" panose="020B0503020204020204" charset="-122"/>
                <a:cs typeface="微软雅黑 Light" panose="020B0502040204020203" charset="-122"/>
                <a:sym typeface="+mn-ea"/>
              </a:endParaRPr>
            </a:p>
          </p:txBody>
        </p:sp>
        <p:sp>
          <p:nvSpPr>
            <p:cNvPr id="14" name="矩形: 圆角 66"/>
            <p:cNvSpPr/>
            <p:nvPr/>
          </p:nvSpPr>
          <p:spPr>
            <a:xfrm>
              <a:off x="7232" y="3986"/>
              <a:ext cx="4535" cy="907"/>
            </a:xfrm>
            <a:prstGeom prst="roundRect">
              <a:avLst>
                <a:gd name="adj" fmla="val 50000"/>
              </a:avLst>
            </a:prstGeom>
            <a:noFill/>
            <a:ln>
              <a:solidFill>
                <a:srgbClr val="FCC80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rPr>
                <a:t>行业领先质保承诺</a:t>
              </a:r>
              <a:endPar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endParaRPr>
            </a:p>
          </p:txBody>
        </p:sp>
        <p:sp>
          <p:nvSpPr>
            <p:cNvPr id="15" name="矩形: 圆角 66"/>
            <p:cNvSpPr/>
            <p:nvPr/>
          </p:nvSpPr>
          <p:spPr>
            <a:xfrm>
              <a:off x="7232" y="5461"/>
              <a:ext cx="4535" cy="907"/>
            </a:xfrm>
            <a:prstGeom prst="roundRect">
              <a:avLst>
                <a:gd name="adj" fmla="val 50000"/>
              </a:avLst>
            </a:prstGeom>
            <a:noFill/>
            <a:ln>
              <a:solidFill>
                <a:srgbClr val="FCC80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rPr>
                <a:t>规定时限内快速响应机制</a:t>
              </a:r>
              <a:endPar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endParaRPr>
            </a:p>
          </p:txBody>
        </p:sp>
        <p:sp>
          <p:nvSpPr>
            <p:cNvPr id="16" name="矩形: 圆角 66"/>
            <p:cNvSpPr/>
            <p:nvPr/>
          </p:nvSpPr>
          <p:spPr>
            <a:xfrm>
              <a:off x="7232" y="6936"/>
              <a:ext cx="4535" cy="907"/>
            </a:xfrm>
            <a:prstGeom prst="roundRect">
              <a:avLst>
                <a:gd name="adj" fmla="val 50000"/>
              </a:avLst>
            </a:prstGeom>
            <a:noFill/>
            <a:ln>
              <a:solidFill>
                <a:srgbClr val="FCC80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rPr>
                <a:t>全球多地备件库</a:t>
              </a:r>
              <a:endPar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endParaRPr>
            </a:p>
          </p:txBody>
        </p:sp>
        <p:sp>
          <p:nvSpPr>
            <p:cNvPr id="19" name="矩形: 圆角 66"/>
            <p:cNvSpPr/>
            <p:nvPr/>
          </p:nvSpPr>
          <p:spPr>
            <a:xfrm>
              <a:off x="7232" y="8411"/>
              <a:ext cx="4535" cy="907"/>
            </a:xfrm>
            <a:prstGeom prst="roundRect">
              <a:avLst>
                <a:gd name="adj" fmla="val 50000"/>
              </a:avLst>
            </a:prstGeom>
            <a:noFill/>
            <a:ln>
              <a:solidFill>
                <a:srgbClr val="FCC80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rPr>
                <a:t>故障及时修复</a:t>
              </a:r>
              <a:endPar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endParaRPr>
            </a:p>
          </p:txBody>
        </p:sp>
      </p:grpSp>
      <p:grpSp>
        <p:nvGrpSpPr>
          <p:cNvPr id="10" name="组合 9"/>
          <p:cNvGrpSpPr/>
          <p:nvPr/>
        </p:nvGrpSpPr>
        <p:grpSpPr>
          <a:xfrm>
            <a:off x="8173720" y="995680"/>
            <a:ext cx="3569335" cy="5252720"/>
            <a:chOff x="12696" y="1568"/>
            <a:chExt cx="5621" cy="8272"/>
          </a:xfrm>
        </p:grpSpPr>
        <p:sp>
          <p:nvSpPr>
            <p:cNvPr id="9" name="矩形: 圆角 3"/>
            <p:cNvSpPr/>
            <p:nvPr/>
          </p:nvSpPr>
          <p:spPr>
            <a:xfrm>
              <a:off x="12704" y="1892"/>
              <a:ext cx="5613" cy="7948"/>
            </a:xfrm>
            <a:prstGeom prst="roundRect">
              <a:avLst>
                <a:gd name="adj" fmla="val 4899"/>
              </a:avLst>
            </a:prstGeom>
            <a:solidFill>
              <a:schemeClr val="bg1"/>
            </a:solidFill>
            <a:ln>
              <a:noFill/>
            </a:ln>
            <a:effectLst>
              <a:outerShdw blurRad="444500" dist="127000" dir="8100000" algn="tr" rotWithShape="0">
                <a:schemeClr val="accent1">
                  <a:lumMod val="5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j-lt"/>
                <a:ea typeface="+mj-ea"/>
                <a:cs typeface="+mn-cs"/>
              </a:endParaRPr>
            </a:p>
          </p:txBody>
        </p:sp>
        <p:sp>
          <p:nvSpPr>
            <p:cNvPr id="3" name="文本框 2"/>
            <p:cNvSpPr txBox="1"/>
            <p:nvPr>
              <p:custDataLst>
                <p:tags r:id="rId3"/>
              </p:custDataLst>
            </p:nvPr>
          </p:nvSpPr>
          <p:spPr>
            <a:xfrm>
              <a:off x="12696" y="1568"/>
              <a:ext cx="5613" cy="1931"/>
            </a:xfrm>
            <a:prstGeom prst="rect">
              <a:avLst/>
            </a:prstGeom>
            <a:solidFill>
              <a:srgbClr val="FCC800"/>
            </a:solidFill>
          </p:spPr>
          <p:txBody>
            <a:bodyPr wrap="square" anchor="ctr" anchorCtr="0">
              <a:noAutofit/>
            </a:bodyPr>
            <a:lstStyle/>
            <a:p>
              <a:pPr lvl="0" algn="ctr">
                <a:buClrTx/>
                <a:buSzTx/>
                <a:buFontTx/>
              </a:pPr>
              <a:r>
                <a:rPr lang="zh-CN" altLang="en-US" sz="2400" b="1" dirty="0">
                  <a:latin typeface="微软雅黑" panose="020B0503020204020204" charset="-122"/>
                  <a:ea typeface="微软雅黑" panose="020B0503020204020204" charset="-122"/>
                  <a:cs typeface="微软雅黑 Light" panose="020B0502040204020203" charset="-122"/>
                  <a:sym typeface="+mn-ea"/>
                </a:rPr>
                <a:t>持续软件升级</a:t>
              </a:r>
              <a:endParaRPr lang="zh-CN" altLang="en-US" sz="2400" b="1" dirty="0">
                <a:latin typeface="微软雅黑" panose="020B0503020204020204" charset="-122"/>
                <a:ea typeface="微软雅黑" panose="020B0503020204020204" charset="-122"/>
                <a:cs typeface="微软雅黑 Light" panose="020B0502040204020203" charset="-122"/>
                <a:sym typeface="+mn-ea"/>
              </a:endParaRPr>
            </a:p>
          </p:txBody>
        </p:sp>
        <p:sp>
          <p:nvSpPr>
            <p:cNvPr id="20" name="矩形: 圆角 66"/>
            <p:cNvSpPr/>
            <p:nvPr/>
          </p:nvSpPr>
          <p:spPr>
            <a:xfrm>
              <a:off x="13243" y="3986"/>
              <a:ext cx="4535" cy="907"/>
            </a:xfrm>
            <a:prstGeom prst="roundRect">
              <a:avLst>
                <a:gd name="adj" fmla="val 50000"/>
              </a:avLst>
            </a:prstGeom>
            <a:noFill/>
            <a:ln>
              <a:solidFill>
                <a:srgbClr val="FCC80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rPr>
                <a:t>终身免费软件更新</a:t>
              </a:r>
              <a:endPar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endParaRPr>
            </a:p>
          </p:txBody>
        </p:sp>
        <p:sp>
          <p:nvSpPr>
            <p:cNvPr id="21" name="矩形: 圆角 66"/>
            <p:cNvSpPr/>
            <p:nvPr/>
          </p:nvSpPr>
          <p:spPr>
            <a:xfrm>
              <a:off x="13243" y="5465"/>
              <a:ext cx="4535" cy="907"/>
            </a:xfrm>
            <a:prstGeom prst="roundRect">
              <a:avLst>
                <a:gd name="adj" fmla="val 50000"/>
              </a:avLst>
            </a:prstGeom>
            <a:noFill/>
            <a:ln>
              <a:solidFill>
                <a:srgbClr val="FCC80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rPr>
                <a:t>支持远程诊断</a:t>
              </a:r>
              <a:r>
                <a:rPr lang="en-US" altLang="zh-CN" sz="1600" b="1" dirty="0">
                  <a:solidFill>
                    <a:schemeClr val="tx1">
                      <a:lumMod val="75000"/>
                      <a:lumOff val="25000"/>
                      <a:alpha val="80000"/>
                    </a:schemeClr>
                  </a:solidFill>
                  <a:latin typeface="微软雅黑 Light" panose="020B0502040204020203" charset="-122"/>
                  <a:ea typeface="微软雅黑 Light" panose="020B0502040204020203" charset="-122"/>
                  <a:sym typeface="+mn-ea"/>
                </a:rPr>
                <a:t>/</a:t>
              </a:r>
              <a:r>
                <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rPr>
                <a:t>调试</a:t>
              </a:r>
              <a:endPar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endParaRPr>
            </a:p>
          </p:txBody>
        </p:sp>
        <p:sp>
          <p:nvSpPr>
            <p:cNvPr id="22" name="矩形: 圆角 66"/>
            <p:cNvSpPr/>
            <p:nvPr/>
          </p:nvSpPr>
          <p:spPr>
            <a:xfrm>
              <a:off x="13243" y="6944"/>
              <a:ext cx="4535" cy="907"/>
            </a:xfrm>
            <a:prstGeom prst="roundRect">
              <a:avLst>
                <a:gd name="adj" fmla="val 50000"/>
              </a:avLst>
            </a:prstGeom>
            <a:noFill/>
            <a:ln>
              <a:solidFill>
                <a:srgbClr val="FCC800"/>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rPr>
                <a:t>支持远程系统升级</a:t>
              </a:r>
              <a:endParaRPr lang="zh-CN" altLang="en-US" sz="1600" b="1" dirty="0">
                <a:solidFill>
                  <a:schemeClr val="tx1">
                    <a:lumMod val="75000"/>
                    <a:lumOff val="25000"/>
                    <a:alpha val="80000"/>
                  </a:schemeClr>
                </a:solidFill>
                <a:latin typeface="微软雅黑 Light" panose="020B0502040204020203" charset="-122"/>
                <a:ea typeface="微软雅黑 Light" panose="020B0502040204020203" charset="-122"/>
                <a:sym typeface="+mn-ea"/>
              </a:endParaRPr>
            </a:p>
          </p:txBody>
        </p:sp>
        <p:pic>
          <p:nvPicPr>
            <p:cNvPr id="23" name="图片 22" descr="售后无忧"/>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auto">
            <a:xfrm>
              <a:off x="16528" y="8059"/>
              <a:ext cx="1701" cy="1701"/>
            </a:xfrm>
            <a:prstGeom prst="rect">
              <a:avLst/>
            </a:prstGeom>
            <a:gradFill>
              <a:gsLst>
                <a:gs pos="10000">
                  <a:srgbClr val="FCC800">
                    <a:alpha val="0"/>
                  </a:srgbClr>
                </a:gs>
                <a:gs pos="100000">
                  <a:srgbClr val="FCC800">
                    <a:alpha val="20000"/>
                  </a:srgbClr>
                </a:gs>
              </a:gsLst>
              <a:lin ang="2700000" scaled="1"/>
            </a:gradFill>
          </p:spPr>
        </p:pic>
      </p:grpSp>
    </p:spTree>
    <p:custDataLst>
      <p:tags r:id="rId6"/>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695" name="" descr="&lt;Slide style={{ position: 'relative', width: '1280px', height: '720px', overflow: 'hidden', fontFamily: 'Microsoft YaHei, Arial, sans-serif', color: '#ffffff' }}&gt;&#10;  &lt;Image src='assets/cover_lab.png' style={{ position: 'absolute', top: 0, left: 0, width: '100%', height: '100%', objectFit: 'cover' }} /&gt;&#10;  &lt;Box style={{ position: 'absolute', top: 0, left: 0, width: '100%', height: '100%', background: 'linear-gradient(135deg, rgba(15,35,60,0.88) 0%, rgba(15,35,60,0.55) 100%)', zIndex: 1 }} /&gt;&#10;  &lt;Box style={{ position: 'relative', zIndex: 2, width: '100%', height: '100%', display: 'flex', flexDirection: 'column', justifyContent: 'center', alignItems: 'center', padding: '60px' }}&gt;&#10;    &lt;Text style={{ fontSize: 20, color: '#00A0B0', fontWeight: 'bold', letterSpacing: 6, marginBottom: 28 }}&gt;携手 LABTHINK · 共启制药质控自动化&lt;/Text&gt;&#10;    &lt;Text style={{ fontSize: 46, fontWeight: 'bold', textAlign: 'center', lineHeight: 1.4, marginBottom: 32 }}&gt;让重量分析检测——药品质量的第一道关卡——{'\n'}从此精准、高效、合规、安全&lt;/Text&gt;&#10;    &lt;Box style={{ width: 120, height: 4, background: '#00A0B0', marginBottom: 36 }} /&gt;&#10;    &lt;Box style={{ display: 'flex', flexDirection: 'row', gap: 24, marginBottom: 44 }}&gt;&#10;      &lt;Box style={{ padding: '14px 28px', borderRadius: 8, background: '#00A0B0' }}&gt;&#10;        &lt;Text style={{ fontSize: 20, fontWeight: 'bold', color: '#ffffff' }}&gt;欢迎现场参观考察&lt;/Text&gt;&#10;      &lt;/Box&gt;&#10;      &lt;Box style={{ padding: '14px 28px', borderRadius: 8, border: '2px solid #00A0B0' }}&gt;&#10;        &lt;Text style={{ fontSize: 20, fontWeight: 'bold', color: '#00A0B0' }}&gt;提供样品比对检测&lt;/Text&gt;&#10;      &lt;/Box&gt;&#10;    &lt;/Box&gt;&#10;    &lt;Text style={{ fontSize: 17, color: '#F5F7FA', lineHeight: 1.8, textAlign: 'center' }}&gt;济南兰光机电技术有限公司 · 济南市无影山路144号{'\n'}+86 0531 8506 8566 · marketing@labthink.com · www.labthink.com&lt;/Text&gt;&#10;  &lt;/Box&gt;&#10;&lt;/Slide&gt;&#10;"/>
        <p:cNvGrpSpPr/>
        <p:nvPr/>
      </p:nvGrpSpPr>
      <p:grpSpPr>
        <a:xfrm>
          <a:off x="0" y="0"/>
          <a:ext cx="0" cy="0"/>
          <a:chOff x="0" y="0"/>
          <a:chExt cx="0" cy="0"/>
        </a:xfrm>
      </p:grpSpPr>
      <p:pic>
        <p:nvPicPr>
          <p:cNvPr id="696" name="图片 695"/>
          <p:cNvPicPr>
            <a:picLocks noChangeAspect="1"/>
          </p:cNvPicPr>
          <p:nvPr/>
        </p:nvPicPr>
        <p:blipFill>
          <a:blip r:embed="rId1"/>
          <a:srcRect t="8894" b="8894"/>
          <a:stretch>
            <a:fillRect/>
          </a:stretch>
        </p:blipFill>
        <p:spPr>
          <a:xfrm>
            <a:off x="0" y="0"/>
            <a:ext cx="12192000" cy="6858000"/>
          </a:xfrm>
          <a:prstGeom prst="rect">
            <a:avLst/>
          </a:prstGeom>
        </p:spPr>
      </p:pic>
      <p:sp>
        <p:nvSpPr>
          <p:cNvPr id="697" name="矩形 696"/>
          <p:cNvSpPr/>
          <p:nvPr/>
        </p:nvSpPr>
        <p:spPr>
          <a:xfrm>
            <a:off x="0" y="0"/>
            <a:ext cx="12192000" cy="6858000"/>
          </a:xfrm>
          <a:prstGeom prst="rect">
            <a:avLst/>
          </a:prstGeom>
          <a:gradFill>
            <a:gsLst>
              <a:gs pos="0">
                <a:srgbClr val="0F233C">
                  <a:alpha val="88000"/>
                </a:srgbClr>
              </a:gs>
              <a:gs pos="100000">
                <a:srgbClr val="0F233C">
                  <a:alpha val="55000"/>
                </a:srgbClr>
              </a:gs>
            </a:gsLst>
            <a:lin ang="2700000" scaled="1"/>
          </a:gradFill>
        </p:spPr>
        <p:txBody>
          <a:bodyPr/>
          <a:p/>
        </p:txBody>
      </p:sp>
      <p:sp>
        <p:nvSpPr>
          <p:cNvPr id="698" name="文本框 697" descr="{&quot;isTemplate&quot;:true,&quot;type&quot;:&quot;text&quot;}"/>
          <p:cNvSpPr txBox="1"/>
          <p:nvPr/>
        </p:nvSpPr>
        <p:spPr>
          <a:xfrm>
            <a:off x="1029970" y="1892300"/>
            <a:ext cx="10132060" cy="676910"/>
          </a:xfrm>
          <a:prstGeom prst="rect">
            <a:avLst/>
          </a:prstGeom>
        </p:spPr>
        <p:txBody>
          <a:bodyPr wrap="none" lIns="0" tIns="0" rIns="0" bIns="0" anchor="ctr" anchorCtr="0">
            <a:spAutoFit/>
          </a:bodyPr>
          <a:p>
            <a:pPr algn="ctr">
              <a:lnSpc>
                <a:spcPct val="100000"/>
              </a:lnSpc>
            </a:pPr>
            <a:r>
              <a:rPr lang="zh-CN" sz="4400" b="1" spc="450">
                <a:solidFill>
                  <a:srgbClr val="FCC800"/>
                </a:solidFill>
                <a:latin typeface="微软雅黑" panose="020B0503020204020204" charset="-122"/>
                <a:ea typeface="微软雅黑" panose="020B0503020204020204" charset="-122"/>
              </a:rPr>
              <a:t>携手</a:t>
            </a:r>
            <a:r>
              <a:rPr lang="en-US" sz="4400" b="1" spc="450">
                <a:solidFill>
                  <a:srgbClr val="FCC800"/>
                </a:solidFill>
                <a:latin typeface="微软雅黑" panose="020B0503020204020204" charset="-122"/>
                <a:ea typeface="微软雅黑" panose="020B0503020204020204" charset="-122"/>
              </a:rPr>
              <a:t>Labthink  </a:t>
            </a:r>
            <a:r>
              <a:rPr lang="zh-CN" sz="4400" b="1" spc="450">
                <a:solidFill>
                  <a:srgbClr val="FCC800"/>
                </a:solidFill>
                <a:latin typeface="微软雅黑" panose="020B0503020204020204" charset="-122"/>
                <a:ea typeface="微软雅黑" panose="020B0503020204020204" charset="-122"/>
              </a:rPr>
              <a:t>共启制药质控自动化</a:t>
            </a:r>
            <a:endParaRPr lang="zh-CN" sz="4400" b="1" spc="450">
              <a:solidFill>
                <a:srgbClr val="FCC800"/>
              </a:solidFill>
              <a:latin typeface="微软雅黑" panose="020B0503020204020204" charset="-122"/>
              <a:ea typeface="微软雅黑" panose="020B0503020204020204" charset="-122"/>
            </a:endParaRPr>
          </a:p>
        </p:txBody>
      </p:sp>
      <p:sp>
        <p:nvSpPr>
          <p:cNvPr id="699" name="文本框 698" descr="{&quot;isTemplate&quot;:true,&quot;type&quot;:&quot;text&quot;}"/>
          <p:cNvSpPr txBox="1"/>
          <p:nvPr/>
        </p:nvSpPr>
        <p:spPr>
          <a:xfrm>
            <a:off x="1423670" y="2806065"/>
            <a:ext cx="9344025" cy="1045210"/>
          </a:xfrm>
          <a:prstGeom prst="rect">
            <a:avLst/>
          </a:prstGeom>
        </p:spPr>
        <p:txBody>
          <a:bodyPr wrap="none" lIns="0" tIns="0" rIns="0" bIns="0" anchor="ctr" anchorCtr="0">
            <a:noAutofit/>
          </a:bodyPr>
          <a:p>
            <a:pPr lvl="0" algn="ctr">
              <a:buClrTx/>
              <a:buSzTx/>
              <a:buFontTx/>
            </a:pPr>
            <a:r>
              <a:rPr lang="zh-CN" sz="1600">
                <a:solidFill>
                  <a:srgbClr val="F5F7FA"/>
                </a:solidFill>
                <a:latin typeface="微软雅黑" panose="020B0503020204020204" charset="-122"/>
                <a:ea typeface="微软雅黑" panose="020B0503020204020204" charset="-122"/>
                <a:sym typeface="+mn-ea"/>
              </a:rPr>
              <a:t>让重量分析检测</a:t>
            </a:r>
            <a:r>
              <a:rPr lang="en-US" altLang="zh-CN" sz="1600">
                <a:solidFill>
                  <a:srgbClr val="F5F7FA"/>
                </a:solidFill>
                <a:latin typeface="微软雅黑" panose="020B0503020204020204" charset="-122"/>
                <a:ea typeface="微软雅黑" panose="020B0503020204020204" charset="-122"/>
                <a:sym typeface="+mn-ea"/>
              </a:rPr>
              <a:t> </a:t>
            </a:r>
            <a:r>
              <a:rPr lang="zh-CN" sz="1600">
                <a:solidFill>
                  <a:srgbClr val="F5F7FA"/>
                </a:solidFill>
                <a:latin typeface="微软雅黑" panose="020B0503020204020204" charset="-122"/>
                <a:ea typeface="微软雅黑" panose="020B0503020204020204" charset="-122"/>
                <a:sym typeface="+mn-ea"/>
              </a:rPr>
              <a:t>从此精准、高效、合规、安全</a:t>
            </a:r>
            <a:endParaRPr lang="zh-CN" sz="1600">
              <a:solidFill>
                <a:srgbClr val="F5F7FA"/>
              </a:solidFill>
              <a:latin typeface="微软雅黑" panose="020B0503020204020204" charset="-122"/>
              <a:ea typeface="微软雅黑" panose="020B0503020204020204" charset="-122"/>
              <a:sym typeface="+mn-ea"/>
            </a:endParaRPr>
          </a:p>
        </p:txBody>
      </p:sp>
      <p:sp>
        <p:nvSpPr>
          <p:cNvPr id="700" name="矩形 699"/>
          <p:cNvSpPr/>
          <p:nvPr/>
        </p:nvSpPr>
        <p:spPr>
          <a:xfrm>
            <a:off x="5524500" y="3965575"/>
            <a:ext cx="1143000" cy="38100"/>
          </a:xfrm>
          <a:prstGeom prst="rect">
            <a:avLst/>
          </a:prstGeom>
          <a:solidFill>
            <a:srgbClr val="FCC800"/>
          </a:solidFill>
        </p:spPr>
        <p:txBody>
          <a:bodyPr/>
          <a:p/>
        </p:txBody>
      </p:sp>
      <p:sp>
        <p:nvSpPr>
          <p:cNvPr id="703" name="圆角矩形 702"/>
          <p:cNvSpPr/>
          <p:nvPr/>
        </p:nvSpPr>
        <p:spPr>
          <a:xfrm>
            <a:off x="1327785" y="4538474"/>
            <a:ext cx="9536430" cy="370583"/>
          </a:xfrm>
          <a:prstGeom prst="roundRect">
            <a:avLst>
              <a:gd name="adj" fmla="val 15385"/>
            </a:avLst>
          </a:prstGeom>
          <a:solidFill>
            <a:srgbClr val="FCC800">
              <a:alpha val="20000"/>
            </a:srgbClr>
          </a:solidFill>
          <a:ln w="9525">
            <a:solidFill>
              <a:srgbClr val="FCC800"/>
            </a:solidFill>
            <a:prstDash val="solid"/>
          </a:ln>
        </p:spPr>
        <p:txBody>
          <a:bodyPr anchor="ctr" anchorCtr="0">
            <a:spAutoFit/>
          </a:bodyPr>
          <a:p>
            <a:pPr algn="ctr">
              <a:lnSpc>
                <a:spcPct val="100000"/>
              </a:lnSpc>
            </a:pPr>
            <a:r>
              <a:rPr lang="zh-CN" sz="1600">
                <a:solidFill>
                  <a:srgbClr val="FFFFFF"/>
                </a:solidFill>
                <a:latin typeface="微软雅黑 Light" panose="020B0502040204020203" charset="-122"/>
                <a:ea typeface="微软雅黑 Light" panose="020B0502040204020203" charset="-122"/>
                <a:sym typeface="+mn-ea"/>
              </a:rPr>
              <a:t>欢迎现场参观考察或</a:t>
            </a:r>
            <a:r>
              <a:rPr lang="zh-CN" altLang="en-US" sz="1600">
                <a:solidFill>
                  <a:srgbClr val="FFFFFF"/>
                </a:solidFill>
                <a:latin typeface="微软雅黑 Light" panose="020B0502040204020203" charset="-122"/>
                <a:ea typeface="微软雅黑 Light" panose="020B0502040204020203" charset="-122"/>
                <a:sym typeface="+mn-ea"/>
              </a:rPr>
              <a:t>提供样品比对检测，</a:t>
            </a:r>
            <a:r>
              <a:rPr lang="en-US" sz="1600">
                <a:solidFill>
                  <a:srgbClr val="FFFFFF"/>
                </a:solidFill>
                <a:latin typeface="微软雅黑 Light" panose="020B0502040204020203" charset="-122"/>
                <a:ea typeface="微软雅黑 Light" panose="020B0502040204020203" charset="-122"/>
                <a:sym typeface="+mn-ea"/>
              </a:rPr>
              <a:t>用您自己的样品验证兰光的自动化方案。</a:t>
            </a:r>
            <a:endParaRPr lang="zh-CN" altLang="en-US" sz="1600">
              <a:solidFill>
                <a:srgbClr val="FFFFFF"/>
              </a:solidFill>
              <a:latin typeface="微软雅黑 Light" panose="020B0502040204020203" charset="-122"/>
              <a:ea typeface="微软雅黑 Light" panose="020B0502040204020203" charset="-122"/>
              <a:sym typeface="+mn-ea"/>
            </a:endParaRPr>
          </a:p>
        </p:txBody>
      </p:sp>
      <p:sp>
        <p:nvSpPr>
          <p:cNvPr id="705" name="文本框 704" descr="{&quot;isTemplate&quot;:true,&quot;type&quot;:&quot;text&quot;}"/>
          <p:cNvSpPr txBox="1"/>
          <p:nvPr/>
        </p:nvSpPr>
        <p:spPr>
          <a:xfrm>
            <a:off x="3799840" y="5555615"/>
            <a:ext cx="4591685" cy="738505"/>
          </a:xfrm>
          <a:prstGeom prst="rect">
            <a:avLst/>
          </a:prstGeom>
        </p:spPr>
        <p:txBody>
          <a:bodyPr wrap="none" lIns="0" tIns="0" rIns="0" bIns="0" anchor="ctr" anchorCtr="0">
            <a:spAutoFit/>
          </a:bodyPr>
          <a:p>
            <a:pPr lvl="0" algn="ctr">
              <a:lnSpc>
                <a:spcPct val="150000"/>
              </a:lnSpc>
              <a:buClrTx/>
              <a:buSzTx/>
              <a:buFontTx/>
            </a:pPr>
            <a:r>
              <a:rPr lang="zh-CN" sz="1600">
                <a:solidFill>
                  <a:srgbClr val="F5F7FA">
                    <a:alpha val="90000"/>
                  </a:srgbClr>
                </a:solidFill>
                <a:latin typeface="微软雅黑" panose="020B0503020204020204" charset="-122"/>
                <a:ea typeface="微软雅黑" panose="020B0503020204020204" charset="-122"/>
                <a:sym typeface="+mn-ea"/>
              </a:rPr>
              <a:t>济南兰光机电技术有限公司</a:t>
            </a:r>
            <a:r>
              <a:rPr lang="zh-CN" sz="1600">
                <a:solidFill>
                  <a:srgbClr val="F5F7FA">
                    <a:alpha val="90000"/>
                  </a:srgbClr>
                </a:solidFill>
                <a:latin typeface="微软雅黑" panose="020B0503020204020204" charset="-122"/>
                <a:ea typeface="微软雅黑" panose="020B0503020204020204" charset="-122"/>
                <a:sym typeface="+mn-ea"/>
              </a:rPr>
              <a:t> · </a:t>
            </a:r>
            <a:r>
              <a:rPr lang="zh-CN" sz="1600">
                <a:solidFill>
                  <a:srgbClr val="F5F7FA">
                    <a:alpha val="90000"/>
                  </a:srgbClr>
                </a:solidFill>
                <a:latin typeface="微软雅黑" panose="020B0503020204020204" charset="-122"/>
                <a:ea typeface="微软雅黑" panose="020B0503020204020204" charset="-122"/>
                <a:sym typeface="+mn-ea"/>
              </a:rPr>
              <a:t>济南市无影山路</a:t>
            </a:r>
            <a:r>
              <a:rPr lang="zh-CN" sz="1600">
                <a:solidFill>
                  <a:srgbClr val="F5F7FA">
                    <a:alpha val="90000"/>
                  </a:srgbClr>
                </a:solidFill>
                <a:latin typeface="微软雅黑" panose="020B0503020204020204" charset="-122"/>
                <a:ea typeface="微软雅黑" panose="020B0503020204020204" charset="-122"/>
                <a:sym typeface="+mn-ea"/>
              </a:rPr>
              <a:t>144</a:t>
            </a:r>
            <a:r>
              <a:rPr lang="zh-CN" sz="1600">
                <a:solidFill>
                  <a:srgbClr val="F5F7FA">
                    <a:alpha val="90000"/>
                  </a:srgbClr>
                </a:solidFill>
                <a:latin typeface="微软雅黑" panose="020B0503020204020204" charset="-122"/>
                <a:ea typeface="微软雅黑" panose="020B0503020204020204" charset="-122"/>
                <a:sym typeface="+mn-ea"/>
              </a:rPr>
              <a:t>号</a:t>
            </a:r>
            <a:endParaRPr lang="zh-CN" sz="1600">
              <a:solidFill>
                <a:srgbClr val="F5F7FA">
                  <a:alpha val="90000"/>
                </a:srgbClr>
              </a:solidFill>
              <a:latin typeface="微软雅黑" panose="020B0503020204020204" charset="-122"/>
              <a:ea typeface="微软雅黑" panose="020B0503020204020204" charset="-122"/>
              <a:sym typeface="+mn-ea"/>
            </a:endParaRPr>
          </a:p>
          <a:p>
            <a:pPr lvl="0" algn="ctr">
              <a:lnSpc>
                <a:spcPct val="150000"/>
              </a:lnSpc>
              <a:buClrTx/>
              <a:buSzTx/>
              <a:buFontTx/>
            </a:pPr>
            <a:r>
              <a:rPr lang="zh-CN" sz="1600">
                <a:solidFill>
                  <a:srgbClr val="F5F7FA">
                    <a:alpha val="90000"/>
                  </a:srgbClr>
                </a:solidFill>
                <a:latin typeface="微软雅黑" panose="020B0503020204020204" charset="-122"/>
                <a:ea typeface="微软雅黑" panose="020B0503020204020204" charset="-122"/>
                <a:sym typeface="+mn-ea"/>
              </a:rPr>
              <a:t>+86 0531 8506 8566 · www.labthink.com</a:t>
            </a:r>
            <a:endParaRPr lang="zh-CN" sz="1600">
              <a:solidFill>
                <a:srgbClr val="F5F7FA">
                  <a:alpha val="90000"/>
                </a:srgbClr>
              </a:solidFill>
              <a:latin typeface="微软雅黑" panose="020B0503020204020204" charset="-122"/>
              <a:ea typeface="微软雅黑" panose="020B0503020204020204" charset="-122"/>
              <a:sym typeface="+mn-ea"/>
            </a:endParaRPr>
          </a:p>
        </p:txBody>
      </p:sp>
      <p:pic>
        <p:nvPicPr>
          <p:cNvPr id="16" name="图片 15"/>
          <p:cNvPicPr>
            <a:picLocks noChangeAspect="1"/>
          </p:cNvPicPr>
          <p:nvPr/>
        </p:nvPicPr>
        <p:blipFill>
          <a:blip r:embed="rId2"/>
          <a:stretch>
            <a:fillRect/>
          </a:stretch>
        </p:blipFill>
        <p:spPr>
          <a:xfrm>
            <a:off x="9861550" y="312420"/>
            <a:ext cx="2020570" cy="671830"/>
          </a:xfrm>
          <a:prstGeom prst="rect">
            <a:avLst/>
          </a:prstGeom>
        </p:spPr>
      </p:pic>
    </p:spTree>
    <p:custDataLst>
      <p:tags r:id="rId3"/>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a"/>
  <p:tag name="KSO_WM_UNIT_INDEX" val="1"/>
  <p:tag name="KSO_WM_BEAUTIFY_FLAG" val="#wm#"/>
  <p:tag name="KSO_WM_TAG_VERSION" val="3.0"/>
  <p:tag name="KSO_WM_UNIT_PRESET_TEXT" val="单击编辑母版标题"/>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2"/>
</p:tagLst>
</file>

<file path=ppt/tags/tag7.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2"/>
</p:tagLst>
</file>

<file path=ppt/tags/tag8.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4*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7"/>
</p:tagLst>
</file>

<file path=ppt/tags/tag9.xml><?xml version="1.0" encoding="utf-8"?>
<p:tagLst xmlns:p="http://schemas.openxmlformats.org/presentationml/2006/main">
  <p:tag name="KSO_WM_AICARD_INVALID" val="Invalid"/>
</p:tagLst>
</file>

<file path=ppt/tags/tag10.xml><?xml version="1.0" encoding="utf-8"?>
<p:tagLst xmlns:p="http://schemas.openxmlformats.org/presentationml/2006/main">
  <p:tag name="KSO_WM_UNIT_TYPE" val="a"/>
  <p:tag name="KSO_WM_UNIT_INDEX" val="1"/>
  <p:tag name="KSO_WM_BEAUTIFY_FLAG" val="#wm#"/>
  <p:tag name="KSO_WM_TAG_VERSION" val="3.0"/>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5008"/>
  <p:tag name="KSO_WM_TEMPLATE_CATEGORY" val="custom"/>
  <p:tag name="KSO_WM_UNIT_ISCONTENTSTITLE" val="0"/>
  <p:tag name="KSO_WM_UNIT_PRESET_TEXT" val="单击编辑母版标题"/>
  <p:tag name="KSO_WM_UNIT_TEXT_TYPE" val="1"/>
  <p:tag name="KSO_WM_UNIT_VALUE" val="12"/>
</p:tagLst>
</file>

<file path=ppt/tags/tag11.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40495008"/>
  <p:tag name="KSO_WM_TEMPLATE_CATEGORY" val="custom"/>
  <p:tag name="KSO_WM_SLIDE_INDEX" val="7"/>
  <p:tag name="KSO_WM_SLIDE_ID" val="custom40495008_7"/>
  <p:tag name="KSO_WM_TEMPLATE_MASTER_TYPE" val="0"/>
  <p:tag name="KSO_WM_SLIDE_LAYOUT" val="a_b_e"/>
  <p:tag name="KSO_WM_SLIDE_LAYOUT_CNT" val="1_1_1"/>
  <p:tag name="KSO_WM_AICARD_INVALID" val="Invalid"/>
</p:tagLst>
</file>

<file path=ppt/tags/tag12.xml><?xml version="1.0" encoding="utf-8"?>
<p:tagLst xmlns:p="http://schemas.openxmlformats.org/presentationml/2006/main">
  <p:tag name="KSO_WM_AICARD_INVALID" val="Invalid"/>
</p:tagLst>
</file>

<file path=ppt/tags/tag13.xml><?xml version="1.0" encoding="utf-8"?>
<p:tagLst xmlns:p="http://schemas.openxmlformats.org/presentationml/2006/main">
  <p:tag name="KSO_WM_DIAGRAM_VIRTUALLY_FRAME" val="{&quot;height&quot;:435.65,&quot;left&quot;:31.3,&quot;top&quot;:77.25,&quot;width&quot;:481.8897705078125}"/>
</p:tagLst>
</file>

<file path=ppt/tags/tag14.xml><?xml version="1.0" encoding="utf-8"?>
<p:tagLst xmlns:p="http://schemas.openxmlformats.org/presentationml/2006/main">
  <p:tag name="KSO_WM_DIAGRAM_VIRTUALLY_FRAME" val="{&quot;height&quot;:435.65,&quot;left&quot;:31.3,&quot;top&quot;:77.25,&quot;width&quot;:481.8897705078125}"/>
</p:tagLst>
</file>

<file path=ppt/tags/tag15.xml><?xml version="1.0" encoding="utf-8"?>
<p:tagLst xmlns:p="http://schemas.openxmlformats.org/presentationml/2006/main">
  <p:tag name="KSO_WM_DIAGRAM_VIRTUALLY_FRAME" val="{&quot;height&quot;:435.65,&quot;left&quot;:31.3,&quot;top&quot;:77.25,&quot;width&quot;:481.8897705078125}"/>
</p:tagLst>
</file>

<file path=ppt/tags/tag16.xml><?xml version="1.0" encoding="utf-8"?>
<p:tagLst xmlns:p="http://schemas.openxmlformats.org/presentationml/2006/main">
  <p:tag name="KSO_WM_DIAGRAM_VIRTUALLY_FRAME" val="{&quot;height&quot;:435.65,&quot;left&quot;:31.3,&quot;top&quot;:77.25,&quot;width&quot;:481.8897705078125}"/>
</p:tagLst>
</file>

<file path=ppt/tags/tag17.xml><?xml version="1.0" encoding="utf-8"?>
<p:tagLst xmlns:p="http://schemas.openxmlformats.org/presentationml/2006/main">
  <p:tag name="KSO_WM_DIAGRAM_VIRTUALLY_FRAME" val="{&quot;height&quot;:435.65,&quot;left&quot;:31.3,&quot;top&quot;:77.25,&quot;width&quot;:481.8897705078125}"/>
</p:tagLst>
</file>

<file path=ppt/tags/tag18.xml><?xml version="1.0" encoding="utf-8"?>
<p:tagLst xmlns:p="http://schemas.openxmlformats.org/presentationml/2006/main">
  <p:tag name="KSO_WM_DIAGRAM_VIRTUALLY_FRAME" val="{&quot;height&quot;:435.65,&quot;left&quot;:31.3,&quot;top&quot;:77.25,&quot;width&quot;:481.8897705078125}"/>
</p:tagLst>
</file>

<file path=ppt/tags/tag19.xml><?xml version="1.0" encoding="utf-8"?>
<p:tagLst xmlns:p="http://schemas.openxmlformats.org/presentationml/2006/main">
  <p:tag name="KSO_WM_DIAGRAM_VIRTUALLY_FRAME" val="{&quot;height&quot;:435.65,&quot;left&quot;:31.3,&quot;top&quot;:77.25,&quot;width&quot;:481.8897705078125}"/>
</p:tagLst>
</file>

<file path=ppt/tags/tag20.xml><?xml version="1.0" encoding="utf-8"?>
<p:tagLst xmlns:p="http://schemas.openxmlformats.org/presentationml/2006/main">
  <p:tag name="KSO_WM_DIAGRAM_VIRTUALLY_FRAME" val="{&quot;height&quot;:435.65,&quot;left&quot;:31.3,&quot;top&quot;:77.25,&quot;width&quot;:481.8897705078125}"/>
</p:tagLst>
</file>

<file path=ppt/tags/tag21.xml><?xml version="1.0" encoding="utf-8"?>
<p:tagLst xmlns:p="http://schemas.openxmlformats.org/presentationml/2006/main">
  <p:tag name="KSO_WM_DIAGRAM_VIRTUALLY_FRAME" val="{&quot;height&quot;:435.65,&quot;left&quot;:31.3,&quot;top&quot;:77.25,&quot;width&quot;:481.8897705078125}"/>
</p:tagLst>
</file>

<file path=ppt/tags/tag22.xml><?xml version="1.0" encoding="utf-8"?>
<p:tagLst xmlns:p="http://schemas.openxmlformats.org/presentationml/2006/main">
  <p:tag name="KSO_WM_DIAGRAM_VIRTUALLY_FRAME" val="{&quot;height&quot;:435.65,&quot;left&quot;:31.3,&quot;top&quot;:77.25,&quot;width&quot;:481.8897705078125}"/>
</p:tagLst>
</file>

<file path=ppt/tags/tag23.xml><?xml version="1.0" encoding="utf-8"?>
<p:tagLst xmlns:p="http://schemas.openxmlformats.org/presentationml/2006/main">
  <p:tag name="KSO_WM_DIAGRAM_VIRTUALLY_FRAME" val="{&quot;height&quot;:435.65,&quot;left&quot;:31.3,&quot;top&quot;:77.25,&quot;width&quot;:481.8897705078125}"/>
</p:tagLst>
</file>

<file path=ppt/tags/tag24.xml><?xml version="1.0" encoding="utf-8"?>
<p:tagLst xmlns:p="http://schemas.openxmlformats.org/presentationml/2006/main">
  <p:tag name="KSO_WM_DIAGRAM_VIRTUALLY_FRAME" val="{&quot;height&quot;:435.65,&quot;left&quot;:31.3,&quot;top&quot;:77.25,&quot;width&quot;:481.8897705078125}"/>
</p:tagLst>
</file>

<file path=ppt/tags/tag25.xml><?xml version="1.0" encoding="utf-8"?>
<p:tagLst xmlns:p="http://schemas.openxmlformats.org/presentationml/2006/main">
  <p:tag name="KSO_WM_DIAGRAM_VIRTUALLY_FRAME" val="{&quot;height&quot;:435.65,&quot;left&quot;:31.3,&quot;top&quot;:77.25,&quot;width&quot;:481.8897705078125}"/>
</p:tagLst>
</file>

<file path=ppt/tags/tag26.xml><?xml version="1.0" encoding="utf-8"?>
<p:tagLst xmlns:p="http://schemas.openxmlformats.org/presentationml/2006/main">
  <p:tag name="KSO_WM_DIAGRAM_VIRTUALLY_FRAME" val="{&quot;height&quot;:435.65,&quot;left&quot;:31.3,&quot;top&quot;:77.25,&quot;width&quot;:481.8897705078125}"/>
</p:tagLst>
</file>

<file path=ppt/tags/tag27.xml><?xml version="1.0" encoding="utf-8"?>
<p:tagLst xmlns:p="http://schemas.openxmlformats.org/presentationml/2006/main">
  <p:tag name="KSO_WM_DIAGRAM_VIRTUALLY_FRAME" val="{&quot;height&quot;:435.65,&quot;left&quot;:31.3,&quot;top&quot;:77.25,&quot;width&quot;:481.8897705078125}"/>
</p:tagLst>
</file>

<file path=ppt/tags/tag28.xml><?xml version="1.0" encoding="utf-8"?>
<p:tagLst xmlns:p="http://schemas.openxmlformats.org/presentationml/2006/main">
  <p:tag name="KSO_WM_DIAGRAM_VIRTUALLY_FRAME" val="{&quot;height&quot;:435.65,&quot;left&quot;:31.3,&quot;top&quot;:77.25,&quot;width&quot;:481.8897705078125}"/>
</p:tagLst>
</file>

<file path=ppt/tags/tag29.xml><?xml version="1.0" encoding="utf-8"?>
<p:tagLst xmlns:p="http://schemas.openxmlformats.org/presentationml/2006/main">
  <p:tag name="KSO_WM_DIAGRAM_VIRTUALLY_FRAME" val="{&quot;height&quot;:435.65,&quot;left&quot;:31.3,&quot;top&quot;:77.25,&quot;width&quot;:481.8897705078125}"/>
</p:tagLst>
</file>

<file path=ppt/tags/tag30.xml><?xml version="1.0" encoding="utf-8"?>
<p:tagLst xmlns:p="http://schemas.openxmlformats.org/presentationml/2006/main">
  <p:tag name="KSO_WM_AICARD_INVALID" val="Invalid"/>
</p:tagLst>
</file>

<file path=ppt/tags/tag31.xml><?xml version="1.0" encoding="utf-8"?>
<p:tagLst xmlns:p="http://schemas.openxmlformats.org/presentationml/2006/main">
  <p:tag name="KSO_WM_UNIT_TYPE" val="a"/>
  <p:tag name="KSO_WM_UNIT_INDEX" val="1"/>
  <p:tag name="KSO_WM_BEAUTIFY_FLAG" val="#wm#"/>
  <p:tag name="KSO_WM_TAG_VERSION" val="3.0"/>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5008"/>
  <p:tag name="KSO_WM_TEMPLATE_CATEGORY" val="custom"/>
  <p:tag name="KSO_WM_UNIT_ISCONTENTSTITLE" val="0"/>
  <p:tag name="KSO_WM_UNIT_PRESET_TEXT" val="单击编辑母版标题"/>
  <p:tag name="KSO_WM_UNIT_TEXT_TYPE" val="1"/>
  <p:tag name="KSO_WM_UNIT_VALUE" val="12"/>
</p:tagLst>
</file>

<file path=ppt/tags/tag32.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40495008"/>
  <p:tag name="KSO_WM_TEMPLATE_CATEGORY" val="custom"/>
  <p:tag name="KSO_WM_SLIDE_INDEX" val="7"/>
  <p:tag name="KSO_WM_SLIDE_ID" val="custom40495008_7"/>
  <p:tag name="KSO_WM_TEMPLATE_MASTER_TYPE" val="0"/>
  <p:tag name="KSO_WM_SLIDE_LAYOUT" val="a_b_e"/>
  <p:tag name="KSO_WM_SLIDE_LAYOUT_CNT" val="1_1_1"/>
  <p:tag name="KSO_WM_AICARD_INVALID" val="Invalid"/>
</p:tagLst>
</file>

<file path=ppt/tags/tag33.xml><?xml version="1.0" encoding="utf-8"?>
<p:tagLst xmlns:p="http://schemas.openxmlformats.org/presentationml/2006/main">
  <p:tag name="KSO_WM_AICARD_INVALID" val="Invalid"/>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AICARD_INVALID" val="Invalid"/>
</p:tagLst>
</file>

<file path=ppt/tags/tag36.xml><?xml version="1.0" encoding="utf-8"?>
<p:tagLst xmlns:p="http://schemas.openxmlformats.org/presentationml/2006/main">
  <p:tag name="KSO_WM_AICARD_INVALID" val="Invalid"/>
</p:tagLst>
</file>

<file path=ppt/tags/tag37.xml><?xml version="1.0" encoding="utf-8"?>
<p:tagLst xmlns:p="http://schemas.openxmlformats.org/presentationml/2006/main">
  <p:tag name="KSO_WM_UNIT_TYPE" val="a"/>
  <p:tag name="KSO_WM_UNIT_INDEX" val="1"/>
  <p:tag name="KSO_WM_BEAUTIFY_FLAG" val="#wm#"/>
  <p:tag name="KSO_WM_TAG_VERSION" val="3.0"/>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5008"/>
  <p:tag name="KSO_WM_TEMPLATE_CATEGORY" val="custom"/>
  <p:tag name="KSO_WM_UNIT_ISCONTENTSTITLE" val="0"/>
  <p:tag name="KSO_WM_UNIT_PRESET_TEXT" val="单击编辑母版标题"/>
  <p:tag name="KSO_WM_UNIT_TEXT_TYPE" val="1"/>
  <p:tag name="KSO_WM_UNIT_VALUE" val="12"/>
</p:tagLst>
</file>

<file path=ppt/tags/tag38.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40495008"/>
  <p:tag name="KSO_WM_TEMPLATE_CATEGORY" val="custom"/>
  <p:tag name="KSO_WM_SLIDE_INDEX" val="7"/>
  <p:tag name="KSO_WM_SLIDE_ID" val="custom40495008_7"/>
  <p:tag name="KSO_WM_TEMPLATE_MASTER_TYPE" val="0"/>
  <p:tag name="KSO_WM_SLIDE_LAYOUT" val="a_b_e"/>
  <p:tag name="KSO_WM_SLIDE_LAYOUT_CNT" val="1_1_1"/>
  <p:tag name="KSO_WM_AICARD_INVALID" val="Invalid"/>
</p:tagLst>
</file>

<file path=ppt/tags/tag39.xml><?xml version="1.0" encoding="utf-8"?>
<p:tagLst xmlns:p="http://schemas.openxmlformats.org/presentationml/2006/main">
  <p:tag name="KSO_WM_DIAGRAM_VIRTUALLY_FRAME" val="{&quot;height&quot;:219.2,&quot;left&quot;:34.05,&quot;top&quot;:66.85,&quot;width&quot;:896.9}"/>
</p:tagLst>
</file>

<file path=ppt/tags/tag40.xml><?xml version="1.0" encoding="utf-8"?>
<p:tagLst xmlns:p="http://schemas.openxmlformats.org/presentationml/2006/main">
  <p:tag name="KSO_WM_DIAGRAM_VIRTUALLY_FRAME" val="{&quot;height&quot;:219.2,&quot;left&quot;:34.05,&quot;top&quot;:66.85,&quot;width&quot;:896.9}"/>
</p:tagLst>
</file>

<file path=ppt/tags/tag41.xml><?xml version="1.0" encoding="utf-8"?>
<p:tagLst xmlns:p="http://schemas.openxmlformats.org/presentationml/2006/main">
  <p:tag name="KSO_WM_DIAGRAM_VIRTUALLY_FRAME" val="{&quot;height&quot;:219.2,&quot;left&quot;:34.05,&quot;top&quot;:66.85,&quot;width&quot;:896.9}"/>
</p:tagLst>
</file>

<file path=ppt/tags/tag42.xml><?xml version="1.0" encoding="utf-8"?>
<p:tagLst xmlns:p="http://schemas.openxmlformats.org/presentationml/2006/main">
  <p:tag name="KSO_WM_DIAGRAM_VIRTUALLY_FRAME" val="{&quot;height&quot;:219.2,&quot;left&quot;:34.05,&quot;top&quot;:66.85,&quot;width&quot;:896.9}"/>
</p:tagLst>
</file>

<file path=ppt/tags/tag43.xml><?xml version="1.0" encoding="utf-8"?>
<p:tagLst xmlns:p="http://schemas.openxmlformats.org/presentationml/2006/main">
  <p:tag name="KSO_WM_DIAGRAM_VIRTUALLY_FRAME" val="{&quot;height&quot;:219.2,&quot;left&quot;:34.05,&quot;top&quot;:66.85,&quot;width&quot;:896.9}"/>
</p:tagLst>
</file>

<file path=ppt/tags/tag44.xml><?xml version="1.0" encoding="utf-8"?>
<p:tagLst xmlns:p="http://schemas.openxmlformats.org/presentationml/2006/main">
  <p:tag name="KSO_WM_DIAGRAM_VIRTUALLY_FRAME" val="{&quot;height&quot;:219.2,&quot;left&quot;:34.05,&quot;top&quot;:66.85,&quot;width&quot;:896.9}"/>
</p:tagLst>
</file>

<file path=ppt/tags/tag45.xml><?xml version="1.0" encoding="utf-8"?>
<p:tagLst xmlns:p="http://schemas.openxmlformats.org/presentationml/2006/main">
  <p:tag name="KSO_WM_DIAGRAM_VIRTUALLY_FRAME" val="{&quot;height&quot;:427.00007874015756,&quot;left&quot;:16,&quot;top&quot;:81.12496062992126,&quot;width&quot;:890.3897637795275}"/>
</p:tagLst>
</file>

<file path=ppt/tags/tag46.xml><?xml version="1.0" encoding="utf-8"?>
<p:tagLst xmlns:p="http://schemas.openxmlformats.org/presentationml/2006/main">
  <p:tag name="KSO_WM_DIAGRAM_VIRTUALLY_FRAME" val="{&quot;height&quot;:427.00007874015756,&quot;left&quot;:16,&quot;top&quot;:81.12496062992126,&quot;width&quot;:890.3897637795275}"/>
</p:tagLst>
</file>

<file path=ppt/tags/tag47.xml><?xml version="1.0" encoding="utf-8"?>
<p:tagLst xmlns:p="http://schemas.openxmlformats.org/presentationml/2006/main">
  <p:tag name="KSO_WM_AICARD_INVALID" val="Invalid"/>
</p:tagLst>
</file>

<file path=ppt/tags/tag48.xml><?xml version="1.0" encoding="utf-8"?>
<p:tagLst xmlns:p="http://schemas.openxmlformats.org/presentationml/2006/main">
  <p:tag name="KSO_WM_DIAGRAM_VIRTUALLY_FRAME" val="{&quot;height&quot;:219.2,&quot;left&quot;:34.05,&quot;top&quot;:66.85,&quot;width&quot;:896.9}"/>
</p:tagLst>
</file>

<file path=ppt/tags/tag49.xml><?xml version="1.0" encoding="utf-8"?>
<p:tagLst xmlns:p="http://schemas.openxmlformats.org/presentationml/2006/main">
  <p:tag name="KSO_WM_DIAGRAM_VIRTUALLY_FRAME" val="{&quot;height&quot;:219.2,&quot;left&quot;:34.05,&quot;top&quot;:66.85,&quot;width&quot;:896.9}"/>
</p:tagLst>
</file>

<file path=ppt/tags/tag50.xml><?xml version="1.0" encoding="utf-8"?>
<p:tagLst xmlns:p="http://schemas.openxmlformats.org/presentationml/2006/main">
  <p:tag name="KSO_WM_DIAGRAM_VIRTUALLY_FRAME" val="{&quot;height&quot;:219.2,&quot;left&quot;:34.05,&quot;top&quot;:66.85,&quot;width&quot;:896.9}"/>
</p:tagLst>
</file>

<file path=ppt/tags/tag51.xml><?xml version="1.0" encoding="utf-8"?>
<p:tagLst xmlns:p="http://schemas.openxmlformats.org/presentationml/2006/main">
  <p:tag name="KSO_WM_DIAGRAM_VIRTUALLY_FRAME" val="{&quot;height&quot;:219.2,&quot;left&quot;:34.05,&quot;top&quot;:66.85,&quot;width&quot;:896.9}"/>
</p:tagLst>
</file>

<file path=ppt/tags/tag52.xml><?xml version="1.0" encoding="utf-8"?>
<p:tagLst xmlns:p="http://schemas.openxmlformats.org/presentationml/2006/main">
  <p:tag name="KSO_WM_DIAGRAM_VIRTUALLY_FRAME" val="{&quot;height&quot;:219.2,&quot;left&quot;:34.05,&quot;top&quot;:66.85,&quot;width&quot;:896.9}"/>
</p:tagLst>
</file>

<file path=ppt/tags/tag53.xml><?xml version="1.0" encoding="utf-8"?>
<p:tagLst xmlns:p="http://schemas.openxmlformats.org/presentationml/2006/main">
  <p:tag name="KSO_WM_DIAGRAM_VIRTUALLY_FRAME" val="{&quot;height&quot;:219.2,&quot;left&quot;:34.05,&quot;top&quot;:66.85,&quot;width&quot;:896.9}"/>
</p:tagLst>
</file>

<file path=ppt/tags/tag54.xml><?xml version="1.0" encoding="utf-8"?>
<p:tagLst xmlns:p="http://schemas.openxmlformats.org/presentationml/2006/main">
  <p:tag name="KSO_WM_DIAGRAM_VIRTUALLY_FRAME" val="{&quot;height&quot;:219.2,&quot;left&quot;:34.05,&quot;top&quot;:66.85,&quot;width&quot;:896.9}"/>
</p:tagLst>
</file>

<file path=ppt/tags/tag55.xml><?xml version="1.0" encoding="utf-8"?>
<p:tagLst xmlns:p="http://schemas.openxmlformats.org/presentationml/2006/main">
  <p:tag name="KSO_WM_DIAGRAM_VIRTUALLY_FRAME" val="{&quot;height&quot;:219.2,&quot;left&quot;:34.05,&quot;top&quot;:66.85,&quot;width&quot;:896.9}"/>
</p:tagLst>
</file>

<file path=ppt/tags/tag56.xml><?xml version="1.0" encoding="utf-8"?>
<p:tagLst xmlns:p="http://schemas.openxmlformats.org/presentationml/2006/main">
  <p:tag name="KSO_WM_DIAGRAM_VIRTUALLY_FRAME" val="{&quot;height&quot;:219.2,&quot;left&quot;:34.05,&quot;top&quot;:66.85,&quot;width&quot;:896.9}"/>
</p:tagLst>
</file>

<file path=ppt/tags/tag57.xml><?xml version="1.0" encoding="utf-8"?>
<p:tagLst xmlns:p="http://schemas.openxmlformats.org/presentationml/2006/main">
  <p:tag name="KSO_WM_AICARD_INVALID" val="Invalid"/>
</p:tagLst>
</file>

<file path=ppt/tags/tag58.xml><?xml version="1.0" encoding="utf-8"?>
<p:tagLst xmlns:p="http://schemas.openxmlformats.org/presentationml/2006/main">
  <p:tag name="KSO_WM_DIAGRAM_VIRTUALLY_FRAME" val="{&quot;height&quot;:437.55,&quot;left&quot;:34.5,&quot;top&quot;:78.55,&quot;width&quot;:889.2}"/>
</p:tagLst>
</file>

<file path=ppt/tags/tag59.xml><?xml version="1.0" encoding="utf-8"?>
<p:tagLst xmlns:p="http://schemas.openxmlformats.org/presentationml/2006/main">
  <p:tag name="KSO_WM_DIAGRAM_VIRTUALLY_FRAME" val="{&quot;height&quot;:437.55,&quot;left&quot;:34.5,&quot;top&quot;:78.55,&quot;width&quot;:889.2}"/>
</p:tagLst>
</file>

<file path=ppt/tags/tag60.xml><?xml version="1.0" encoding="utf-8"?>
<p:tagLst xmlns:p="http://schemas.openxmlformats.org/presentationml/2006/main">
  <p:tag name="KSO_WM_DIAGRAM_VIRTUALLY_FRAME" val="{&quot;height&quot;:437.55,&quot;left&quot;:34.5,&quot;top&quot;:78.55,&quot;width&quot;:889.2}"/>
</p:tagLst>
</file>

<file path=ppt/tags/tag61.xml><?xml version="1.0" encoding="utf-8"?>
<p:tagLst xmlns:p="http://schemas.openxmlformats.org/presentationml/2006/main">
  <p:tag name="KSO_WM_DIAGRAM_VIRTUALLY_FRAME" val="{&quot;height&quot;:437.55,&quot;left&quot;:34.5,&quot;top&quot;:78.55,&quot;width&quot;:889.2}"/>
</p:tagLst>
</file>

<file path=ppt/tags/tag62.xml><?xml version="1.0" encoding="utf-8"?>
<p:tagLst xmlns:p="http://schemas.openxmlformats.org/presentationml/2006/main">
  <p:tag name="KSO_WM_DIAGRAM_VIRTUALLY_FRAME" val="{&quot;height&quot;:437.55,&quot;left&quot;:34.5,&quot;top&quot;:78.55,&quot;width&quot;:889.2}"/>
</p:tagLst>
</file>

<file path=ppt/tags/tag63.xml><?xml version="1.0" encoding="utf-8"?>
<p:tagLst xmlns:p="http://schemas.openxmlformats.org/presentationml/2006/main">
  <p:tag name="KSO_WM_DIAGRAM_VIRTUALLY_FRAME" val="{&quot;height&quot;:437.55,&quot;left&quot;:34.5,&quot;top&quot;:78.55,&quot;width&quot;:889.2}"/>
</p:tagLst>
</file>

<file path=ppt/tags/tag64.xml><?xml version="1.0" encoding="utf-8"?>
<p:tagLst xmlns:p="http://schemas.openxmlformats.org/presentationml/2006/main">
  <p:tag name="KSO_WM_DIAGRAM_VIRTUALLY_FRAME" val="{&quot;height&quot;:437.55,&quot;left&quot;:34.5,&quot;top&quot;:78.55,&quot;width&quot;:889.2}"/>
</p:tagLst>
</file>

<file path=ppt/tags/tag65.xml><?xml version="1.0" encoding="utf-8"?>
<p:tagLst xmlns:p="http://schemas.openxmlformats.org/presentationml/2006/main">
  <p:tag name="KSO_WM_DIAGRAM_VIRTUALLY_FRAME" val="{&quot;height&quot;:437.55,&quot;left&quot;:34.5,&quot;top&quot;:78.55,&quot;width&quot;:889.2}"/>
</p:tagLst>
</file>

<file path=ppt/tags/tag66.xml><?xml version="1.0" encoding="utf-8"?>
<p:tagLst xmlns:p="http://schemas.openxmlformats.org/presentationml/2006/main">
  <p:tag name="KSO_WM_DIAGRAM_VIRTUALLY_FRAME" val="{&quot;height&quot;:437.55,&quot;left&quot;:34.5,&quot;top&quot;:78.55,&quot;width&quot;:889.2}"/>
</p:tagLst>
</file>

<file path=ppt/tags/tag67.xml><?xml version="1.0" encoding="utf-8"?>
<p:tagLst xmlns:p="http://schemas.openxmlformats.org/presentationml/2006/main">
  <p:tag name="KSO_WM_DIAGRAM_VIRTUALLY_FRAME" val="{&quot;height&quot;:437.55,&quot;left&quot;:34.5,&quot;top&quot;:78.55,&quot;width&quot;:889.2}"/>
</p:tagLst>
</file>

<file path=ppt/tags/tag68.xml><?xml version="1.0" encoding="utf-8"?>
<p:tagLst xmlns:p="http://schemas.openxmlformats.org/presentationml/2006/main">
  <p:tag name="KSO_WM_DIAGRAM_VIRTUALLY_FRAME" val="{&quot;height&quot;:437.55,&quot;left&quot;:34.5,&quot;top&quot;:78.55,&quot;width&quot;:889.2}"/>
</p:tagLst>
</file>

<file path=ppt/tags/tag69.xml><?xml version="1.0" encoding="utf-8"?>
<p:tagLst xmlns:p="http://schemas.openxmlformats.org/presentationml/2006/main">
  <p:tag name="KSO_WM_DIAGRAM_VIRTUALLY_FRAME" val="{&quot;height&quot;:437.55,&quot;left&quot;:34.5,&quot;top&quot;:78.55,&quot;width&quot;:889.2}"/>
</p:tagLst>
</file>

<file path=ppt/tags/tag70.xml><?xml version="1.0" encoding="utf-8"?>
<p:tagLst xmlns:p="http://schemas.openxmlformats.org/presentationml/2006/main">
  <p:tag name="KSO_WM_DIAGRAM_VIRTUALLY_FRAME" val="{&quot;height&quot;:437.55,&quot;left&quot;:34.5,&quot;top&quot;:78.55,&quot;width&quot;:889.2}"/>
</p:tagLst>
</file>

<file path=ppt/tags/tag71.xml><?xml version="1.0" encoding="utf-8"?>
<p:tagLst xmlns:p="http://schemas.openxmlformats.org/presentationml/2006/main">
  <p:tag name="KSO_WM_DIAGRAM_VIRTUALLY_FRAME" val="{&quot;height&quot;:437.55,&quot;left&quot;:34.5,&quot;top&quot;:78.55,&quot;width&quot;:889.2}"/>
</p:tagLst>
</file>

<file path=ppt/tags/tag72.xml><?xml version="1.0" encoding="utf-8"?>
<p:tagLst xmlns:p="http://schemas.openxmlformats.org/presentationml/2006/main">
  <p:tag name="KSO_WM_DIAGRAM_VIRTUALLY_FRAME" val="{&quot;height&quot;:437.55,&quot;left&quot;:34.5,&quot;top&quot;:78.55,&quot;width&quot;:889.2}"/>
</p:tagLst>
</file>

<file path=ppt/tags/tag73.xml><?xml version="1.0" encoding="utf-8"?>
<p:tagLst xmlns:p="http://schemas.openxmlformats.org/presentationml/2006/main">
  <p:tag name="KSO_WM_DIAGRAM_VIRTUALLY_FRAME" val="{&quot;height&quot;:437.55,&quot;left&quot;:34.5,&quot;top&quot;:78.55,&quot;width&quot;:889.2}"/>
</p:tagLst>
</file>

<file path=ppt/tags/tag74.xml><?xml version="1.0" encoding="utf-8"?>
<p:tagLst xmlns:p="http://schemas.openxmlformats.org/presentationml/2006/main">
  <p:tag name="KSO_WM_DIAGRAM_VIRTUALLY_FRAME" val="{&quot;height&quot;:437.55,&quot;left&quot;:34.5,&quot;top&quot;:78.55,&quot;width&quot;:889.2}"/>
</p:tagLst>
</file>

<file path=ppt/tags/tag75.xml><?xml version="1.0" encoding="utf-8"?>
<p:tagLst xmlns:p="http://schemas.openxmlformats.org/presentationml/2006/main">
  <p:tag name="KSO_WM_DIAGRAM_VIRTUALLY_FRAME" val="{&quot;height&quot;:437.55,&quot;left&quot;:34.5,&quot;top&quot;:78.55,&quot;width&quot;:889.2}"/>
</p:tagLst>
</file>

<file path=ppt/tags/tag76.xml><?xml version="1.0" encoding="utf-8"?>
<p:tagLst xmlns:p="http://schemas.openxmlformats.org/presentationml/2006/main">
  <p:tag name="KSO_WM_DIAGRAM_VIRTUALLY_FRAME" val="{&quot;height&quot;:437.55,&quot;left&quot;:34.5,&quot;top&quot;:78.55,&quot;width&quot;:889.2}"/>
</p:tagLst>
</file>

<file path=ppt/tags/tag77.xml><?xml version="1.0" encoding="utf-8"?>
<p:tagLst xmlns:p="http://schemas.openxmlformats.org/presentationml/2006/main">
  <p:tag name="KSO_WM_DIAGRAM_VIRTUALLY_FRAME" val="{&quot;height&quot;:437.55,&quot;left&quot;:34.5,&quot;top&quot;:78.55,&quot;width&quot;:889.2}"/>
</p:tagLst>
</file>

<file path=ppt/tags/tag78.xml><?xml version="1.0" encoding="utf-8"?>
<p:tagLst xmlns:p="http://schemas.openxmlformats.org/presentationml/2006/main">
  <p:tag name="KSO_WM_DIAGRAM_VIRTUALLY_FRAME" val="{&quot;height&quot;:437.55,&quot;left&quot;:34.5,&quot;top&quot;:78.55,&quot;width&quot;:889.2}"/>
</p:tagLst>
</file>

<file path=ppt/tags/tag79.xml><?xml version="1.0" encoding="utf-8"?>
<p:tagLst xmlns:p="http://schemas.openxmlformats.org/presentationml/2006/main">
  <p:tag name="KSO_WM_DIAGRAM_VIRTUALLY_FRAME" val="{&quot;height&quot;:437.55,&quot;left&quot;:34.5,&quot;top&quot;:78.55,&quot;width&quot;:889.2}"/>
</p:tagLst>
</file>

<file path=ppt/tags/tag80.xml><?xml version="1.0" encoding="utf-8"?>
<p:tagLst xmlns:p="http://schemas.openxmlformats.org/presentationml/2006/main">
  <p:tag name="KSO_WM_AICARD_INVALID" val="Invalid"/>
</p:tagLst>
</file>

<file path=ppt/tags/tag81.xml><?xml version="1.0" encoding="utf-8"?>
<p:tagLst xmlns:p="http://schemas.openxmlformats.org/presentationml/2006/main">
  <p:tag name="KSO_WM_DIAGRAM_VIRTUALLY_FRAME" val="{&quot;height&quot;:437.55,&quot;left&quot;:34.5,&quot;top&quot;:78.55,&quot;width&quot;:889.2}"/>
</p:tagLst>
</file>

<file path=ppt/tags/tag82.xml><?xml version="1.0" encoding="utf-8"?>
<p:tagLst xmlns:p="http://schemas.openxmlformats.org/presentationml/2006/main">
  <p:tag name="KSO_WM_DIAGRAM_VIRTUALLY_FRAME" val="{&quot;height&quot;:437.55,&quot;left&quot;:34.5,&quot;top&quot;:78.55,&quot;width&quot;:889.2}"/>
</p:tagLst>
</file>

<file path=ppt/tags/tag83.xml><?xml version="1.0" encoding="utf-8"?>
<p:tagLst xmlns:p="http://schemas.openxmlformats.org/presentationml/2006/main">
  <p:tag name="KSO_WM_DIAGRAM_VIRTUALLY_FRAME" val="{&quot;height&quot;:437.55,&quot;left&quot;:34.5,&quot;top&quot;:78.55,&quot;width&quot;:889.2}"/>
</p:tagLst>
</file>

<file path=ppt/tags/tag84.xml><?xml version="1.0" encoding="utf-8"?>
<p:tagLst xmlns:p="http://schemas.openxmlformats.org/presentationml/2006/main">
  <p:tag name="KSO_WM_DIAGRAM_VIRTUALLY_FRAME" val="{&quot;height&quot;:437.55,&quot;left&quot;:34.5,&quot;top&quot;:78.55,&quot;width&quot;:889.2}"/>
</p:tagLst>
</file>

<file path=ppt/tags/tag85.xml><?xml version="1.0" encoding="utf-8"?>
<p:tagLst xmlns:p="http://schemas.openxmlformats.org/presentationml/2006/main">
  <p:tag name="KSO_WM_DIAGRAM_VIRTUALLY_FRAME" val="{&quot;height&quot;:437.55,&quot;left&quot;:34.5,&quot;top&quot;:78.55,&quot;width&quot;:889.2}"/>
</p:tagLst>
</file>

<file path=ppt/tags/tag86.xml><?xml version="1.0" encoding="utf-8"?>
<p:tagLst xmlns:p="http://schemas.openxmlformats.org/presentationml/2006/main">
  <p:tag name="KSO_WM_DIAGRAM_VIRTUALLY_FRAME" val="{&quot;height&quot;:437.55,&quot;left&quot;:34.5,&quot;top&quot;:78.55,&quot;width&quot;:889.2}"/>
</p:tagLst>
</file>

<file path=ppt/tags/tag87.xml><?xml version="1.0" encoding="utf-8"?>
<p:tagLst xmlns:p="http://schemas.openxmlformats.org/presentationml/2006/main">
  <p:tag name="KSO_WM_DIAGRAM_VIRTUALLY_FRAME" val="{&quot;height&quot;:437.55,&quot;left&quot;:34.5,&quot;top&quot;:78.55,&quot;width&quot;:889.2}"/>
</p:tagLst>
</file>

<file path=ppt/tags/tag88.xml><?xml version="1.0" encoding="utf-8"?>
<p:tagLst xmlns:p="http://schemas.openxmlformats.org/presentationml/2006/main">
  <p:tag name="KSO_WM_DIAGRAM_VIRTUALLY_FRAME" val="{&quot;height&quot;:437.55,&quot;left&quot;:34.5,&quot;top&quot;:78.55,&quot;width&quot;:889.2}"/>
</p:tagLst>
</file>

<file path=ppt/tags/tag89.xml><?xml version="1.0" encoding="utf-8"?>
<p:tagLst xmlns:p="http://schemas.openxmlformats.org/presentationml/2006/main">
  <p:tag name="KSO_WM_DIAGRAM_VIRTUALLY_FRAME" val="{&quot;height&quot;:437.55,&quot;left&quot;:34.5,&quot;top&quot;:78.55,&quot;width&quot;:889.2}"/>
</p:tagLst>
</file>

<file path=ppt/tags/tag90.xml><?xml version="1.0" encoding="utf-8"?>
<p:tagLst xmlns:p="http://schemas.openxmlformats.org/presentationml/2006/main">
  <p:tag name="KSO_WM_DIAGRAM_VIRTUALLY_FRAME" val="{&quot;height&quot;:437.55,&quot;left&quot;:34.5,&quot;top&quot;:78.55,&quot;width&quot;:889.2}"/>
</p:tagLst>
</file>

<file path=ppt/tags/tag91.xml><?xml version="1.0" encoding="utf-8"?>
<p:tagLst xmlns:p="http://schemas.openxmlformats.org/presentationml/2006/main">
  <p:tag name="KSO_WM_DIAGRAM_VIRTUALLY_FRAME" val="{&quot;height&quot;:437.55,&quot;left&quot;:34.5,&quot;top&quot;:78.55,&quot;width&quot;:889.2}"/>
</p:tagLst>
</file>

<file path=ppt/tags/tag92.xml><?xml version="1.0" encoding="utf-8"?>
<p:tagLst xmlns:p="http://schemas.openxmlformats.org/presentationml/2006/main">
  <p:tag name="KSO_WM_DIAGRAM_VIRTUALLY_FRAME" val="{&quot;height&quot;:437.55,&quot;left&quot;:34.5,&quot;top&quot;:78.55,&quot;width&quot;:889.2}"/>
</p:tagLst>
</file>

<file path=ppt/tags/tag93.xml><?xml version="1.0" encoding="utf-8"?>
<p:tagLst xmlns:p="http://schemas.openxmlformats.org/presentationml/2006/main">
  <p:tag name="KSO_WM_DIAGRAM_VIRTUALLY_FRAME" val="{&quot;height&quot;:437.55,&quot;left&quot;:34.5,&quot;top&quot;:78.55,&quot;width&quot;:889.2}"/>
</p:tagLst>
</file>

<file path=ppt/tags/tag94.xml><?xml version="1.0" encoding="utf-8"?>
<p:tagLst xmlns:p="http://schemas.openxmlformats.org/presentationml/2006/main">
  <p:tag name="KSO_WM_DIAGRAM_VIRTUALLY_FRAME" val="{&quot;height&quot;:437.55,&quot;left&quot;:34.5,&quot;top&quot;:78.55,&quot;width&quot;:889.2}"/>
</p:tagLst>
</file>

<file path=ppt/tags/tag95.xml><?xml version="1.0" encoding="utf-8"?>
<p:tagLst xmlns:p="http://schemas.openxmlformats.org/presentationml/2006/main">
  <p:tag name="KSO_WM_DIAGRAM_VIRTUALLY_FRAME" val="{&quot;height&quot;:437.55,&quot;left&quot;:34.5,&quot;top&quot;:78.55,&quot;width&quot;:889.2}"/>
</p:tagLst>
</file>

<file path=ppt/tags/tag96.xml><?xml version="1.0" encoding="utf-8"?>
<p:tagLst xmlns:p="http://schemas.openxmlformats.org/presentationml/2006/main">
  <p:tag name="KSO_WM_DIAGRAM_VIRTUALLY_FRAME" val="{&quot;height&quot;:437.55,&quot;left&quot;:34.5,&quot;top&quot;:78.55,&quot;width&quot;:889.2}"/>
</p:tagLst>
</file>

<file path=ppt/tags/tag97.xml><?xml version="1.0" encoding="utf-8"?>
<p:tagLst xmlns:p="http://schemas.openxmlformats.org/presentationml/2006/main">
  <p:tag name="KSO_WM_DIAGRAM_VIRTUALLY_FRAME" val="{&quot;height&quot;:437.55,&quot;left&quot;:34.5,&quot;top&quot;:78.55,&quot;width&quot;:889.2}"/>
</p:tagLst>
</file>

<file path=ppt/tags/tag98.xml><?xml version="1.0" encoding="utf-8"?>
<p:tagLst xmlns:p="http://schemas.openxmlformats.org/presentationml/2006/main">
  <p:tag name="KSO_WM_DIAGRAM_VIRTUALLY_FRAME" val="{&quot;height&quot;:437.55,&quot;left&quot;:34.5,&quot;top&quot;:78.55,&quot;width&quot;:889.2}"/>
</p:tagLst>
</file>

<file path=ppt/tags/tag99.xml><?xml version="1.0" encoding="utf-8"?>
<p:tagLst xmlns:p="http://schemas.openxmlformats.org/presentationml/2006/main">
  <p:tag name="KSO_WM_DIAGRAM_VIRTUALLY_FRAME" val="{&quot;height&quot;:437.55,&quot;left&quot;:34.5,&quot;top&quot;:78.55,&quot;width&quot;:889.2}"/>
</p:tagLst>
</file>

<file path=ppt/tags/tag100.xml><?xml version="1.0" encoding="utf-8"?>
<p:tagLst xmlns:p="http://schemas.openxmlformats.org/presentationml/2006/main">
  <p:tag name="KSO_WM_DIAGRAM_VIRTUALLY_FRAME" val="{&quot;height&quot;:437.55,&quot;left&quot;:34.5,&quot;top&quot;:78.55,&quot;width&quot;:889.2}"/>
</p:tagLst>
</file>

<file path=ppt/tags/tag101.xml><?xml version="1.0" encoding="utf-8"?>
<p:tagLst xmlns:p="http://schemas.openxmlformats.org/presentationml/2006/main">
  <p:tag name="KSO_WM_DIAGRAM_VIRTUALLY_FRAME" val="{&quot;height&quot;:437.55,&quot;left&quot;:34.5,&quot;top&quot;:78.55,&quot;width&quot;:889.2}"/>
</p:tagLst>
</file>

<file path=ppt/tags/tag102.xml><?xml version="1.0" encoding="utf-8"?>
<p:tagLst xmlns:p="http://schemas.openxmlformats.org/presentationml/2006/main">
  <p:tag name="KSO_WM_DIAGRAM_VIRTUALLY_FRAME" val="{&quot;height&quot;:437.55,&quot;left&quot;:34.5,&quot;top&quot;:78.55,&quot;width&quot;:889.2}"/>
</p:tagLst>
</file>

<file path=ppt/tags/tag103.xml><?xml version="1.0" encoding="utf-8"?>
<p:tagLst xmlns:p="http://schemas.openxmlformats.org/presentationml/2006/main">
  <p:tag name="KSO_WM_DIAGRAM_VIRTUALLY_FRAME" val="{&quot;height&quot;:437.55,&quot;left&quot;:34.5,&quot;top&quot;:78.55,&quot;width&quot;:889.2}"/>
</p:tagLst>
</file>

<file path=ppt/tags/tag104.xml><?xml version="1.0" encoding="utf-8"?>
<p:tagLst xmlns:p="http://schemas.openxmlformats.org/presentationml/2006/main">
  <p:tag name="KSO_WM_DIAGRAM_VIRTUALLY_FRAME" val="{&quot;height&quot;:437.55,&quot;left&quot;:34.5,&quot;top&quot;:78.55,&quot;width&quot;:889.2}"/>
</p:tagLst>
</file>

<file path=ppt/tags/tag105.xml><?xml version="1.0" encoding="utf-8"?>
<p:tagLst xmlns:p="http://schemas.openxmlformats.org/presentationml/2006/main">
  <p:tag name="KSO_WM_DIAGRAM_VIRTUALLY_FRAME" val="{&quot;height&quot;:437.55,&quot;left&quot;:34.5,&quot;top&quot;:78.55,&quot;width&quot;:889.2}"/>
</p:tagLst>
</file>

<file path=ppt/tags/tag106.xml><?xml version="1.0" encoding="utf-8"?>
<p:tagLst xmlns:p="http://schemas.openxmlformats.org/presentationml/2006/main">
  <p:tag name="KSO_WM_DIAGRAM_VIRTUALLY_FRAME" val="{&quot;height&quot;:437.55,&quot;left&quot;:34.5,&quot;top&quot;:78.55,&quot;width&quot;:889.2}"/>
</p:tagLst>
</file>

<file path=ppt/tags/tag107.xml><?xml version="1.0" encoding="utf-8"?>
<p:tagLst xmlns:p="http://schemas.openxmlformats.org/presentationml/2006/main">
  <p:tag name="KSO_WM_DIAGRAM_VIRTUALLY_FRAME" val="{&quot;height&quot;:437.55,&quot;left&quot;:34.5,&quot;top&quot;:78.55,&quot;width&quot;:889.2}"/>
</p:tagLst>
</file>

<file path=ppt/tags/tag108.xml><?xml version="1.0" encoding="utf-8"?>
<p:tagLst xmlns:p="http://schemas.openxmlformats.org/presentationml/2006/main">
  <p:tag name="KSO_WM_AICARD_INVALID" val="Invalid"/>
</p:tagLst>
</file>

<file path=ppt/tags/tag109.xml><?xml version="1.0" encoding="utf-8"?>
<p:tagLst xmlns:p="http://schemas.openxmlformats.org/presentationml/2006/main">
  <p:tag name="KSO_WM_DIAGRAM_VIRTUALLY_FRAME" val="{&quot;height&quot;:435.65,&quot;left&quot;:31.3,&quot;top&quot;:77.25,&quot;width&quot;:481.8897705078125}"/>
</p:tagLst>
</file>

<file path=ppt/tags/tag110.xml><?xml version="1.0" encoding="utf-8"?>
<p:tagLst xmlns:p="http://schemas.openxmlformats.org/presentationml/2006/main">
  <p:tag name="KSO_WM_DIAGRAM_VIRTUALLY_FRAME" val="{&quot;height&quot;:435.65,&quot;left&quot;:31.3,&quot;top&quot;:77.25,&quot;width&quot;:481.8897705078125}"/>
</p:tagLst>
</file>

<file path=ppt/tags/tag111.xml><?xml version="1.0" encoding="utf-8"?>
<p:tagLst xmlns:p="http://schemas.openxmlformats.org/presentationml/2006/main">
  <p:tag name="KSO_WM_DIAGRAM_VIRTUALLY_FRAME" val="{&quot;height&quot;:435.65,&quot;left&quot;:31.3,&quot;top&quot;:77.25,&quot;width&quot;:481.8897705078125}"/>
</p:tagLst>
</file>

<file path=ppt/tags/tag112.xml><?xml version="1.0" encoding="utf-8"?>
<p:tagLst xmlns:p="http://schemas.openxmlformats.org/presentationml/2006/main">
  <p:tag name="KSO_WM_DIAGRAM_VIRTUALLY_FRAME" val="{&quot;height&quot;:435.65,&quot;left&quot;:31.3,&quot;top&quot;:77.25,&quot;width&quot;:481.8897705078125}"/>
</p:tagLst>
</file>

<file path=ppt/tags/tag113.xml><?xml version="1.0" encoding="utf-8"?>
<p:tagLst xmlns:p="http://schemas.openxmlformats.org/presentationml/2006/main">
  <p:tag name="KSO_WM_DIAGRAM_VIRTUALLY_FRAME" val="{&quot;height&quot;:219.2,&quot;left&quot;:34.05,&quot;top&quot;:66.85,&quot;width&quot;:896.9}"/>
</p:tagLst>
</file>

<file path=ppt/tags/tag114.xml><?xml version="1.0" encoding="utf-8"?>
<p:tagLst xmlns:p="http://schemas.openxmlformats.org/presentationml/2006/main">
  <p:tag name="KSO_WM_AICARD_INVALID" val="Invalid"/>
</p:tagLst>
</file>

<file path=ppt/tags/tag115.xml><?xml version="1.0" encoding="utf-8"?>
<p:tagLst xmlns:p="http://schemas.openxmlformats.org/presentationml/2006/main">
  <p:tag name="KSO_WM_AICARD_INVALID" val="Invalid"/>
</p:tagLst>
</file>

<file path=ppt/tags/tag116.xml><?xml version="1.0" encoding="utf-8"?>
<p:tagLst xmlns:p="http://schemas.openxmlformats.org/presentationml/2006/main">
  <p:tag name="KSO_WM_DIAGRAM_VIRTUALLY_FRAME" val="{&quot;height&quot;:219.2,&quot;left&quot;:34.05,&quot;top&quot;:66.85,&quot;width&quot;:896.9}"/>
</p:tagLst>
</file>

<file path=ppt/tags/tag117.xml><?xml version="1.0" encoding="utf-8"?>
<p:tagLst xmlns:p="http://schemas.openxmlformats.org/presentationml/2006/main">
  <p:tag name="KSO_WM_DIAGRAM_VIRTUALLY_FRAME" val="{&quot;height&quot;:435.65,&quot;left&quot;:31.3,&quot;top&quot;:77.25,&quot;width&quot;:481.8897705078125}"/>
</p:tagLst>
</file>

<file path=ppt/tags/tag118.xml><?xml version="1.0" encoding="utf-8"?>
<p:tagLst xmlns:p="http://schemas.openxmlformats.org/presentationml/2006/main">
  <p:tag name="KSO_WM_DIAGRAM_VIRTUALLY_FRAME" val="{&quot;height&quot;:435.65,&quot;left&quot;:31.3,&quot;top&quot;:77.25,&quot;width&quot;:481.8897705078125}"/>
</p:tagLst>
</file>

<file path=ppt/tags/tag119.xml><?xml version="1.0" encoding="utf-8"?>
<p:tagLst xmlns:p="http://schemas.openxmlformats.org/presentationml/2006/main">
  <p:tag name="KSO_WM_DIAGRAM_VIRTUALLY_FRAME" val="{&quot;height&quot;:435.65,&quot;left&quot;:31.3,&quot;top&quot;:77.25,&quot;width&quot;:481.8897705078125}"/>
</p:tagLst>
</file>

<file path=ppt/tags/tag120.xml><?xml version="1.0" encoding="utf-8"?>
<p:tagLst xmlns:p="http://schemas.openxmlformats.org/presentationml/2006/main">
  <p:tag name="KSO_WM_AICARD_INVALID" val="Invalid"/>
</p:tagLst>
</file>

<file path=ppt/tags/tag121.xml><?xml version="1.0" encoding="utf-8"?>
<p:tagLst xmlns:p="http://schemas.openxmlformats.org/presentationml/2006/main">
  <p:tag name="KSO_WM_AICARD_INVALID" val="Invalid"/>
</p:tagLst>
</file>

<file path=ppt/tags/tag122.xml><?xml version="1.0" encoding="utf-8"?>
<p:tagLst xmlns:p="http://schemas.openxmlformats.org/presentationml/2006/main">
  <p:tag name="KSO_WM_DIAGRAM_VIRTUALLY_FRAME" val="{&quot;height&quot;:219.2,&quot;left&quot;:34.05,&quot;top&quot;:66.85,&quot;width&quot;:896.9}"/>
</p:tagLst>
</file>

<file path=ppt/tags/tag123.xml><?xml version="1.0" encoding="utf-8"?>
<p:tagLst xmlns:p="http://schemas.openxmlformats.org/presentationml/2006/main">
  <p:tag name="KSO_WM_DIAGRAM_VIRTUALLY_FRAME" val="{&quot;height&quot;:435.65,&quot;left&quot;:31.3,&quot;top&quot;:77.25,&quot;width&quot;:481.8897705078125}"/>
</p:tagLst>
</file>

<file path=ppt/tags/tag124.xml><?xml version="1.0" encoding="utf-8"?>
<p:tagLst xmlns:p="http://schemas.openxmlformats.org/presentationml/2006/main">
  <p:tag name="KSO_WM_DIAGRAM_VIRTUALLY_FRAME" val="{&quot;height&quot;:435.65,&quot;left&quot;:31.3,&quot;top&quot;:77.25,&quot;width&quot;:481.8897705078125}"/>
</p:tagLst>
</file>

<file path=ppt/tags/tag125.xml><?xml version="1.0" encoding="utf-8"?>
<p:tagLst xmlns:p="http://schemas.openxmlformats.org/presentationml/2006/main">
  <p:tag name="KSO_WM_DIAGRAM_VIRTUALLY_FRAME" val="{&quot;height&quot;:435.65,&quot;left&quot;:31.3,&quot;top&quot;:77.25,&quot;width&quot;:481.8897705078125}"/>
</p:tagLst>
</file>

<file path=ppt/tags/tag126.xml><?xml version="1.0" encoding="utf-8"?>
<p:tagLst xmlns:p="http://schemas.openxmlformats.org/presentationml/2006/main">
  <p:tag name="KSO_WM_AICARD_INVALID" val="Invalid"/>
</p:tagLst>
</file>

<file path=ppt/tags/tag127.xml><?xml version="1.0" encoding="utf-8"?>
<p:tagLst xmlns:p="http://schemas.openxmlformats.org/presentationml/2006/main">
  <p:tag name="KSO_WM_AICARD_INVALID" val="Invalid"/>
</p:tagLst>
</file>

<file path=ppt/tags/tag128.xml><?xml version="1.0" encoding="utf-8"?>
<p:tagLst xmlns:p="http://schemas.openxmlformats.org/presentationml/2006/main">
  <p:tag name="KSO_WM_DIAGRAM_VIRTUALLY_FRAME" val="{&quot;height&quot;:437.55,&quot;left&quot;:34.5,&quot;top&quot;:78.55,&quot;width&quot;:889.2}"/>
</p:tagLst>
</file>

<file path=ppt/tags/tag129.xml><?xml version="1.0" encoding="utf-8"?>
<p:tagLst xmlns:p="http://schemas.openxmlformats.org/presentationml/2006/main">
  <p:tag name="KSO_WM_DIAGRAM_VIRTUALLY_FRAME" val="{&quot;height&quot;:437.55,&quot;left&quot;:34.5,&quot;top&quot;:78.55,&quot;width&quot;:889.2}"/>
</p:tagLst>
</file>

<file path=ppt/tags/tag130.xml><?xml version="1.0" encoding="utf-8"?>
<p:tagLst xmlns:p="http://schemas.openxmlformats.org/presentationml/2006/main">
  <p:tag name="KSO_WM_AICARD_INVALID" val="Invalid"/>
</p:tagLst>
</file>

<file path=ppt/tags/tag131.xml><?xml version="1.0" encoding="utf-8"?>
<p:tagLst xmlns:p="http://schemas.openxmlformats.org/presentationml/2006/main">
  <p:tag name="KSO_WM_DIAGRAM_VIRTUALLY_FRAME" val="{&quot;height&quot;:437.55,&quot;left&quot;:34.5,&quot;top&quot;:78.55,&quot;width&quot;:889.2}"/>
</p:tagLst>
</file>

<file path=ppt/tags/tag132.xml><?xml version="1.0" encoding="utf-8"?>
<p:tagLst xmlns:p="http://schemas.openxmlformats.org/presentationml/2006/main">
  <p:tag name="KSO_WM_DIAGRAM_VIRTUALLY_FRAME" val="{&quot;height&quot;:437.55,&quot;left&quot;:34.5,&quot;top&quot;:78.55,&quot;width&quot;:889.2}"/>
</p:tagLst>
</file>

<file path=ppt/tags/tag133.xml><?xml version="1.0" encoding="utf-8"?>
<p:tagLst xmlns:p="http://schemas.openxmlformats.org/presentationml/2006/main">
  <p:tag name="KSO_WM_AICARD_INVALID" val="Invalid"/>
</p:tagLst>
</file>

<file path=ppt/tags/tag134.xml><?xml version="1.0" encoding="utf-8"?>
<p:tagLst xmlns:p="http://schemas.openxmlformats.org/presentationml/2006/main">
  <p:tag name="KSO_WM_DIAGRAM_VIRTUALLY_FRAME" val="{&quot;height&quot;:437.55,&quot;left&quot;:34.5,&quot;top&quot;:78.55,&quot;width&quot;:889.2}"/>
</p:tagLst>
</file>

<file path=ppt/tags/tag135.xml><?xml version="1.0" encoding="utf-8"?>
<p:tagLst xmlns:p="http://schemas.openxmlformats.org/presentationml/2006/main">
  <p:tag name="KSO_WM_DIAGRAM_VIRTUALLY_FRAME" val="{&quot;height&quot;:437.55,&quot;left&quot;:34.5,&quot;top&quot;:78.55,&quot;width&quot;:889.2}"/>
</p:tagLst>
</file>

<file path=ppt/tags/tag136.xml><?xml version="1.0" encoding="utf-8"?>
<p:tagLst xmlns:p="http://schemas.openxmlformats.org/presentationml/2006/main">
  <p:tag name="KSO_WM_AICARD_INVALID" val="Invalid"/>
</p:tagLst>
</file>

<file path=ppt/tags/tag137.xml><?xml version="1.0" encoding="utf-8"?>
<p:tagLst xmlns:p="http://schemas.openxmlformats.org/presentationml/2006/main">
  <p:tag name="KSO_WM_DIAGRAM_VIRTUALLY_FRAME" val="{&quot;height&quot;:437.55,&quot;left&quot;:34.5,&quot;top&quot;:78.55,&quot;width&quot;:889.2}"/>
</p:tagLst>
</file>

<file path=ppt/tags/tag138.xml><?xml version="1.0" encoding="utf-8"?>
<p:tagLst xmlns:p="http://schemas.openxmlformats.org/presentationml/2006/main">
  <p:tag name="KSO_WM_DIAGRAM_VIRTUALLY_FRAME" val="{&quot;height&quot;:437.55,&quot;left&quot;:34.5,&quot;top&quot;:78.55,&quot;width&quot;:889.2}"/>
</p:tagLst>
</file>

<file path=ppt/tags/tag139.xml><?xml version="1.0" encoding="utf-8"?>
<p:tagLst xmlns:p="http://schemas.openxmlformats.org/presentationml/2006/main">
  <p:tag name="KSO_WM_AICARD_INVALID" val="Invalid"/>
</p:tagLst>
</file>

<file path=ppt/tags/tag140.xml><?xml version="1.0" encoding="utf-8"?>
<p:tagLst xmlns:p="http://schemas.openxmlformats.org/presentationml/2006/main">
  <p:tag name="KSO_WM_UNIT_TYPE" val="a"/>
  <p:tag name="KSO_WM_UNIT_INDEX" val="1"/>
  <p:tag name="KSO_WM_BEAUTIFY_FLAG" val="#wm#"/>
  <p:tag name="KSO_WM_TAG_VERSION" val="3.0"/>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5008"/>
  <p:tag name="KSO_WM_TEMPLATE_CATEGORY" val="custom"/>
  <p:tag name="KSO_WM_UNIT_ISCONTENTSTITLE" val="0"/>
  <p:tag name="KSO_WM_UNIT_PRESET_TEXT" val="单击编辑母版标题"/>
  <p:tag name="KSO_WM_UNIT_TEXT_TYPE" val="1"/>
  <p:tag name="KSO_WM_UNIT_VALUE" val="12"/>
</p:tagLst>
</file>

<file path=ppt/tags/tag141.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40495008"/>
  <p:tag name="KSO_WM_TEMPLATE_CATEGORY" val="custom"/>
  <p:tag name="KSO_WM_SLIDE_INDEX" val="7"/>
  <p:tag name="KSO_WM_SLIDE_ID" val="custom40495008_7"/>
  <p:tag name="KSO_WM_TEMPLATE_MASTER_TYPE" val="0"/>
  <p:tag name="KSO_WM_SLIDE_LAYOUT" val="a_b_e"/>
  <p:tag name="KSO_WM_SLIDE_LAYOUT_CNT" val="1_1_1"/>
  <p:tag name="KSO_WM_AICARD_INVALID" val="Invalid"/>
</p:tagLst>
</file>

<file path=ppt/tags/tag142.xml><?xml version="1.0" encoding="utf-8"?>
<p:tagLst xmlns:p="http://schemas.openxmlformats.org/presentationml/2006/main">
  <p:tag name="TABLE_ENDDRAG_ORIGIN_RECT" val="433*224"/>
  <p:tag name="TABLE_ENDDRAG_RECT" val="36*170*433*224"/>
</p:tagLst>
</file>

<file path=ppt/tags/tag143.xml><?xml version="1.0" encoding="utf-8"?>
<p:tagLst xmlns:p="http://schemas.openxmlformats.org/presentationml/2006/main">
  <p:tag name="KSO_WM_AICARD_INVALID" val="Invalid"/>
</p:tagLst>
</file>

<file path=ppt/tags/tag144.xml><?xml version="1.0" encoding="utf-8"?>
<p:tagLst xmlns:p="http://schemas.openxmlformats.org/presentationml/2006/main">
  <p:tag name="TABLE_ENDDRAG_ORIGIN_RECT" val="432*230"/>
  <p:tag name="TABLE_ENDDRAG_RECT" val="36*181*432*230"/>
</p:tagLst>
</file>

<file path=ppt/tags/tag145.xml><?xml version="1.0" encoding="utf-8"?>
<p:tagLst xmlns:p="http://schemas.openxmlformats.org/presentationml/2006/main">
  <p:tag name="TABLE_ENDDRAG_ORIGIN_RECT" val="433*230"/>
  <p:tag name="TABLE_ENDDRAG_RECT" val="491*181*433*230"/>
</p:tagLst>
</file>

<file path=ppt/tags/tag146.xml><?xml version="1.0" encoding="utf-8"?>
<p:tagLst xmlns:p="http://schemas.openxmlformats.org/presentationml/2006/main">
  <p:tag name="KSO_WM_AICARD_INVALID" val="Invalid"/>
</p:tagLst>
</file>

<file path=ppt/tags/tag147.xml><?xml version="1.0" encoding="utf-8"?>
<p:tagLst xmlns:p="http://schemas.openxmlformats.org/presentationml/2006/main">
  <p:tag name="TABLE_ENDDRAG_ORIGIN_RECT" val="432*230"/>
  <p:tag name="TABLE_ENDDRAG_RECT" val="36*181*432*230"/>
</p:tagLst>
</file>

<file path=ppt/tags/tag148.xml><?xml version="1.0" encoding="utf-8"?>
<p:tagLst xmlns:p="http://schemas.openxmlformats.org/presentationml/2006/main">
  <p:tag name="TABLE_ENDDRAG_ORIGIN_RECT" val="432*230"/>
  <p:tag name="TABLE_ENDDRAG_RECT" val="36*179*432*230"/>
</p:tagLst>
</file>

<file path=ppt/tags/tag149.xml><?xml version="1.0" encoding="utf-8"?>
<p:tagLst xmlns:p="http://schemas.openxmlformats.org/presentationml/2006/main">
  <p:tag name="KSO_WM_AICARD_INVALID" val="Invalid"/>
</p:tagLst>
</file>

<file path=ppt/tags/tag150.xml><?xml version="1.0" encoding="utf-8"?>
<p:tagLst xmlns:p="http://schemas.openxmlformats.org/presentationml/2006/main">
  <p:tag name="KSO_WM_UNIT_TYPE" val="a"/>
  <p:tag name="KSO_WM_UNIT_INDEX" val="1"/>
  <p:tag name="KSO_WM_BEAUTIFY_FLAG" val="#wm#"/>
  <p:tag name="KSO_WM_TAG_VERSION" val="3.0"/>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5008"/>
  <p:tag name="KSO_WM_TEMPLATE_CATEGORY" val="custom"/>
  <p:tag name="KSO_WM_UNIT_ISCONTENTSTITLE" val="0"/>
  <p:tag name="KSO_WM_UNIT_PRESET_TEXT" val="单击编辑母版标题"/>
  <p:tag name="KSO_WM_UNIT_TEXT_TYPE" val="1"/>
  <p:tag name="KSO_WM_UNIT_VALUE" val="12"/>
</p:tagLst>
</file>

<file path=ppt/tags/tag151.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40495008"/>
  <p:tag name="KSO_WM_TEMPLATE_CATEGORY" val="custom"/>
  <p:tag name="KSO_WM_SLIDE_INDEX" val="7"/>
  <p:tag name="KSO_WM_SLIDE_ID" val="custom40495008_7"/>
  <p:tag name="KSO_WM_TEMPLATE_MASTER_TYPE" val="0"/>
  <p:tag name="KSO_WM_SLIDE_LAYOUT" val="a_b_e"/>
  <p:tag name="KSO_WM_SLIDE_LAYOUT_CNT" val="1_1_1"/>
  <p:tag name="KSO_WM_AICARD_INVALID" val="Invalid"/>
</p:tagLst>
</file>

<file path=ppt/tags/tag152.xml><?xml version="1.0" encoding="utf-8"?>
<p:tagLst xmlns:p="http://schemas.openxmlformats.org/presentationml/2006/main">
  <p:tag name="KSO_WM_AICARD_INVALID" val="Invalid"/>
</p:tagLst>
</file>

<file path=ppt/tags/tag153.xml><?xml version="1.0" encoding="utf-8"?>
<p:tagLst xmlns:p="http://schemas.openxmlformats.org/presentationml/2006/main">
  <p:tag name="KSO_WM_DIAGRAM_VIRTUALLY_FRAME" val="{&quot;height&quot;:219.2,&quot;left&quot;:34.05,&quot;top&quot;:66.85,&quot;width&quot;:896.9}"/>
</p:tagLst>
</file>

<file path=ppt/tags/tag154.xml><?xml version="1.0" encoding="utf-8"?>
<p:tagLst xmlns:p="http://schemas.openxmlformats.org/presentationml/2006/main">
  <p:tag name="KSO_WM_DIAGRAM_VIRTUALLY_FRAME" val="{&quot;height&quot;:219.2,&quot;left&quot;:34.05,&quot;top&quot;:66.85,&quot;width&quot;:896.9}"/>
</p:tagLst>
</file>

<file path=ppt/tags/tag155.xml><?xml version="1.0" encoding="utf-8"?>
<p:tagLst xmlns:p="http://schemas.openxmlformats.org/presentationml/2006/main">
  <p:tag name="KSO_WM_DIAGRAM_VIRTUALLY_FRAME" val="{&quot;height&quot;:219.2,&quot;left&quot;:34.05,&quot;top&quot;:66.85,&quot;width&quot;:896.9}"/>
</p:tagLst>
</file>

<file path=ppt/tags/tag156.xml><?xml version="1.0" encoding="utf-8"?>
<p:tagLst xmlns:p="http://schemas.openxmlformats.org/presentationml/2006/main">
  <p:tag name="KSO_WM_AICARD_INVALID" val="Invalid"/>
</p:tagLst>
</file>

<file path=ppt/tags/tag157.xml><?xml version="1.0" encoding="utf-8"?>
<p:tagLst xmlns:p="http://schemas.openxmlformats.org/presentationml/2006/main">
  <p:tag name="KSO_WM_AICARD_INVALID" val="Invalid"/>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Light"/>
        <a:ea typeface=""/>
        <a:cs typeface=""/>
        <a:font script="Jpan" typeface="游ゴシック Light"/>
        <a:font script="Hang" typeface="맑은 고딕"/>
        <a:font script="Hans" typeface="微软雅黑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微软雅黑 Light"/>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Light"/>
        <a:ea typeface=""/>
        <a:cs typeface=""/>
        <a:font script="Jpan" typeface="游ゴシック Light"/>
        <a:font script="Hang" typeface="맑은 고딕"/>
        <a:font script="Hans" typeface="微软雅黑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Light"/>
        <a:ea typeface=""/>
        <a:cs typeface=""/>
        <a:font script="Jpan" typeface="游ゴシック"/>
        <a:font script="Hang" typeface="맑은 고딕"/>
        <a:font script="Hans" typeface="微软雅黑 Light"/>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Light"/>
        <a:ea typeface=""/>
        <a:cs typeface=""/>
        <a:font script="Jpan" typeface="ＭＳ Ｐゴシック"/>
        <a:font script="Hang" typeface="맑은 고딕"/>
        <a:font script="Hans" typeface="微软雅黑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Light"/>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7816</Words>
  <Application>WPS 演示</Application>
  <PresentationFormat/>
  <Paragraphs>1323</Paragraphs>
  <Slides>32</Slides>
  <Notes>0</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32</vt:i4>
      </vt:variant>
    </vt:vector>
  </HeadingPairs>
  <TitlesOfParts>
    <vt:vector size="58" baseType="lpstr">
      <vt:lpstr>Arial</vt:lpstr>
      <vt:lpstr>宋体</vt:lpstr>
      <vt:lpstr>Wingdings</vt:lpstr>
      <vt:lpstr>微软雅黑</vt:lpstr>
      <vt:lpstr>微软雅黑 Light</vt:lpstr>
      <vt:lpstr>Times New Roman</vt:lpstr>
      <vt:lpstr>OPPO Sans</vt:lpstr>
      <vt:lpstr>Roboto Regular</vt:lpstr>
      <vt:lpstr>Calibri</vt:lpstr>
      <vt:lpstr>Arial Unicode MS</vt:lpstr>
      <vt:lpstr>Arial</vt:lpstr>
      <vt:lpstr>Aptos</vt:lpstr>
      <vt:lpstr>Wingdings</vt:lpstr>
      <vt:lpstr>Roboto</vt:lpstr>
      <vt:lpstr>Noto Sans SC</vt:lpstr>
      <vt:lpstr>Calibri Light</vt:lpstr>
      <vt:lpstr>Segoe Print</vt:lpstr>
      <vt:lpstr>Segoe UI</vt:lpstr>
      <vt:lpstr>Times New Roman</vt:lpstr>
      <vt:lpstr>Aptos</vt:lpstr>
      <vt:lpstr>OPPO Sans</vt:lpstr>
      <vt:lpstr>Roboto</vt:lpstr>
      <vt:lpstr>Roboto Regular</vt:lpstr>
      <vt:lpstr>Saturday Sans Regular</vt:lpstr>
      <vt:lpstr>Oxford Regular</vt:lpstr>
      <vt:lpstr>Office Theme</vt:lpstr>
      <vt:lpstr>PowerPoint 演示文稿</vt:lpstr>
      <vt:lpstr>PowerPoint 演示文稿</vt:lpstr>
      <vt:lpstr>困境与政策</vt:lpstr>
      <vt:lpstr>传统重量分析 面临四重困境</vt:lpstr>
      <vt:lpstr>政策层面——新药典、严监管、数智化三重驱动 </vt:lpstr>
      <vt:lpstr>关于Labthink</vt:lpstr>
      <vt:lpstr>关于 Labthink：始于1989，专注检测技术37年</vt:lpstr>
      <vt:lpstr>资质与荣誉</vt:lpstr>
      <vt:lpstr>医药行业服务客户——1000+制药企业的共同选择</vt:lpstr>
      <vt:lpstr>自动化检测产品体系</vt:lpstr>
      <vt:lpstr>产品总览</vt:lpstr>
      <vt:lpstr>产品系列总览</vt:lpstr>
      <vt:lpstr>产品体系架构</vt:lpstr>
      <vt:lpstr>核心组成模块</vt:lpstr>
      <vt:lpstr>集成式蒸发残渣检测系统-C840H/C840M</vt:lpstr>
      <vt:lpstr>集成式蒸发残渣检测系统-C840 工作流程</vt:lpstr>
      <vt:lpstr>集成式灼烧残渣检测系统-C860H/C860M</vt:lpstr>
      <vt:lpstr>集成式灼烧残渣检测系统-C860  工作流程</vt:lpstr>
      <vt:lpstr>集成式干燥失重检测系统-C870H/C870M</vt:lpstr>
      <vt:lpstr>集成式干燥失重检测系统-C870  工作流程 </vt:lpstr>
      <vt:lpstr>全系列产品的四大共性特点——精准 · 高效 · 合规 · 安全 </vt:lpstr>
      <vt:lpstr>全系列产品的四大共性特点——精准 · 高效 · 合规 · 安全 </vt:lpstr>
      <vt:lpstr>全系列产品的四大共性特点——精准 · 高效 · 合规 · 安全 </vt:lpstr>
      <vt:lpstr>全系列产品的四大共性特点——精准 · 高效 · 合规 · 安全 </vt:lpstr>
      <vt:lpstr>应用场景与实证</vt:lpstr>
      <vt:lpstr>场景一 · 不挥发物/蒸发残渣（C840）</vt:lpstr>
      <vt:lpstr>场景一 · 不挥发物/蒸发残渣（C840）</vt:lpstr>
      <vt:lpstr>场景二 · 炽灼残渣/灰分检测</vt:lpstr>
      <vt:lpstr>服务支持</vt:lpstr>
      <vt:lpstr>实施建议</vt:lpstr>
      <vt:lpstr>服务与支持——购买只是合作的开始</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刘超</cp:lastModifiedBy>
  <cp:revision>29</cp:revision>
  <dcterms:created xsi:type="dcterms:W3CDTF">2026-09-04T09:40:00Z</dcterms:created>
  <dcterms:modified xsi:type="dcterms:W3CDTF">2026-09-16T08:00:10Z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2D3CEC2CADB1446DBB066A5BA7D86108_13</vt:lpwstr>
  </property>
</Properties>
</file>